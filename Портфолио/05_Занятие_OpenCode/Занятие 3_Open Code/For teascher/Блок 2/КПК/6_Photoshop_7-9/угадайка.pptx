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-15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A7B0D-5645-4FB6-AA62-98424539018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ACE9F-C31A-489E-A9A3-8DB99D33429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96669-5523-4ED7-97A0-2AB62407FFE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0D4F99-98C7-48D3-A778-08F8B8389EB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FFCBB-9EAC-4F58-A794-50288BD36AF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2EFF93-A990-4F53-929C-AF62052F52E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359EF-1221-43EC-B03D-DCC7FC822BE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FCC1D-E09F-4758-A05E-5CEFF8C7C88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F8908-691C-4F6A-9D6B-A689F08ACAF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AF542-86EB-4E3E-B232-14B555B4DDE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1ADC3-A5A3-4810-94F4-25BCE33537D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25EBCB-686B-483A-8EA2-CDB253CB0A5D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1035" name="WordArt 11"/>
          <p:cNvSpPr>
            <a:spLocks noChangeArrowheads="1" noChangeShapeType="1" noTextEdit="1"/>
          </p:cNvSpPr>
          <p:nvPr userDrawn="1"/>
        </p:nvSpPr>
        <p:spPr bwMode="auto">
          <a:xfrm>
            <a:off x="584200" y="838200"/>
            <a:ext cx="3124200" cy="8953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</a:rPr>
              <a:t>Ответьте на вопрос</a:t>
            </a:r>
          </a:p>
        </p:txBody>
      </p:sp>
      <p:pic>
        <p:nvPicPr>
          <p:cNvPr id="1036" name="Picture 12" descr="11"/>
          <p:cNvPicPr>
            <a:picLocks noChangeAspect="1" noChangeArrowheads="1" noCrop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779838" y="549275"/>
            <a:ext cx="1524000" cy="80962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762000" y="5927725"/>
            <a:ext cx="830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ru-RU" sz="2000" b="1">
                <a:solidFill>
                  <a:srgbClr val="070739"/>
                </a:solidFill>
                <a:latin typeface="Times New Roman" pitchFamily="18" charset="0"/>
              </a:rPr>
              <a:t>Укажите объект, содержащий правильный ответ.</a:t>
            </a:r>
            <a:endParaRPr lang="ru-RU" sz="2400" b="1">
              <a:latin typeface="Times New Roman" pitchFamily="18" charset="0"/>
            </a:endParaRPr>
          </a:p>
        </p:txBody>
      </p:sp>
      <p:sp>
        <p:nvSpPr>
          <p:cNvPr id="5135" name="AutoShape 15"/>
          <p:cNvSpPr>
            <a:spLocks noChangeArrowheads="1"/>
          </p:cNvSpPr>
          <p:nvPr/>
        </p:nvSpPr>
        <p:spPr bwMode="auto">
          <a:xfrm>
            <a:off x="1187450" y="3886200"/>
            <a:ext cx="2133600" cy="1752600"/>
          </a:xfrm>
          <a:prstGeom prst="star24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10</a:t>
            </a:r>
          </a:p>
        </p:txBody>
      </p:sp>
      <p:sp>
        <p:nvSpPr>
          <p:cNvPr id="5136" name="AutoShape 16"/>
          <p:cNvSpPr>
            <a:spLocks noChangeArrowheads="1"/>
          </p:cNvSpPr>
          <p:nvPr/>
        </p:nvSpPr>
        <p:spPr bwMode="auto">
          <a:xfrm>
            <a:off x="3851275" y="3886200"/>
            <a:ext cx="2057400" cy="1752600"/>
          </a:xfrm>
          <a:prstGeom prst="star32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5</a:t>
            </a:r>
          </a:p>
        </p:txBody>
      </p:sp>
      <p:sp>
        <p:nvSpPr>
          <p:cNvPr id="5137" name="AutoShape 17"/>
          <p:cNvSpPr>
            <a:spLocks noChangeArrowheads="1"/>
          </p:cNvSpPr>
          <p:nvPr/>
        </p:nvSpPr>
        <p:spPr bwMode="auto">
          <a:xfrm>
            <a:off x="6534150" y="3962400"/>
            <a:ext cx="2286000" cy="1600200"/>
          </a:xfrm>
          <a:prstGeom prst="star16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11</a:t>
            </a:r>
          </a:p>
        </p:txBody>
      </p:sp>
      <p:sp>
        <p:nvSpPr>
          <p:cNvPr id="5152" name="Text Box 32"/>
          <p:cNvSpPr txBox="1">
            <a:spLocks noChangeArrowheads="1"/>
          </p:cNvSpPr>
          <p:nvPr/>
        </p:nvSpPr>
        <p:spPr bwMode="auto">
          <a:xfrm>
            <a:off x="755650" y="2276475"/>
            <a:ext cx="79248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ru-RU" sz="1900">
                <a:latin typeface="Arial Black" pitchFamily="34" charset="0"/>
              </a:rPr>
              <a:t>Над рекой летели птицы: лебедь, щука, две синицы, два стрижа и пять угрей. Сколько птиц</a:t>
            </a:r>
            <a:r>
              <a:rPr lang="en-US" sz="1900">
                <a:latin typeface="Arial Black" pitchFamily="34" charset="0"/>
              </a:rPr>
              <a:t>,</a:t>
            </a:r>
            <a:r>
              <a:rPr lang="ru-RU" sz="1900">
                <a:latin typeface="Arial Black" pitchFamily="34" charset="0"/>
              </a:rPr>
              <a:t> скажи скорей! 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480"/>
                            </p:stCondLst>
                            <p:childTnLst>
                              <p:par>
                                <p:cTn id="11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480"/>
                            </p:stCondLst>
                            <p:childTnLst>
                              <p:par>
                                <p:cTn id="1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480"/>
                            </p:stCondLst>
                            <p:childTnLst>
                              <p:par>
                                <p:cTn id="1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20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48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utoUpdateAnimBg="0"/>
      <p:bldP spid="5135" grpId="0" animBg="1"/>
      <p:bldP spid="5136" grpId="0" animBg="1"/>
      <p:bldP spid="5137" grpId="0" animBg="1"/>
      <p:bldP spid="5152" grpId="0"/>
    </p:bld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66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34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Оформление по умолчанию</vt:lpstr>
      <vt:lpstr>Презентация PowerPoint</vt:lpstr>
    </vt:vector>
  </TitlesOfParts>
  <Company>Bur&amp;Co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Burenin</dc:creator>
  <cp:lastModifiedBy>PAE</cp:lastModifiedBy>
  <cp:revision>23</cp:revision>
  <dcterms:created xsi:type="dcterms:W3CDTF">2004-07-12T19:53:49Z</dcterms:created>
  <dcterms:modified xsi:type="dcterms:W3CDTF">2018-04-04T08:33:33Z</dcterms:modified>
</cp:coreProperties>
</file>