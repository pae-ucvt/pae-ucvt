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audio1" ContentType="audio/x-wav"/>
  <Override PartName="/ppt/media/audio2" ContentType="audio/x-wav"/>
  <Override PartName="/ppt/media/audio3" ContentType="audio/x-wav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8"/>
  </p:notesMasterIdLst>
  <p:sldIdLst>
    <p:sldId id="265" r:id="rId2"/>
    <p:sldId id="257" r:id="rId3"/>
    <p:sldId id="266" r:id="rId4"/>
    <p:sldId id="263" r:id="rId5"/>
    <p:sldId id="270" r:id="rId6"/>
    <p:sldId id="271" r:id="rId7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48F"/>
    <a:srgbClr val="006600"/>
    <a:srgbClr val="FF9966"/>
    <a:srgbClr val="969696"/>
    <a:srgbClr val="000099"/>
    <a:srgbClr val="CC9900"/>
    <a:srgbClr val="FFCC00"/>
    <a:srgbClr val="6969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26" autoAdjust="0"/>
    <p:restoredTop sz="77521" autoAdjust="0"/>
  </p:normalViewPr>
  <p:slideViewPr>
    <p:cSldViewPr>
      <p:cViewPr>
        <p:scale>
          <a:sx n="66" d="100"/>
          <a:sy n="66" d="100"/>
        </p:scale>
        <p:origin x="-2922" y="-618"/>
      </p:cViewPr>
      <p:guideLst>
        <p:guide orient="horz" pos="3816"/>
        <p:guide pos="108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ru-RU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ru-RU"/>
          </a:p>
        </p:txBody>
      </p:sp>
      <p:sp>
        <p:nvSpPr>
          <p:cNvPr id="112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ru-RU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7A952D1-58A6-431D-9E35-A09FA9C1DC58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874707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По направляющим</a:t>
            </a:r>
            <a:r>
              <a:rPr lang="ru-RU" baseline="0" dirty="0" smtClean="0"/>
              <a:t> можно выровнять картинку с капканом.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A952D1-58A6-431D-9E35-A09FA9C1DC58}" type="slidenum">
              <a:rPr lang="ru-RU" smtClean="0"/>
              <a:pPr/>
              <a:t>4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Если анимация этого</a:t>
            </a:r>
            <a:r>
              <a:rPr lang="ru-RU" baseline="0" dirty="0" smtClean="0"/>
              <a:t> слайда тормозит, можно не делать наступление ночи. </a:t>
            </a:r>
          </a:p>
          <a:p>
            <a:r>
              <a:rPr lang="ru-RU" baseline="0" dirty="0" smtClean="0"/>
              <a:t>Этот слайд может быть самостоятельной работой.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8E692A-FD82-471A-932C-7FCFBE47796D}" type="slidenum">
              <a:rPr lang="ru-RU" smtClean="0"/>
              <a:pPr/>
              <a:t>6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95C308-01FD-462A-A92B-D2E6A0F5090F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92E750-ACB4-482A-AB3B-FFF63C92CA0E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836520-C6E2-42F9-AD67-9994CFAAD00A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AE7AA9-0803-4483-91F5-F580BAB9E3B6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05CAA5-1A2F-4605-B15E-CE9F1D87A579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0FA325-69D1-46E9-A5B7-0AFB402A769A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7CF775-0CAE-4423-805F-390A4BF35462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5D36C1-E66C-4798-BCDF-18141D4390A9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94858C-AC49-4607-B170-11F626682530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F52034-6301-43C3-A0D3-C244ABAD73D6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166412-6541-4563-B578-28205BD47C04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заголовка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ru-RU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84213" y="6245225"/>
            <a:ext cx="7488237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600">
                <a:solidFill>
                  <a:srgbClr val="696969"/>
                </a:solidFill>
              </a:defRPr>
            </a:lvl1pPr>
          </a:lstStyle>
          <a:p>
            <a:endParaRPr lang="ru-RU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E549281-8DD1-4AFC-9311-FE2F93A94FCE}" type="slidenum">
              <a:rPr lang="ru-RU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audio" Target="../media/audio2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3"/><Relationship Id="rId7" Type="http://schemas.openxmlformats.org/officeDocument/2006/relationships/image" Target="../media/image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.w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gif"/><Relationship Id="rId4" Type="http://schemas.openxmlformats.org/officeDocument/2006/relationships/image" Target="../media/image6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Приближающийся поезд.</a:t>
            </a:r>
          </a:p>
        </p:txBody>
      </p:sp>
      <p:sp>
        <p:nvSpPr>
          <p:cNvPr id="233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125F7-6773-4B2D-B940-B7AF05546469}" type="slidenum">
              <a:rPr lang="ru-RU"/>
              <a:pPr/>
              <a:t>1</a:t>
            </a:fld>
            <a:endParaRPr lang="ru-RU"/>
          </a:p>
        </p:txBody>
      </p:sp>
      <p:grpSp>
        <p:nvGrpSpPr>
          <p:cNvPr id="16518" name="Group 134"/>
          <p:cNvGrpSpPr>
            <a:grpSpLocks/>
          </p:cNvGrpSpPr>
          <p:nvPr/>
        </p:nvGrpSpPr>
        <p:grpSpPr bwMode="auto">
          <a:xfrm>
            <a:off x="2338388" y="3203575"/>
            <a:ext cx="4702175" cy="2987675"/>
            <a:chOff x="1415" y="2018"/>
            <a:chExt cx="2962" cy="1882"/>
          </a:xfrm>
        </p:grpSpPr>
        <p:grpSp>
          <p:nvGrpSpPr>
            <p:cNvPr id="16519" name="Group 135"/>
            <p:cNvGrpSpPr>
              <a:grpSpLocks/>
            </p:cNvGrpSpPr>
            <p:nvPr/>
          </p:nvGrpSpPr>
          <p:grpSpPr bwMode="auto">
            <a:xfrm>
              <a:off x="1415" y="2018"/>
              <a:ext cx="2962" cy="1882"/>
              <a:chOff x="1415" y="2018"/>
              <a:chExt cx="2962" cy="1882"/>
            </a:xfrm>
          </p:grpSpPr>
          <p:grpSp>
            <p:nvGrpSpPr>
              <p:cNvPr id="16520" name="Group 136"/>
              <p:cNvGrpSpPr>
                <a:grpSpLocks/>
              </p:cNvGrpSpPr>
              <p:nvPr/>
            </p:nvGrpSpPr>
            <p:grpSpPr bwMode="auto">
              <a:xfrm>
                <a:off x="1415" y="2039"/>
                <a:ext cx="2962" cy="1849"/>
                <a:chOff x="1415" y="2039"/>
                <a:chExt cx="2962" cy="1849"/>
              </a:xfrm>
            </p:grpSpPr>
            <p:sp>
              <p:nvSpPr>
                <p:cNvPr id="16521" name="Freeform 137"/>
                <p:cNvSpPr>
                  <a:spLocks/>
                </p:cNvSpPr>
                <p:nvPr/>
              </p:nvSpPr>
              <p:spPr bwMode="auto">
                <a:xfrm>
                  <a:off x="1415" y="3722"/>
                  <a:ext cx="2962" cy="166"/>
                </a:xfrm>
                <a:custGeom>
                  <a:avLst/>
                  <a:gdLst/>
                  <a:ahLst/>
                  <a:cxnLst>
                    <a:cxn ang="0">
                      <a:pos x="97" y="0"/>
                    </a:cxn>
                    <a:cxn ang="0">
                      <a:pos x="2865" y="0"/>
                    </a:cxn>
                    <a:cxn ang="0">
                      <a:pos x="2962" y="166"/>
                    </a:cxn>
                    <a:cxn ang="0">
                      <a:pos x="0" y="166"/>
                    </a:cxn>
                    <a:cxn ang="0">
                      <a:pos x="97" y="0"/>
                    </a:cxn>
                  </a:cxnLst>
                  <a:rect l="0" t="0" r="r" b="b"/>
                  <a:pathLst>
                    <a:path w="2962" h="166">
                      <a:moveTo>
                        <a:pt x="97" y="0"/>
                      </a:moveTo>
                      <a:lnTo>
                        <a:pt x="2865" y="0"/>
                      </a:lnTo>
                      <a:lnTo>
                        <a:pt x="2962" y="166"/>
                      </a:lnTo>
                      <a:lnTo>
                        <a:pt x="0" y="166"/>
                      </a:lnTo>
                      <a:lnTo>
                        <a:pt x="97" y="0"/>
                      </a:lnTo>
                      <a:close/>
                    </a:path>
                  </a:pathLst>
                </a:custGeom>
                <a:solidFill>
                  <a:srgbClr val="FFC08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16522" name="Freeform 138"/>
                <p:cNvSpPr>
                  <a:spLocks/>
                </p:cNvSpPr>
                <p:nvPr/>
              </p:nvSpPr>
              <p:spPr bwMode="auto">
                <a:xfrm>
                  <a:off x="1575" y="3462"/>
                  <a:ext cx="2643" cy="157"/>
                </a:xfrm>
                <a:custGeom>
                  <a:avLst/>
                  <a:gdLst/>
                  <a:ahLst/>
                  <a:cxnLst>
                    <a:cxn ang="0">
                      <a:pos x="92" y="0"/>
                    </a:cxn>
                    <a:cxn ang="0">
                      <a:pos x="2552" y="0"/>
                    </a:cxn>
                    <a:cxn ang="0">
                      <a:pos x="2643" y="157"/>
                    </a:cxn>
                    <a:cxn ang="0">
                      <a:pos x="0" y="157"/>
                    </a:cxn>
                    <a:cxn ang="0">
                      <a:pos x="92" y="0"/>
                    </a:cxn>
                  </a:cxnLst>
                  <a:rect l="0" t="0" r="r" b="b"/>
                  <a:pathLst>
                    <a:path w="2643" h="157">
                      <a:moveTo>
                        <a:pt x="92" y="0"/>
                      </a:moveTo>
                      <a:lnTo>
                        <a:pt x="2552" y="0"/>
                      </a:lnTo>
                      <a:lnTo>
                        <a:pt x="2643" y="157"/>
                      </a:lnTo>
                      <a:lnTo>
                        <a:pt x="0" y="157"/>
                      </a:lnTo>
                      <a:lnTo>
                        <a:pt x="92" y="0"/>
                      </a:lnTo>
                      <a:close/>
                    </a:path>
                  </a:pathLst>
                </a:custGeom>
                <a:solidFill>
                  <a:srgbClr val="FFA04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16523" name="Freeform 139"/>
                <p:cNvSpPr>
                  <a:spLocks/>
                </p:cNvSpPr>
                <p:nvPr/>
              </p:nvSpPr>
              <p:spPr bwMode="auto">
                <a:xfrm>
                  <a:off x="1711" y="3240"/>
                  <a:ext cx="2370" cy="148"/>
                </a:xfrm>
                <a:custGeom>
                  <a:avLst/>
                  <a:gdLst/>
                  <a:ahLst/>
                  <a:cxnLst>
                    <a:cxn ang="0">
                      <a:pos x="86" y="1"/>
                    </a:cxn>
                    <a:cxn ang="0">
                      <a:pos x="2284" y="0"/>
                    </a:cxn>
                    <a:cxn ang="0">
                      <a:pos x="2370" y="148"/>
                    </a:cxn>
                    <a:cxn ang="0">
                      <a:pos x="0" y="148"/>
                    </a:cxn>
                    <a:cxn ang="0">
                      <a:pos x="86" y="1"/>
                    </a:cxn>
                  </a:cxnLst>
                  <a:rect l="0" t="0" r="r" b="b"/>
                  <a:pathLst>
                    <a:path w="2370" h="148">
                      <a:moveTo>
                        <a:pt x="86" y="1"/>
                      </a:moveTo>
                      <a:lnTo>
                        <a:pt x="2284" y="0"/>
                      </a:lnTo>
                      <a:lnTo>
                        <a:pt x="2370" y="148"/>
                      </a:lnTo>
                      <a:lnTo>
                        <a:pt x="0" y="148"/>
                      </a:lnTo>
                      <a:lnTo>
                        <a:pt x="86" y="1"/>
                      </a:lnTo>
                      <a:close/>
                    </a:path>
                  </a:pathLst>
                </a:custGeom>
                <a:solidFill>
                  <a:srgbClr val="FF800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16524" name="Freeform 140"/>
                <p:cNvSpPr>
                  <a:spLocks/>
                </p:cNvSpPr>
                <p:nvPr/>
              </p:nvSpPr>
              <p:spPr bwMode="auto">
                <a:xfrm>
                  <a:off x="1838" y="3037"/>
                  <a:ext cx="2118" cy="137"/>
                </a:xfrm>
                <a:custGeom>
                  <a:avLst/>
                  <a:gdLst/>
                  <a:ahLst/>
                  <a:cxnLst>
                    <a:cxn ang="0">
                      <a:pos x="83" y="0"/>
                    </a:cxn>
                    <a:cxn ang="0">
                      <a:pos x="2036" y="0"/>
                    </a:cxn>
                    <a:cxn ang="0">
                      <a:pos x="2118" y="137"/>
                    </a:cxn>
                    <a:cxn ang="0">
                      <a:pos x="0" y="137"/>
                    </a:cxn>
                    <a:cxn ang="0">
                      <a:pos x="83" y="0"/>
                    </a:cxn>
                  </a:cxnLst>
                  <a:rect l="0" t="0" r="r" b="b"/>
                  <a:pathLst>
                    <a:path w="2118" h="137">
                      <a:moveTo>
                        <a:pt x="83" y="0"/>
                      </a:moveTo>
                      <a:lnTo>
                        <a:pt x="2036" y="0"/>
                      </a:lnTo>
                      <a:lnTo>
                        <a:pt x="2118" y="137"/>
                      </a:lnTo>
                      <a:lnTo>
                        <a:pt x="0" y="137"/>
                      </a:lnTo>
                      <a:lnTo>
                        <a:pt x="83" y="0"/>
                      </a:lnTo>
                      <a:close/>
                    </a:path>
                  </a:pathLst>
                </a:custGeom>
                <a:solidFill>
                  <a:srgbClr val="E0700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16525" name="Freeform 141"/>
                <p:cNvSpPr>
                  <a:spLocks/>
                </p:cNvSpPr>
                <p:nvPr/>
              </p:nvSpPr>
              <p:spPr bwMode="auto">
                <a:xfrm>
                  <a:off x="1955" y="2852"/>
                  <a:ext cx="1885" cy="127"/>
                </a:xfrm>
                <a:custGeom>
                  <a:avLst/>
                  <a:gdLst/>
                  <a:ahLst/>
                  <a:cxnLst>
                    <a:cxn ang="0">
                      <a:pos x="77" y="0"/>
                    </a:cxn>
                    <a:cxn ang="0">
                      <a:pos x="1809" y="0"/>
                    </a:cxn>
                    <a:cxn ang="0">
                      <a:pos x="1885" y="127"/>
                    </a:cxn>
                    <a:cxn ang="0">
                      <a:pos x="0" y="127"/>
                    </a:cxn>
                    <a:cxn ang="0">
                      <a:pos x="77" y="0"/>
                    </a:cxn>
                  </a:cxnLst>
                  <a:rect l="0" t="0" r="r" b="b"/>
                  <a:pathLst>
                    <a:path w="1885" h="127">
                      <a:moveTo>
                        <a:pt x="77" y="0"/>
                      </a:moveTo>
                      <a:lnTo>
                        <a:pt x="1809" y="0"/>
                      </a:lnTo>
                      <a:lnTo>
                        <a:pt x="1885" y="127"/>
                      </a:lnTo>
                      <a:lnTo>
                        <a:pt x="0" y="127"/>
                      </a:lnTo>
                      <a:lnTo>
                        <a:pt x="77" y="0"/>
                      </a:lnTo>
                      <a:close/>
                    </a:path>
                  </a:pathLst>
                </a:custGeom>
                <a:solidFill>
                  <a:srgbClr val="C0600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16526" name="Freeform 142"/>
                <p:cNvSpPr>
                  <a:spLocks/>
                </p:cNvSpPr>
                <p:nvPr/>
              </p:nvSpPr>
              <p:spPr bwMode="auto">
                <a:xfrm>
                  <a:off x="2056" y="2690"/>
                  <a:ext cx="1681" cy="118"/>
                </a:xfrm>
                <a:custGeom>
                  <a:avLst/>
                  <a:gdLst/>
                  <a:ahLst/>
                  <a:cxnLst>
                    <a:cxn ang="0">
                      <a:pos x="70" y="0"/>
                    </a:cxn>
                    <a:cxn ang="0">
                      <a:pos x="1614" y="0"/>
                    </a:cxn>
                    <a:cxn ang="0">
                      <a:pos x="1681" y="118"/>
                    </a:cxn>
                    <a:cxn ang="0">
                      <a:pos x="0" y="118"/>
                    </a:cxn>
                    <a:cxn ang="0">
                      <a:pos x="70" y="0"/>
                    </a:cxn>
                  </a:cxnLst>
                  <a:rect l="0" t="0" r="r" b="b"/>
                  <a:pathLst>
                    <a:path w="1681" h="118">
                      <a:moveTo>
                        <a:pt x="70" y="0"/>
                      </a:moveTo>
                      <a:lnTo>
                        <a:pt x="1614" y="0"/>
                      </a:lnTo>
                      <a:lnTo>
                        <a:pt x="1681" y="118"/>
                      </a:lnTo>
                      <a:lnTo>
                        <a:pt x="0" y="118"/>
                      </a:lnTo>
                      <a:lnTo>
                        <a:pt x="70" y="0"/>
                      </a:lnTo>
                      <a:close/>
                    </a:path>
                  </a:pathLst>
                </a:custGeom>
                <a:solidFill>
                  <a:srgbClr val="A0500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16527" name="Freeform 143"/>
                <p:cNvSpPr>
                  <a:spLocks/>
                </p:cNvSpPr>
                <p:nvPr/>
              </p:nvSpPr>
              <p:spPr bwMode="auto">
                <a:xfrm>
                  <a:off x="2150" y="2542"/>
                  <a:ext cx="1494" cy="107"/>
                </a:xfrm>
                <a:custGeom>
                  <a:avLst/>
                  <a:gdLst/>
                  <a:ahLst/>
                  <a:cxnLst>
                    <a:cxn ang="0">
                      <a:pos x="64" y="0"/>
                    </a:cxn>
                    <a:cxn ang="0">
                      <a:pos x="1431" y="0"/>
                    </a:cxn>
                    <a:cxn ang="0">
                      <a:pos x="1494" y="107"/>
                    </a:cxn>
                    <a:cxn ang="0">
                      <a:pos x="0" y="107"/>
                    </a:cxn>
                    <a:cxn ang="0">
                      <a:pos x="64" y="0"/>
                    </a:cxn>
                  </a:cxnLst>
                  <a:rect l="0" t="0" r="r" b="b"/>
                  <a:pathLst>
                    <a:path w="1494" h="107">
                      <a:moveTo>
                        <a:pt x="64" y="0"/>
                      </a:moveTo>
                      <a:lnTo>
                        <a:pt x="1431" y="0"/>
                      </a:lnTo>
                      <a:lnTo>
                        <a:pt x="1494" y="107"/>
                      </a:lnTo>
                      <a:lnTo>
                        <a:pt x="0" y="107"/>
                      </a:lnTo>
                      <a:lnTo>
                        <a:pt x="64" y="0"/>
                      </a:lnTo>
                      <a:close/>
                    </a:path>
                  </a:pathLst>
                </a:custGeom>
                <a:solidFill>
                  <a:srgbClr val="80400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16528" name="Freeform 144"/>
                <p:cNvSpPr>
                  <a:spLocks/>
                </p:cNvSpPr>
                <p:nvPr/>
              </p:nvSpPr>
              <p:spPr bwMode="auto">
                <a:xfrm>
                  <a:off x="2234" y="2410"/>
                  <a:ext cx="1327" cy="98"/>
                </a:xfrm>
                <a:custGeom>
                  <a:avLst/>
                  <a:gdLst/>
                  <a:ahLst/>
                  <a:cxnLst>
                    <a:cxn ang="0">
                      <a:pos x="57" y="0"/>
                    </a:cxn>
                    <a:cxn ang="0">
                      <a:pos x="1268" y="0"/>
                    </a:cxn>
                    <a:cxn ang="0">
                      <a:pos x="1327" y="97"/>
                    </a:cxn>
                    <a:cxn ang="0">
                      <a:pos x="0" y="98"/>
                    </a:cxn>
                    <a:cxn ang="0">
                      <a:pos x="57" y="0"/>
                    </a:cxn>
                  </a:cxnLst>
                  <a:rect l="0" t="0" r="r" b="b"/>
                  <a:pathLst>
                    <a:path w="1327" h="98">
                      <a:moveTo>
                        <a:pt x="57" y="0"/>
                      </a:moveTo>
                      <a:lnTo>
                        <a:pt x="1268" y="0"/>
                      </a:lnTo>
                      <a:lnTo>
                        <a:pt x="1327" y="97"/>
                      </a:lnTo>
                      <a:lnTo>
                        <a:pt x="0" y="98"/>
                      </a:lnTo>
                      <a:lnTo>
                        <a:pt x="57" y="0"/>
                      </a:lnTo>
                      <a:close/>
                    </a:path>
                  </a:pathLst>
                </a:custGeom>
                <a:solidFill>
                  <a:srgbClr val="80400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16529" name="Freeform 145"/>
                <p:cNvSpPr>
                  <a:spLocks/>
                </p:cNvSpPr>
                <p:nvPr/>
              </p:nvSpPr>
              <p:spPr bwMode="auto">
                <a:xfrm>
                  <a:off x="2307" y="2300"/>
                  <a:ext cx="1181" cy="86"/>
                </a:xfrm>
                <a:custGeom>
                  <a:avLst/>
                  <a:gdLst/>
                  <a:ahLst/>
                  <a:cxnLst>
                    <a:cxn ang="0">
                      <a:pos x="51" y="0"/>
                    </a:cxn>
                    <a:cxn ang="0">
                      <a:pos x="1130" y="0"/>
                    </a:cxn>
                    <a:cxn ang="0">
                      <a:pos x="1181" y="86"/>
                    </a:cxn>
                    <a:cxn ang="0">
                      <a:pos x="0" y="86"/>
                    </a:cxn>
                    <a:cxn ang="0">
                      <a:pos x="51" y="0"/>
                    </a:cxn>
                  </a:cxnLst>
                  <a:rect l="0" t="0" r="r" b="b"/>
                  <a:pathLst>
                    <a:path w="1181" h="86">
                      <a:moveTo>
                        <a:pt x="51" y="0"/>
                      </a:moveTo>
                      <a:lnTo>
                        <a:pt x="1130" y="0"/>
                      </a:lnTo>
                      <a:lnTo>
                        <a:pt x="1181" y="86"/>
                      </a:lnTo>
                      <a:lnTo>
                        <a:pt x="0" y="86"/>
                      </a:lnTo>
                      <a:lnTo>
                        <a:pt x="51" y="0"/>
                      </a:lnTo>
                      <a:close/>
                    </a:path>
                  </a:pathLst>
                </a:custGeom>
                <a:solidFill>
                  <a:srgbClr val="60300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16530" name="Freeform 146"/>
                <p:cNvSpPr>
                  <a:spLocks/>
                </p:cNvSpPr>
                <p:nvPr/>
              </p:nvSpPr>
              <p:spPr bwMode="auto">
                <a:xfrm>
                  <a:off x="2370" y="2202"/>
                  <a:ext cx="1060" cy="78"/>
                </a:xfrm>
                <a:custGeom>
                  <a:avLst/>
                  <a:gdLst/>
                  <a:ahLst/>
                  <a:cxnLst>
                    <a:cxn ang="0">
                      <a:pos x="46" y="0"/>
                    </a:cxn>
                    <a:cxn ang="0">
                      <a:pos x="1008" y="0"/>
                    </a:cxn>
                    <a:cxn ang="0">
                      <a:pos x="1060" y="78"/>
                    </a:cxn>
                    <a:cxn ang="0">
                      <a:pos x="0" y="78"/>
                    </a:cxn>
                    <a:cxn ang="0">
                      <a:pos x="46" y="0"/>
                    </a:cxn>
                  </a:cxnLst>
                  <a:rect l="0" t="0" r="r" b="b"/>
                  <a:pathLst>
                    <a:path w="1060" h="78">
                      <a:moveTo>
                        <a:pt x="46" y="0"/>
                      </a:moveTo>
                      <a:lnTo>
                        <a:pt x="1008" y="0"/>
                      </a:lnTo>
                      <a:lnTo>
                        <a:pt x="1060" y="78"/>
                      </a:lnTo>
                      <a:lnTo>
                        <a:pt x="0" y="78"/>
                      </a:lnTo>
                      <a:lnTo>
                        <a:pt x="46" y="0"/>
                      </a:lnTo>
                      <a:close/>
                    </a:path>
                  </a:pathLst>
                </a:custGeom>
                <a:solidFill>
                  <a:srgbClr val="60300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16531" name="Freeform 147"/>
                <p:cNvSpPr>
                  <a:spLocks/>
                </p:cNvSpPr>
                <p:nvPr/>
              </p:nvSpPr>
              <p:spPr bwMode="auto">
                <a:xfrm>
                  <a:off x="2428" y="2113"/>
                  <a:ext cx="939" cy="69"/>
                </a:xfrm>
                <a:custGeom>
                  <a:avLst/>
                  <a:gdLst/>
                  <a:ahLst/>
                  <a:cxnLst>
                    <a:cxn ang="0">
                      <a:pos x="39" y="0"/>
                    </a:cxn>
                    <a:cxn ang="0">
                      <a:pos x="899" y="0"/>
                    </a:cxn>
                    <a:cxn ang="0">
                      <a:pos x="939" y="69"/>
                    </a:cxn>
                    <a:cxn ang="0">
                      <a:pos x="0" y="69"/>
                    </a:cxn>
                    <a:cxn ang="0">
                      <a:pos x="39" y="0"/>
                    </a:cxn>
                  </a:cxnLst>
                  <a:rect l="0" t="0" r="r" b="b"/>
                  <a:pathLst>
                    <a:path w="939" h="69">
                      <a:moveTo>
                        <a:pt x="39" y="0"/>
                      </a:moveTo>
                      <a:lnTo>
                        <a:pt x="899" y="0"/>
                      </a:lnTo>
                      <a:lnTo>
                        <a:pt x="939" y="69"/>
                      </a:lnTo>
                      <a:lnTo>
                        <a:pt x="0" y="69"/>
                      </a:lnTo>
                      <a:lnTo>
                        <a:pt x="39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16532" name="Freeform 148"/>
                <p:cNvSpPr>
                  <a:spLocks/>
                </p:cNvSpPr>
                <p:nvPr/>
              </p:nvSpPr>
              <p:spPr bwMode="auto">
                <a:xfrm>
                  <a:off x="2477" y="2039"/>
                  <a:ext cx="839" cy="59"/>
                </a:xfrm>
                <a:custGeom>
                  <a:avLst/>
                  <a:gdLst/>
                  <a:ahLst/>
                  <a:cxnLst>
                    <a:cxn ang="0">
                      <a:pos x="35" y="0"/>
                    </a:cxn>
                    <a:cxn ang="0">
                      <a:pos x="805" y="0"/>
                    </a:cxn>
                    <a:cxn ang="0">
                      <a:pos x="839" y="59"/>
                    </a:cxn>
                    <a:cxn ang="0">
                      <a:pos x="0" y="59"/>
                    </a:cxn>
                    <a:cxn ang="0">
                      <a:pos x="35" y="0"/>
                    </a:cxn>
                  </a:cxnLst>
                  <a:rect l="0" t="0" r="r" b="b"/>
                  <a:pathLst>
                    <a:path w="839" h="59">
                      <a:moveTo>
                        <a:pt x="35" y="0"/>
                      </a:moveTo>
                      <a:lnTo>
                        <a:pt x="805" y="0"/>
                      </a:lnTo>
                      <a:lnTo>
                        <a:pt x="839" y="59"/>
                      </a:lnTo>
                      <a:lnTo>
                        <a:pt x="0" y="59"/>
                      </a:lnTo>
                      <a:lnTo>
                        <a:pt x="35" y="0"/>
                      </a:lnTo>
                      <a:close/>
                    </a:path>
                  </a:pathLst>
                </a:custGeom>
                <a:solidFill>
                  <a:srgbClr val="20100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6533" name="Group 149"/>
              <p:cNvGrpSpPr>
                <a:grpSpLocks/>
              </p:cNvGrpSpPr>
              <p:nvPr/>
            </p:nvGrpSpPr>
            <p:grpSpPr bwMode="auto">
              <a:xfrm>
                <a:off x="1662" y="2018"/>
                <a:ext cx="2462" cy="1882"/>
                <a:chOff x="1662" y="2018"/>
                <a:chExt cx="2462" cy="1882"/>
              </a:xfrm>
            </p:grpSpPr>
            <p:grpSp>
              <p:nvGrpSpPr>
                <p:cNvPr id="16534" name="Group 150"/>
                <p:cNvGrpSpPr>
                  <a:grpSpLocks/>
                </p:cNvGrpSpPr>
                <p:nvPr/>
              </p:nvGrpSpPr>
              <p:grpSpPr bwMode="auto">
                <a:xfrm>
                  <a:off x="1662" y="2018"/>
                  <a:ext cx="1018" cy="1882"/>
                  <a:chOff x="1662" y="2018"/>
                  <a:chExt cx="1018" cy="1882"/>
                </a:xfrm>
              </p:grpSpPr>
              <p:sp>
                <p:nvSpPr>
                  <p:cNvPr id="16535" name="Freeform 151"/>
                  <p:cNvSpPr>
                    <a:spLocks/>
                  </p:cNvSpPr>
                  <p:nvPr/>
                </p:nvSpPr>
                <p:spPr bwMode="auto">
                  <a:xfrm>
                    <a:off x="1662" y="2018"/>
                    <a:ext cx="970" cy="1882"/>
                  </a:xfrm>
                  <a:custGeom>
                    <a:avLst/>
                    <a:gdLst/>
                    <a:ahLst/>
                    <a:cxnLst>
                      <a:cxn ang="0">
                        <a:pos x="917" y="0"/>
                      </a:cxn>
                      <a:cxn ang="0">
                        <a:pos x="970" y="0"/>
                      </a:cxn>
                      <a:cxn ang="0">
                        <a:pos x="203" y="1882"/>
                      </a:cxn>
                      <a:cxn ang="0">
                        <a:pos x="0" y="1882"/>
                      </a:cxn>
                      <a:cxn ang="0">
                        <a:pos x="917" y="0"/>
                      </a:cxn>
                    </a:cxnLst>
                    <a:rect l="0" t="0" r="r" b="b"/>
                    <a:pathLst>
                      <a:path w="970" h="1882">
                        <a:moveTo>
                          <a:pt x="917" y="0"/>
                        </a:moveTo>
                        <a:lnTo>
                          <a:pt x="970" y="0"/>
                        </a:lnTo>
                        <a:lnTo>
                          <a:pt x="203" y="1882"/>
                        </a:lnTo>
                        <a:lnTo>
                          <a:pt x="0" y="1882"/>
                        </a:lnTo>
                        <a:lnTo>
                          <a:pt x="917" y="0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536" name="Freeform 152"/>
                  <p:cNvSpPr>
                    <a:spLocks/>
                  </p:cNvSpPr>
                  <p:nvPr/>
                </p:nvSpPr>
                <p:spPr bwMode="auto">
                  <a:xfrm>
                    <a:off x="1865" y="2018"/>
                    <a:ext cx="782" cy="1882"/>
                  </a:xfrm>
                  <a:custGeom>
                    <a:avLst/>
                    <a:gdLst/>
                    <a:ahLst/>
                    <a:cxnLst>
                      <a:cxn ang="0">
                        <a:pos x="767" y="0"/>
                      </a:cxn>
                      <a:cxn ang="0">
                        <a:pos x="782" y="0"/>
                      </a:cxn>
                      <a:cxn ang="0">
                        <a:pos x="81" y="1882"/>
                      </a:cxn>
                      <a:cxn ang="0">
                        <a:pos x="0" y="1882"/>
                      </a:cxn>
                      <a:cxn ang="0">
                        <a:pos x="767" y="0"/>
                      </a:cxn>
                    </a:cxnLst>
                    <a:rect l="0" t="0" r="r" b="b"/>
                    <a:pathLst>
                      <a:path w="782" h="1882">
                        <a:moveTo>
                          <a:pt x="767" y="0"/>
                        </a:moveTo>
                        <a:lnTo>
                          <a:pt x="782" y="0"/>
                        </a:lnTo>
                        <a:lnTo>
                          <a:pt x="81" y="1882"/>
                        </a:lnTo>
                        <a:lnTo>
                          <a:pt x="0" y="1882"/>
                        </a:lnTo>
                        <a:lnTo>
                          <a:pt x="767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537" name="Freeform 153"/>
                  <p:cNvSpPr>
                    <a:spLocks/>
                  </p:cNvSpPr>
                  <p:nvPr/>
                </p:nvSpPr>
                <p:spPr bwMode="auto">
                  <a:xfrm>
                    <a:off x="1947" y="2018"/>
                    <a:ext cx="733" cy="1882"/>
                  </a:xfrm>
                  <a:custGeom>
                    <a:avLst/>
                    <a:gdLst/>
                    <a:ahLst/>
                    <a:cxnLst>
                      <a:cxn ang="0">
                        <a:pos x="700" y="0"/>
                      </a:cxn>
                      <a:cxn ang="0">
                        <a:pos x="733" y="0"/>
                      </a:cxn>
                      <a:cxn ang="0">
                        <a:pos x="155" y="1882"/>
                      </a:cxn>
                      <a:cxn ang="0">
                        <a:pos x="0" y="1882"/>
                      </a:cxn>
                      <a:cxn ang="0">
                        <a:pos x="700" y="0"/>
                      </a:cxn>
                    </a:cxnLst>
                    <a:rect l="0" t="0" r="r" b="b"/>
                    <a:pathLst>
                      <a:path w="733" h="1882">
                        <a:moveTo>
                          <a:pt x="700" y="0"/>
                        </a:moveTo>
                        <a:lnTo>
                          <a:pt x="733" y="0"/>
                        </a:lnTo>
                        <a:lnTo>
                          <a:pt x="155" y="1882"/>
                        </a:lnTo>
                        <a:lnTo>
                          <a:pt x="0" y="1882"/>
                        </a:lnTo>
                        <a:lnTo>
                          <a:pt x="700" y="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16538" name="Group 154"/>
                <p:cNvGrpSpPr>
                  <a:grpSpLocks/>
                </p:cNvGrpSpPr>
                <p:nvPr/>
              </p:nvGrpSpPr>
              <p:grpSpPr bwMode="auto">
                <a:xfrm>
                  <a:off x="3109" y="2018"/>
                  <a:ext cx="1015" cy="1882"/>
                  <a:chOff x="3109" y="2018"/>
                  <a:chExt cx="1015" cy="1882"/>
                </a:xfrm>
              </p:grpSpPr>
              <p:sp>
                <p:nvSpPr>
                  <p:cNvPr id="16539" name="Freeform 155"/>
                  <p:cNvSpPr>
                    <a:spLocks/>
                  </p:cNvSpPr>
                  <p:nvPr/>
                </p:nvSpPr>
                <p:spPr bwMode="auto">
                  <a:xfrm>
                    <a:off x="3152" y="2018"/>
                    <a:ext cx="972" cy="1882"/>
                  </a:xfrm>
                  <a:custGeom>
                    <a:avLst/>
                    <a:gdLst/>
                    <a:ahLst/>
                    <a:cxnLst>
                      <a:cxn ang="0">
                        <a:pos x="54" y="0"/>
                      </a:cxn>
                      <a:cxn ang="0">
                        <a:pos x="0" y="0"/>
                      </a:cxn>
                      <a:cxn ang="0">
                        <a:pos x="771" y="1882"/>
                      </a:cxn>
                      <a:cxn ang="0">
                        <a:pos x="972" y="1882"/>
                      </a:cxn>
                      <a:cxn ang="0">
                        <a:pos x="54" y="0"/>
                      </a:cxn>
                    </a:cxnLst>
                    <a:rect l="0" t="0" r="r" b="b"/>
                    <a:pathLst>
                      <a:path w="972" h="1882">
                        <a:moveTo>
                          <a:pt x="54" y="0"/>
                        </a:moveTo>
                        <a:lnTo>
                          <a:pt x="0" y="0"/>
                        </a:lnTo>
                        <a:lnTo>
                          <a:pt x="771" y="1882"/>
                        </a:lnTo>
                        <a:lnTo>
                          <a:pt x="972" y="1882"/>
                        </a:lnTo>
                        <a:lnTo>
                          <a:pt x="54" y="0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540" name="Freeform 156"/>
                  <p:cNvSpPr>
                    <a:spLocks/>
                  </p:cNvSpPr>
                  <p:nvPr/>
                </p:nvSpPr>
                <p:spPr bwMode="auto">
                  <a:xfrm>
                    <a:off x="3139" y="2018"/>
                    <a:ext cx="784" cy="1882"/>
                  </a:xfrm>
                  <a:custGeom>
                    <a:avLst/>
                    <a:gdLst/>
                    <a:ahLst/>
                    <a:cxnLst>
                      <a:cxn ang="0">
                        <a:pos x="13" y="0"/>
                      </a:cxn>
                      <a:cxn ang="0">
                        <a:pos x="0" y="0"/>
                      </a:cxn>
                      <a:cxn ang="0">
                        <a:pos x="701" y="1882"/>
                      </a:cxn>
                      <a:cxn ang="0">
                        <a:pos x="784" y="1882"/>
                      </a:cxn>
                      <a:cxn ang="0">
                        <a:pos x="13" y="0"/>
                      </a:cxn>
                    </a:cxnLst>
                    <a:rect l="0" t="0" r="r" b="b"/>
                    <a:pathLst>
                      <a:path w="784" h="1882">
                        <a:moveTo>
                          <a:pt x="13" y="0"/>
                        </a:moveTo>
                        <a:lnTo>
                          <a:pt x="0" y="0"/>
                        </a:lnTo>
                        <a:lnTo>
                          <a:pt x="701" y="1882"/>
                        </a:lnTo>
                        <a:lnTo>
                          <a:pt x="784" y="1882"/>
                        </a:lnTo>
                        <a:lnTo>
                          <a:pt x="13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541" name="Freeform 157"/>
                  <p:cNvSpPr>
                    <a:spLocks/>
                  </p:cNvSpPr>
                  <p:nvPr/>
                </p:nvSpPr>
                <p:spPr bwMode="auto">
                  <a:xfrm>
                    <a:off x="3109" y="2018"/>
                    <a:ext cx="731" cy="1882"/>
                  </a:xfrm>
                  <a:custGeom>
                    <a:avLst/>
                    <a:gdLst/>
                    <a:ahLst/>
                    <a:cxnLst>
                      <a:cxn ang="0">
                        <a:pos x="30" y="0"/>
                      </a:cxn>
                      <a:cxn ang="0">
                        <a:pos x="0" y="0"/>
                      </a:cxn>
                      <a:cxn ang="0">
                        <a:pos x="576" y="1882"/>
                      </a:cxn>
                      <a:cxn ang="0">
                        <a:pos x="731" y="1882"/>
                      </a:cxn>
                      <a:cxn ang="0">
                        <a:pos x="30" y="0"/>
                      </a:cxn>
                    </a:cxnLst>
                    <a:rect l="0" t="0" r="r" b="b"/>
                    <a:pathLst>
                      <a:path w="731" h="1882">
                        <a:moveTo>
                          <a:pt x="30" y="0"/>
                        </a:moveTo>
                        <a:lnTo>
                          <a:pt x="0" y="0"/>
                        </a:lnTo>
                        <a:lnTo>
                          <a:pt x="576" y="1882"/>
                        </a:lnTo>
                        <a:lnTo>
                          <a:pt x="731" y="1882"/>
                        </a:lnTo>
                        <a:lnTo>
                          <a:pt x="30" y="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</p:grpSp>
        </p:grpSp>
        <p:grpSp>
          <p:nvGrpSpPr>
            <p:cNvPr id="16542" name="Group 158"/>
            <p:cNvGrpSpPr>
              <a:grpSpLocks/>
            </p:cNvGrpSpPr>
            <p:nvPr/>
          </p:nvGrpSpPr>
          <p:grpSpPr bwMode="auto">
            <a:xfrm>
              <a:off x="2021" y="2045"/>
              <a:ext cx="1757" cy="1805"/>
              <a:chOff x="2021" y="2045"/>
              <a:chExt cx="1757" cy="1805"/>
            </a:xfrm>
          </p:grpSpPr>
          <p:grpSp>
            <p:nvGrpSpPr>
              <p:cNvPr id="16543" name="Group 159"/>
              <p:cNvGrpSpPr>
                <a:grpSpLocks/>
              </p:cNvGrpSpPr>
              <p:nvPr/>
            </p:nvGrpSpPr>
            <p:grpSpPr bwMode="auto">
              <a:xfrm>
                <a:off x="2021" y="2049"/>
                <a:ext cx="641" cy="1801"/>
                <a:chOff x="2021" y="2049"/>
                <a:chExt cx="641" cy="1801"/>
              </a:xfrm>
            </p:grpSpPr>
            <p:grpSp>
              <p:nvGrpSpPr>
                <p:cNvPr id="16544" name="Group 160"/>
                <p:cNvGrpSpPr>
                  <a:grpSpLocks/>
                </p:cNvGrpSpPr>
                <p:nvPr/>
              </p:nvGrpSpPr>
              <p:grpSpPr bwMode="auto">
                <a:xfrm>
                  <a:off x="2021" y="3743"/>
                  <a:ext cx="92" cy="107"/>
                  <a:chOff x="2021" y="3743"/>
                  <a:chExt cx="92" cy="107"/>
                </a:xfrm>
              </p:grpSpPr>
              <p:sp>
                <p:nvSpPr>
                  <p:cNvPr id="16545" name="Oval 161"/>
                  <p:cNvSpPr>
                    <a:spLocks noChangeArrowheads="1"/>
                  </p:cNvSpPr>
                  <p:nvPr/>
                </p:nvSpPr>
                <p:spPr bwMode="auto">
                  <a:xfrm>
                    <a:off x="2021" y="3819"/>
                    <a:ext cx="66" cy="31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546" name="Oval 162"/>
                  <p:cNvSpPr>
                    <a:spLocks noChangeArrowheads="1"/>
                  </p:cNvSpPr>
                  <p:nvPr/>
                </p:nvSpPr>
                <p:spPr bwMode="auto">
                  <a:xfrm>
                    <a:off x="2048" y="3743"/>
                    <a:ext cx="65" cy="32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16547" name="Group 163"/>
                <p:cNvGrpSpPr>
                  <a:grpSpLocks/>
                </p:cNvGrpSpPr>
                <p:nvPr/>
              </p:nvGrpSpPr>
              <p:grpSpPr bwMode="auto">
                <a:xfrm>
                  <a:off x="2114" y="3476"/>
                  <a:ext cx="87" cy="112"/>
                  <a:chOff x="2114" y="3476"/>
                  <a:chExt cx="87" cy="112"/>
                </a:xfrm>
              </p:grpSpPr>
              <p:sp>
                <p:nvSpPr>
                  <p:cNvPr id="16548" name="Oval 164"/>
                  <p:cNvSpPr>
                    <a:spLocks noChangeArrowheads="1"/>
                  </p:cNvSpPr>
                  <p:nvPr/>
                </p:nvSpPr>
                <p:spPr bwMode="auto">
                  <a:xfrm>
                    <a:off x="2114" y="3560"/>
                    <a:ext cx="62" cy="28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549" name="Oval 165"/>
                  <p:cNvSpPr>
                    <a:spLocks noChangeArrowheads="1"/>
                  </p:cNvSpPr>
                  <p:nvPr/>
                </p:nvSpPr>
                <p:spPr bwMode="auto">
                  <a:xfrm>
                    <a:off x="2139" y="3476"/>
                    <a:ext cx="62" cy="29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16550" name="Group 166"/>
                <p:cNvGrpSpPr>
                  <a:grpSpLocks/>
                </p:cNvGrpSpPr>
                <p:nvPr/>
              </p:nvGrpSpPr>
              <p:grpSpPr bwMode="auto">
                <a:xfrm>
                  <a:off x="2188" y="3264"/>
                  <a:ext cx="78" cy="90"/>
                  <a:chOff x="2188" y="3264"/>
                  <a:chExt cx="78" cy="90"/>
                </a:xfrm>
              </p:grpSpPr>
              <p:sp>
                <p:nvSpPr>
                  <p:cNvPr id="16551" name="Oval 167"/>
                  <p:cNvSpPr>
                    <a:spLocks noChangeArrowheads="1"/>
                  </p:cNvSpPr>
                  <p:nvPr/>
                </p:nvSpPr>
                <p:spPr bwMode="auto">
                  <a:xfrm>
                    <a:off x="2188" y="3328"/>
                    <a:ext cx="57" cy="26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552" name="Oval 168"/>
                  <p:cNvSpPr>
                    <a:spLocks noChangeArrowheads="1"/>
                  </p:cNvSpPr>
                  <p:nvPr/>
                </p:nvSpPr>
                <p:spPr bwMode="auto">
                  <a:xfrm>
                    <a:off x="2212" y="3264"/>
                    <a:ext cx="54" cy="27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16553" name="Group 169"/>
                <p:cNvGrpSpPr>
                  <a:grpSpLocks/>
                </p:cNvGrpSpPr>
                <p:nvPr/>
              </p:nvGrpSpPr>
              <p:grpSpPr bwMode="auto">
                <a:xfrm>
                  <a:off x="2258" y="3060"/>
                  <a:ext cx="77" cy="83"/>
                  <a:chOff x="2258" y="3060"/>
                  <a:chExt cx="77" cy="83"/>
                </a:xfrm>
              </p:grpSpPr>
              <p:sp>
                <p:nvSpPr>
                  <p:cNvPr id="16554" name="Oval 170"/>
                  <p:cNvSpPr>
                    <a:spLocks noChangeArrowheads="1"/>
                  </p:cNvSpPr>
                  <p:nvPr/>
                </p:nvSpPr>
                <p:spPr bwMode="auto">
                  <a:xfrm>
                    <a:off x="2258" y="3118"/>
                    <a:ext cx="54" cy="25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555" name="Oval 171"/>
                  <p:cNvSpPr>
                    <a:spLocks noChangeArrowheads="1"/>
                  </p:cNvSpPr>
                  <p:nvPr/>
                </p:nvSpPr>
                <p:spPr bwMode="auto">
                  <a:xfrm>
                    <a:off x="2282" y="3060"/>
                    <a:ext cx="53" cy="26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16556" name="Group 172"/>
                <p:cNvGrpSpPr>
                  <a:grpSpLocks/>
                </p:cNvGrpSpPr>
                <p:nvPr/>
              </p:nvGrpSpPr>
              <p:grpSpPr bwMode="auto">
                <a:xfrm>
                  <a:off x="2328" y="2873"/>
                  <a:ext cx="69" cy="76"/>
                  <a:chOff x="2328" y="2873"/>
                  <a:chExt cx="69" cy="76"/>
                </a:xfrm>
              </p:grpSpPr>
              <p:sp>
                <p:nvSpPr>
                  <p:cNvPr id="16557" name="Oval 173"/>
                  <p:cNvSpPr>
                    <a:spLocks noChangeArrowheads="1"/>
                  </p:cNvSpPr>
                  <p:nvPr/>
                </p:nvSpPr>
                <p:spPr bwMode="auto">
                  <a:xfrm>
                    <a:off x="2328" y="2926"/>
                    <a:ext cx="50" cy="23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558" name="Oval 174"/>
                  <p:cNvSpPr>
                    <a:spLocks noChangeArrowheads="1"/>
                  </p:cNvSpPr>
                  <p:nvPr/>
                </p:nvSpPr>
                <p:spPr bwMode="auto">
                  <a:xfrm>
                    <a:off x="2348" y="2873"/>
                    <a:ext cx="49" cy="23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16559" name="Group 175"/>
                <p:cNvGrpSpPr>
                  <a:grpSpLocks/>
                </p:cNvGrpSpPr>
                <p:nvPr/>
              </p:nvGrpSpPr>
              <p:grpSpPr bwMode="auto">
                <a:xfrm>
                  <a:off x="2387" y="2711"/>
                  <a:ext cx="63" cy="71"/>
                  <a:chOff x="2387" y="2711"/>
                  <a:chExt cx="63" cy="71"/>
                </a:xfrm>
              </p:grpSpPr>
              <p:sp>
                <p:nvSpPr>
                  <p:cNvPr id="16560" name="Oval 176"/>
                  <p:cNvSpPr>
                    <a:spLocks noChangeArrowheads="1"/>
                  </p:cNvSpPr>
                  <p:nvPr/>
                </p:nvSpPr>
                <p:spPr bwMode="auto">
                  <a:xfrm>
                    <a:off x="2387" y="2760"/>
                    <a:ext cx="46" cy="22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561" name="Oval 177"/>
                  <p:cNvSpPr>
                    <a:spLocks noChangeArrowheads="1"/>
                  </p:cNvSpPr>
                  <p:nvPr/>
                </p:nvSpPr>
                <p:spPr bwMode="auto">
                  <a:xfrm>
                    <a:off x="2404" y="2711"/>
                    <a:ext cx="46" cy="21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16562" name="Group 178"/>
                <p:cNvGrpSpPr>
                  <a:grpSpLocks/>
                </p:cNvGrpSpPr>
                <p:nvPr/>
              </p:nvGrpSpPr>
              <p:grpSpPr bwMode="auto">
                <a:xfrm>
                  <a:off x="2442" y="2561"/>
                  <a:ext cx="57" cy="64"/>
                  <a:chOff x="2442" y="2561"/>
                  <a:chExt cx="57" cy="64"/>
                </a:xfrm>
              </p:grpSpPr>
              <p:sp>
                <p:nvSpPr>
                  <p:cNvPr id="16563" name="Oval 179"/>
                  <p:cNvSpPr>
                    <a:spLocks noChangeArrowheads="1"/>
                  </p:cNvSpPr>
                  <p:nvPr/>
                </p:nvSpPr>
                <p:spPr bwMode="auto">
                  <a:xfrm>
                    <a:off x="2442" y="2605"/>
                    <a:ext cx="41" cy="20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564" name="Oval 180"/>
                  <p:cNvSpPr>
                    <a:spLocks noChangeArrowheads="1"/>
                  </p:cNvSpPr>
                  <p:nvPr/>
                </p:nvSpPr>
                <p:spPr bwMode="auto">
                  <a:xfrm>
                    <a:off x="2458" y="2561"/>
                    <a:ext cx="41" cy="18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16565" name="Group 181"/>
                <p:cNvGrpSpPr>
                  <a:grpSpLocks/>
                </p:cNvGrpSpPr>
                <p:nvPr/>
              </p:nvGrpSpPr>
              <p:grpSpPr bwMode="auto">
                <a:xfrm>
                  <a:off x="2488" y="2428"/>
                  <a:ext cx="53" cy="59"/>
                  <a:chOff x="2488" y="2428"/>
                  <a:chExt cx="53" cy="59"/>
                </a:xfrm>
              </p:grpSpPr>
              <p:sp>
                <p:nvSpPr>
                  <p:cNvPr id="16566" name="Oval 182"/>
                  <p:cNvSpPr>
                    <a:spLocks noChangeArrowheads="1"/>
                  </p:cNvSpPr>
                  <p:nvPr/>
                </p:nvSpPr>
                <p:spPr bwMode="auto">
                  <a:xfrm>
                    <a:off x="2488" y="2468"/>
                    <a:ext cx="40" cy="19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567" name="Oval 183"/>
                  <p:cNvSpPr>
                    <a:spLocks noChangeArrowheads="1"/>
                  </p:cNvSpPr>
                  <p:nvPr/>
                </p:nvSpPr>
                <p:spPr bwMode="auto">
                  <a:xfrm>
                    <a:off x="2504" y="2428"/>
                    <a:ext cx="37" cy="17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16568" name="Group 184"/>
                <p:cNvGrpSpPr>
                  <a:grpSpLocks/>
                </p:cNvGrpSpPr>
                <p:nvPr/>
              </p:nvGrpSpPr>
              <p:grpSpPr bwMode="auto">
                <a:xfrm>
                  <a:off x="2532" y="2316"/>
                  <a:ext cx="46" cy="50"/>
                  <a:chOff x="2532" y="2316"/>
                  <a:chExt cx="46" cy="50"/>
                </a:xfrm>
              </p:grpSpPr>
              <p:sp>
                <p:nvSpPr>
                  <p:cNvPr id="16569" name="Oval 185"/>
                  <p:cNvSpPr>
                    <a:spLocks noChangeArrowheads="1"/>
                  </p:cNvSpPr>
                  <p:nvPr/>
                </p:nvSpPr>
                <p:spPr bwMode="auto">
                  <a:xfrm>
                    <a:off x="2532" y="2351"/>
                    <a:ext cx="32" cy="15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570" name="Oval 186"/>
                  <p:cNvSpPr>
                    <a:spLocks noChangeArrowheads="1"/>
                  </p:cNvSpPr>
                  <p:nvPr/>
                </p:nvSpPr>
                <p:spPr bwMode="auto">
                  <a:xfrm>
                    <a:off x="2543" y="2316"/>
                    <a:ext cx="35" cy="15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16571" name="Group 187"/>
                <p:cNvGrpSpPr>
                  <a:grpSpLocks/>
                </p:cNvGrpSpPr>
                <p:nvPr/>
              </p:nvGrpSpPr>
              <p:grpSpPr bwMode="auto">
                <a:xfrm>
                  <a:off x="2572" y="2215"/>
                  <a:ext cx="37" cy="45"/>
                  <a:chOff x="2572" y="2215"/>
                  <a:chExt cx="37" cy="45"/>
                </a:xfrm>
              </p:grpSpPr>
              <p:sp>
                <p:nvSpPr>
                  <p:cNvPr id="16572" name="Oval 188"/>
                  <p:cNvSpPr>
                    <a:spLocks noChangeArrowheads="1"/>
                  </p:cNvSpPr>
                  <p:nvPr/>
                </p:nvSpPr>
                <p:spPr bwMode="auto">
                  <a:xfrm>
                    <a:off x="2572" y="2247"/>
                    <a:ext cx="26" cy="13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573" name="Oval 189"/>
                  <p:cNvSpPr>
                    <a:spLocks noChangeArrowheads="1"/>
                  </p:cNvSpPr>
                  <p:nvPr/>
                </p:nvSpPr>
                <p:spPr bwMode="auto">
                  <a:xfrm>
                    <a:off x="2581" y="2215"/>
                    <a:ext cx="28" cy="14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16574" name="Group 190"/>
                <p:cNvGrpSpPr>
                  <a:grpSpLocks/>
                </p:cNvGrpSpPr>
                <p:nvPr/>
              </p:nvGrpSpPr>
              <p:grpSpPr bwMode="auto">
                <a:xfrm>
                  <a:off x="2602" y="2123"/>
                  <a:ext cx="36" cy="44"/>
                  <a:chOff x="2602" y="2123"/>
                  <a:chExt cx="36" cy="44"/>
                </a:xfrm>
              </p:grpSpPr>
              <p:sp>
                <p:nvSpPr>
                  <p:cNvPr id="16575" name="Oval 191"/>
                  <p:cNvSpPr>
                    <a:spLocks noChangeArrowheads="1"/>
                  </p:cNvSpPr>
                  <p:nvPr/>
                </p:nvSpPr>
                <p:spPr bwMode="auto">
                  <a:xfrm>
                    <a:off x="2602" y="2153"/>
                    <a:ext cx="28" cy="14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576" name="Oval 192"/>
                  <p:cNvSpPr>
                    <a:spLocks noChangeArrowheads="1"/>
                  </p:cNvSpPr>
                  <p:nvPr/>
                </p:nvSpPr>
                <p:spPr bwMode="auto">
                  <a:xfrm>
                    <a:off x="2614" y="2123"/>
                    <a:ext cx="24" cy="13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16577" name="Group 193"/>
                <p:cNvGrpSpPr>
                  <a:grpSpLocks/>
                </p:cNvGrpSpPr>
                <p:nvPr/>
              </p:nvGrpSpPr>
              <p:grpSpPr bwMode="auto">
                <a:xfrm>
                  <a:off x="2631" y="2049"/>
                  <a:ext cx="31" cy="34"/>
                  <a:chOff x="2631" y="2049"/>
                  <a:chExt cx="31" cy="34"/>
                </a:xfrm>
              </p:grpSpPr>
              <p:sp>
                <p:nvSpPr>
                  <p:cNvPr id="16578" name="Oval 194"/>
                  <p:cNvSpPr>
                    <a:spLocks noChangeArrowheads="1"/>
                  </p:cNvSpPr>
                  <p:nvPr/>
                </p:nvSpPr>
                <p:spPr bwMode="auto">
                  <a:xfrm>
                    <a:off x="2631" y="2073"/>
                    <a:ext cx="22" cy="10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579" name="Oval 195"/>
                  <p:cNvSpPr>
                    <a:spLocks noChangeArrowheads="1"/>
                  </p:cNvSpPr>
                  <p:nvPr/>
                </p:nvSpPr>
                <p:spPr bwMode="auto">
                  <a:xfrm>
                    <a:off x="2639" y="2049"/>
                    <a:ext cx="23" cy="10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</p:grpSp>
          <p:grpSp>
            <p:nvGrpSpPr>
              <p:cNvPr id="16580" name="Group 196"/>
              <p:cNvGrpSpPr>
                <a:grpSpLocks/>
              </p:cNvGrpSpPr>
              <p:nvPr/>
            </p:nvGrpSpPr>
            <p:grpSpPr bwMode="auto">
              <a:xfrm>
                <a:off x="3136" y="2045"/>
                <a:ext cx="642" cy="1801"/>
                <a:chOff x="3136" y="2045"/>
                <a:chExt cx="642" cy="1801"/>
              </a:xfrm>
            </p:grpSpPr>
            <p:grpSp>
              <p:nvGrpSpPr>
                <p:cNvPr id="16581" name="Group 197"/>
                <p:cNvGrpSpPr>
                  <a:grpSpLocks/>
                </p:cNvGrpSpPr>
                <p:nvPr/>
              </p:nvGrpSpPr>
              <p:grpSpPr bwMode="auto">
                <a:xfrm>
                  <a:off x="3684" y="3741"/>
                  <a:ext cx="94" cy="105"/>
                  <a:chOff x="3684" y="3741"/>
                  <a:chExt cx="94" cy="105"/>
                </a:xfrm>
              </p:grpSpPr>
              <p:sp>
                <p:nvSpPr>
                  <p:cNvPr id="16582" name="Oval 198"/>
                  <p:cNvSpPr>
                    <a:spLocks noChangeArrowheads="1"/>
                  </p:cNvSpPr>
                  <p:nvPr/>
                </p:nvSpPr>
                <p:spPr bwMode="auto">
                  <a:xfrm>
                    <a:off x="3711" y="3815"/>
                    <a:ext cx="67" cy="31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583" name="Oval 199"/>
                  <p:cNvSpPr>
                    <a:spLocks noChangeArrowheads="1"/>
                  </p:cNvSpPr>
                  <p:nvPr/>
                </p:nvSpPr>
                <p:spPr bwMode="auto">
                  <a:xfrm>
                    <a:off x="3684" y="3741"/>
                    <a:ext cx="65" cy="31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16584" name="Group 200"/>
                <p:cNvGrpSpPr>
                  <a:grpSpLocks/>
                </p:cNvGrpSpPr>
                <p:nvPr/>
              </p:nvGrpSpPr>
              <p:grpSpPr bwMode="auto">
                <a:xfrm>
                  <a:off x="3598" y="3473"/>
                  <a:ext cx="86" cy="111"/>
                  <a:chOff x="3598" y="3473"/>
                  <a:chExt cx="86" cy="111"/>
                </a:xfrm>
              </p:grpSpPr>
              <p:sp>
                <p:nvSpPr>
                  <p:cNvPr id="16585" name="Oval 201"/>
                  <p:cNvSpPr>
                    <a:spLocks noChangeArrowheads="1"/>
                  </p:cNvSpPr>
                  <p:nvPr/>
                </p:nvSpPr>
                <p:spPr bwMode="auto">
                  <a:xfrm>
                    <a:off x="3623" y="3556"/>
                    <a:ext cx="61" cy="28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586" name="Oval 202"/>
                  <p:cNvSpPr>
                    <a:spLocks noChangeArrowheads="1"/>
                  </p:cNvSpPr>
                  <p:nvPr/>
                </p:nvSpPr>
                <p:spPr bwMode="auto">
                  <a:xfrm>
                    <a:off x="3598" y="3473"/>
                    <a:ext cx="60" cy="29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16587" name="Group 203"/>
                <p:cNvGrpSpPr>
                  <a:grpSpLocks/>
                </p:cNvGrpSpPr>
                <p:nvPr/>
              </p:nvGrpSpPr>
              <p:grpSpPr bwMode="auto">
                <a:xfrm>
                  <a:off x="3532" y="3261"/>
                  <a:ext cx="77" cy="90"/>
                  <a:chOff x="3532" y="3261"/>
                  <a:chExt cx="77" cy="90"/>
                </a:xfrm>
              </p:grpSpPr>
              <p:sp>
                <p:nvSpPr>
                  <p:cNvPr id="16588" name="Oval 204"/>
                  <p:cNvSpPr>
                    <a:spLocks noChangeArrowheads="1"/>
                  </p:cNvSpPr>
                  <p:nvPr/>
                </p:nvSpPr>
                <p:spPr bwMode="auto">
                  <a:xfrm>
                    <a:off x="3554" y="3324"/>
                    <a:ext cx="55" cy="27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589" name="Oval 205"/>
                  <p:cNvSpPr>
                    <a:spLocks noChangeArrowheads="1"/>
                  </p:cNvSpPr>
                  <p:nvPr/>
                </p:nvSpPr>
                <p:spPr bwMode="auto">
                  <a:xfrm>
                    <a:off x="3532" y="3261"/>
                    <a:ext cx="54" cy="26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16590" name="Group 206"/>
                <p:cNvGrpSpPr>
                  <a:grpSpLocks/>
                </p:cNvGrpSpPr>
                <p:nvPr/>
              </p:nvGrpSpPr>
              <p:grpSpPr bwMode="auto">
                <a:xfrm>
                  <a:off x="3464" y="3057"/>
                  <a:ext cx="76" cy="84"/>
                  <a:chOff x="3464" y="3057"/>
                  <a:chExt cx="76" cy="84"/>
                </a:xfrm>
              </p:grpSpPr>
              <p:sp>
                <p:nvSpPr>
                  <p:cNvPr id="16591" name="Oval 207"/>
                  <p:cNvSpPr>
                    <a:spLocks noChangeArrowheads="1"/>
                  </p:cNvSpPr>
                  <p:nvPr/>
                </p:nvSpPr>
                <p:spPr bwMode="auto">
                  <a:xfrm>
                    <a:off x="3486" y="3115"/>
                    <a:ext cx="54" cy="26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592" name="Oval 208"/>
                  <p:cNvSpPr>
                    <a:spLocks noChangeArrowheads="1"/>
                  </p:cNvSpPr>
                  <p:nvPr/>
                </p:nvSpPr>
                <p:spPr bwMode="auto">
                  <a:xfrm>
                    <a:off x="3464" y="3057"/>
                    <a:ext cx="53" cy="25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16593" name="Group 209"/>
                <p:cNvGrpSpPr>
                  <a:grpSpLocks/>
                </p:cNvGrpSpPr>
                <p:nvPr/>
              </p:nvGrpSpPr>
              <p:grpSpPr bwMode="auto">
                <a:xfrm>
                  <a:off x="3402" y="2870"/>
                  <a:ext cx="68" cy="76"/>
                  <a:chOff x="3402" y="2870"/>
                  <a:chExt cx="68" cy="76"/>
                </a:xfrm>
              </p:grpSpPr>
              <p:sp>
                <p:nvSpPr>
                  <p:cNvPr id="16594" name="Oval 210"/>
                  <p:cNvSpPr>
                    <a:spLocks noChangeArrowheads="1"/>
                  </p:cNvSpPr>
                  <p:nvPr/>
                </p:nvSpPr>
                <p:spPr bwMode="auto">
                  <a:xfrm>
                    <a:off x="3420" y="2923"/>
                    <a:ext cx="50" cy="23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595" name="Oval 211"/>
                  <p:cNvSpPr>
                    <a:spLocks noChangeArrowheads="1"/>
                  </p:cNvSpPr>
                  <p:nvPr/>
                </p:nvSpPr>
                <p:spPr bwMode="auto">
                  <a:xfrm>
                    <a:off x="3402" y="2870"/>
                    <a:ext cx="49" cy="23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16596" name="Group 212"/>
                <p:cNvGrpSpPr>
                  <a:grpSpLocks/>
                </p:cNvGrpSpPr>
                <p:nvPr/>
              </p:nvGrpSpPr>
              <p:grpSpPr bwMode="auto">
                <a:xfrm>
                  <a:off x="3347" y="2707"/>
                  <a:ext cx="64" cy="71"/>
                  <a:chOff x="3347" y="2707"/>
                  <a:chExt cx="64" cy="71"/>
                </a:xfrm>
              </p:grpSpPr>
              <p:sp>
                <p:nvSpPr>
                  <p:cNvPr id="16597" name="Oval 213"/>
                  <p:cNvSpPr>
                    <a:spLocks noChangeArrowheads="1"/>
                  </p:cNvSpPr>
                  <p:nvPr/>
                </p:nvSpPr>
                <p:spPr bwMode="auto">
                  <a:xfrm>
                    <a:off x="3366" y="2757"/>
                    <a:ext cx="45" cy="21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598" name="Oval 214"/>
                  <p:cNvSpPr>
                    <a:spLocks noChangeArrowheads="1"/>
                  </p:cNvSpPr>
                  <p:nvPr/>
                </p:nvSpPr>
                <p:spPr bwMode="auto">
                  <a:xfrm>
                    <a:off x="3347" y="2707"/>
                    <a:ext cx="45" cy="22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16599" name="Group 215"/>
                <p:cNvGrpSpPr>
                  <a:grpSpLocks/>
                </p:cNvGrpSpPr>
                <p:nvPr/>
              </p:nvGrpSpPr>
              <p:grpSpPr bwMode="auto">
                <a:xfrm>
                  <a:off x="3299" y="2558"/>
                  <a:ext cx="57" cy="63"/>
                  <a:chOff x="3299" y="2558"/>
                  <a:chExt cx="57" cy="63"/>
                </a:xfrm>
              </p:grpSpPr>
              <p:sp>
                <p:nvSpPr>
                  <p:cNvPr id="16600" name="Oval 216"/>
                  <p:cNvSpPr>
                    <a:spLocks noChangeArrowheads="1"/>
                  </p:cNvSpPr>
                  <p:nvPr/>
                </p:nvSpPr>
                <p:spPr bwMode="auto">
                  <a:xfrm>
                    <a:off x="3315" y="2603"/>
                    <a:ext cx="41" cy="18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601" name="Oval 217"/>
                  <p:cNvSpPr>
                    <a:spLocks noChangeArrowheads="1"/>
                  </p:cNvSpPr>
                  <p:nvPr/>
                </p:nvSpPr>
                <p:spPr bwMode="auto">
                  <a:xfrm>
                    <a:off x="3299" y="2558"/>
                    <a:ext cx="41" cy="19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16602" name="Group 218"/>
                <p:cNvGrpSpPr>
                  <a:grpSpLocks/>
                </p:cNvGrpSpPr>
                <p:nvPr/>
              </p:nvGrpSpPr>
              <p:grpSpPr bwMode="auto">
                <a:xfrm>
                  <a:off x="3257" y="2425"/>
                  <a:ext cx="52" cy="58"/>
                  <a:chOff x="3257" y="2425"/>
                  <a:chExt cx="52" cy="58"/>
                </a:xfrm>
              </p:grpSpPr>
              <p:sp>
                <p:nvSpPr>
                  <p:cNvPr id="16603" name="Oval 219"/>
                  <p:cNvSpPr>
                    <a:spLocks noChangeArrowheads="1"/>
                  </p:cNvSpPr>
                  <p:nvPr/>
                </p:nvSpPr>
                <p:spPr bwMode="auto">
                  <a:xfrm>
                    <a:off x="3270" y="2466"/>
                    <a:ext cx="39" cy="17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604" name="Oval 220"/>
                  <p:cNvSpPr>
                    <a:spLocks noChangeArrowheads="1"/>
                  </p:cNvSpPr>
                  <p:nvPr/>
                </p:nvSpPr>
                <p:spPr bwMode="auto">
                  <a:xfrm>
                    <a:off x="3257" y="2425"/>
                    <a:ext cx="36" cy="17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16605" name="Group 221"/>
                <p:cNvGrpSpPr>
                  <a:grpSpLocks/>
                </p:cNvGrpSpPr>
                <p:nvPr/>
              </p:nvGrpSpPr>
              <p:grpSpPr bwMode="auto">
                <a:xfrm>
                  <a:off x="3221" y="2313"/>
                  <a:ext cx="45" cy="50"/>
                  <a:chOff x="3221" y="2313"/>
                  <a:chExt cx="45" cy="50"/>
                </a:xfrm>
              </p:grpSpPr>
              <p:sp>
                <p:nvSpPr>
                  <p:cNvPr id="16606" name="Oval 222"/>
                  <p:cNvSpPr>
                    <a:spLocks noChangeArrowheads="1"/>
                  </p:cNvSpPr>
                  <p:nvPr/>
                </p:nvSpPr>
                <p:spPr bwMode="auto">
                  <a:xfrm>
                    <a:off x="3233" y="2348"/>
                    <a:ext cx="33" cy="15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607" name="Oval 223"/>
                  <p:cNvSpPr>
                    <a:spLocks noChangeArrowheads="1"/>
                  </p:cNvSpPr>
                  <p:nvPr/>
                </p:nvSpPr>
                <p:spPr bwMode="auto">
                  <a:xfrm>
                    <a:off x="3221" y="2313"/>
                    <a:ext cx="32" cy="15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16608" name="Group 224"/>
                <p:cNvGrpSpPr>
                  <a:grpSpLocks/>
                </p:cNvGrpSpPr>
                <p:nvPr/>
              </p:nvGrpSpPr>
              <p:grpSpPr bwMode="auto">
                <a:xfrm>
                  <a:off x="3188" y="2213"/>
                  <a:ext cx="39" cy="44"/>
                  <a:chOff x="3188" y="2213"/>
                  <a:chExt cx="39" cy="44"/>
                </a:xfrm>
              </p:grpSpPr>
              <p:sp>
                <p:nvSpPr>
                  <p:cNvPr id="16609" name="Oval 225"/>
                  <p:cNvSpPr>
                    <a:spLocks noChangeArrowheads="1"/>
                  </p:cNvSpPr>
                  <p:nvPr/>
                </p:nvSpPr>
                <p:spPr bwMode="auto">
                  <a:xfrm>
                    <a:off x="3199" y="2245"/>
                    <a:ext cx="28" cy="12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610" name="Oval 226"/>
                  <p:cNvSpPr>
                    <a:spLocks noChangeArrowheads="1"/>
                  </p:cNvSpPr>
                  <p:nvPr/>
                </p:nvSpPr>
                <p:spPr bwMode="auto">
                  <a:xfrm>
                    <a:off x="3188" y="2213"/>
                    <a:ext cx="29" cy="13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16611" name="Group 227"/>
                <p:cNvGrpSpPr>
                  <a:grpSpLocks/>
                </p:cNvGrpSpPr>
                <p:nvPr/>
              </p:nvGrpSpPr>
              <p:grpSpPr bwMode="auto">
                <a:xfrm>
                  <a:off x="3159" y="2121"/>
                  <a:ext cx="34" cy="42"/>
                  <a:chOff x="3159" y="2121"/>
                  <a:chExt cx="34" cy="42"/>
                </a:xfrm>
              </p:grpSpPr>
              <p:sp>
                <p:nvSpPr>
                  <p:cNvPr id="16612" name="Oval 228"/>
                  <p:cNvSpPr>
                    <a:spLocks noChangeArrowheads="1"/>
                  </p:cNvSpPr>
                  <p:nvPr/>
                </p:nvSpPr>
                <p:spPr bwMode="auto">
                  <a:xfrm>
                    <a:off x="3169" y="2150"/>
                    <a:ext cx="24" cy="13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613" name="Oval 229"/>
                  <p:cNvSpPr>
                    <a:spLocks noChangeArrowheads="1"/>
                  </p:cNvSpPr>
                  <p:nvPr/>
                </p:nvSpPr>
                <p:spPr bwMode="auto">
                  <a:xfrm>
                    <a:off x="3159" y="2121"/>
                    <a:ext cx="26" cy="12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16614" name="Group 230"/>
                <p:cNvGrpSpPr>
                  <a:grpSpLocks/>
                </p:cNvGrpSpPr>
                <p:nvPr/>
              </p:nvGrpSpPr>
              <p:grpSpPr bwMode="auto">
                <a:xfrm>
                  <a:off x="3136" y="2045"/>
                  <a:ext cx="32" cy="35"/>
                  <a:chOff x="3136" y="2045"/>
                  <a:chExt cx="32" cy="35"/>
                </a:xfrm>
              </p:grpSpPr>
              <p:sp>
                <p:nvSpPr>
                  <p:cNvPr id="16615" name="Oval 231"/>
                  <p:cNvSpPr>
                    <a:spLocks noChangeArrowheads="1"/>
                  </p:cNvSpPr>
                  <p:nvPr/>
                </p:nvSpPr>
                <p:spPr bwMode="auto">
                  <a:xfrm>
                    <a:off x="3144" y="2069"/>
                    <a:ext cx="24" cy="11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616" name="Oval 232"/>
                  <p:cNvSpPr>
                    <a:spLocks noChangeArrowheads="1"/>
                  </p:cNvSpPr>
                  <p:nvPr/>
                </p:nvSpPr>
                <p:spPr bwMode="auto">
                  <a:xfrm>
                    <a:off x="3136" y="2045"/>
                    <a:ext cx="22" cy="10"/>
                  </a:xfrm>
                  <a:prstGeom prst="ellipse">
                    <a:avLst/>
                  </a:pr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</p:grpSp>
        </p:grpSp>
      </p:grpSp>
      <p:grpSp>
        <p:nvGrpSpPr>
          <p:cNvPr id="16388" name="Group 4"/>
          <p:cNvGrpSpPr>
            <a:grpSpLocks/>
          </p:cNvGrpSpPr>
          <p:nvPr/>
        </p:nvGrpSpPr>
        <p:grpSpPr bwMode="auto">
          <a:xfrm>
            <a:off x="1295400" y="260350"/>
            <a:ext cx="7105650" cy="4575175"/>
            <a:chOff x="1872" y="336"/>
            <a:chExt cx="2064" cy="2016"/>
          </a:xfrm>
        </p:grpSpPr>
        <p:sp>
          <p:nvSpPr>
            <p:cNvPr id="16389" name="Freeform 5"/>
            <p:cNvSpPr>
              <a:spLocks/>
            </p:cNvSpPr>
            <p:nvPr/>
          </p:nvSpPr>
          <p:spPr bwMode="auto">
            <a:xfrm>
              <a:off x="1872" y="1824"/>
              <a:ext cx="299" cy="268"/>
            </a:xfrm>
            <a:custGeom>
              <a:avLst/>
              <a:gdLst/>
              <a:ahLst/>
              <a:cxnLst>
                <a:cxn ang="0">
                  <a:pos x="285" y="97"/>
                </a:cxn>
                <a:cxn ang="0">
                  <a:pos x="268" y="92"/>
                </a:cxn>
                <a:cxn ang="0">
                  <a:pos x="261" y="85"/>
                </a:cxn>
                <a:cxn ang="0">
                  <a:pos x="254" y="64"/>
                </a:cxn>
                <a:cxn ang="0">
                  <a:pos x="243" y="48"/>
                </a:cxn>
                <a:cxn ang="0">
                  <a:pos x="228" y="36"/>
                </a:cxn>
                <a:cxn ang="0">
                  <a:pos x="204" y="34"/>
                </a:cxn>
                <a:cxn ang="0">
                  <a:pos x="189" y="38"/>
                </a:cxn>
                <a:cxn ang="0">
                  <a:pos x="176" y="31"/>
                </a:cxn>
                <a:cxn ang="0">
                  <a:pos x="161" y="11"/>
                </a:cxn>
                <a:cxn ang="0">
                  <a:pos x="136" y="2"/>
                </a:cxn>
                <a:cxn ang="0">
                  <a:pos x="107" y="2"/>
                </a:cxn>
                <a:cxn ang="0">
                  <a:pos x="85" y="12"/>
                </a:cxn>
                <a:cxn ang="0">
                  <a:pos x="64" y="7"/>
                </a:cxn>
                <a:cxn ang="0">
                  <a:pos x="39" y="7"/>
                </a:cxn>
                <a:cxn ang="0">
                  <a:pos x="21" y="18"/>
                </a:cxn>
                <a:cxn ang="0">
                  <a:pos x="16" y="42"/>
                </a:cxn>
                <a:cxn ang="0">
                  <a:pos x="27" y="64"/>
                </a:cxn>
                <a:cxn ang="0">
                  <a:pos x="25" y="76"/>
                </a:cxn>
                <a:cxn ang="0">
                  <a:pos x="7" y="88"/>
                </a:cxn>
                <a:cxn ang="0">
                  <a:pos x="0" y="103"/>
                </a:cxn>
                <a:cxn ang="0">
                  <a:pos x="5" y="125"/>
                </a:cxn>
                <a:cxn ang="0">
                  <a:pos x="25" y="136"/>
                </a:cxn>
                <a:cxn ang="0">
                  <a:pos x="28" y="143"/>
                </a:cxn>
                <a:cxn ang="0">
                  <a:pos x="16" y="153"/>
                </a:cxn>
                <a:cxn ang="0">
                  <a:pos x="18" y="174"/>
                </a:cxn>
                <a:cxn ang="0">
                  <a:pos x="32" y="181"/>
                </a:cxn>
                <a:cxn ang="0">
                  <a:pos x="40" y="199"/>
                </a:cxn>
                <a:cxn ang="0">
                  <a:pos x="49" y="220"/>
                </a:cxn>
                <a:cxn ang="0">
                  <a:pos x="68" y="229"/>
                </a:cxn>
                <a:cxn ang="0">
                  <a:pos x="82" y="239"/>
                </a:cxn>
                <a:cxn ang="0">
                  <a:pos x="98" y="257"/>
                </a:cxn>
                <a:cxn ang="0">
                  <a:pos x="124" y="260"/>
                </a:cxn>
                <a:cxn ang="0">
                  <a:pos x="152" y="259"/>
                </a:cxn>
                <a:cxn ang="0">
                  <a:pos x="196" y="260"/>
                </a:cxn>
                <a:cxn ang="0">
                  <a:pos x="219" y="253"/>
                </a:cxn>
                <a:cxn ang="0">
                  <a:pos x="254" y="247"/>
                </a:cxn>
                <a:cxn ang="0">
                  <a:pos x="274" y="235"/>
                </a:cxn>
                <a:cxn ang="0">
                  <a:pos x="293" y="209"/>
                </a:cxn>
                <a:cxn ang="0">
                  <a:pos x="298" y="180"/>
                </a:cxn>
                <a:cxn ang="0">
                  <a:pos x="298" y="151"/>
                </a:cxn>
                <a:cxn ang="0">
                  <a:pos x="297" y="124"/>
                </a:cxn>
                <a:cxn ang="0">
                  <a:pos x="289" y="103"/>
                </a:cxn>
              </a:cxnLst>
              <a:rect l="0" t="0" r="r" b="b"/>
              <a:pathLst>
                <a:path w="299" h="268">
                  <a:moveTo>
                    <a:pt x="289" y="103"/>
                  </a:moveTo>
                  <a:lnTo>
                    <a:pt x="285" y="97"/>
                  </a:lnTo>
                  <a:lnTo>
                    <a:pt x="276" y="94"/>
                  </a:lnTo>
                  <a:lnTo>
                    <a:pt x="268" y="92"/>
                  </a:lnTo>
                  <a:lnTo>
                    <a:pt x="260" y="92"/>
                  </a:lnTo>
                  <a:lnTo>
                    <a:pt x="261" y="85"/>
                  </a:lnTo>
                  <a:lnTo>
                    <a:pt x="258" y="76"/>
                  </a:lnTo>
                  <a:lnTo>
                    <a:pt x="254" y="64"/>
                  </a:lnTo>
                  <a:lnTo>
                    <a:pt x="250" y="55"/>
                  </a:lnTo>
                  <a:lnTo>
                    <a:pt x="243" y="48"/>
                  </a:lnTo>
                  <a:lnTo>
                    <a:pt x="237" y="42"/>
                  </a:lnTo>
                  <a:lnTo>
                    <a:pt x="228" y="36"/>
                  </a:lnTo>
                  <a:lnTo>
                    <a:pt x="215" y="33"/>
                  </a:lnTo>
                  <a:lnTo>
                    <a:pt x="204" y="34"/>
                  </a:lnTo>
                  <a:lnTo>
                    <a:pt x="196" y="36"/>
                  </a:lnTo>
                  <a:lnTo>
                    <a:pt x="189" y="38"/>
                  </a:lnTo>
                  <a:lnTo>
                    <a:pt x="181" y="45"/>
                  </a:lnTo>
                  <a:lnTo>
                    <a:pt x="176" y="31"/>
                  </a:lnTo>
                  <a:lnTo>
                    <a:pt x="168" y="20"/>
                  </a:lnTo>
                  <a:lnTo>
                    <a:pt x="161" y="11"/>
                  </a:lnTo>
                  <a:lnTo>
                    <a:pt x="148" y="6"/>
                  </a:lnTo>
                  <a:lnTo>
                    <a:pt x="136" y="2"/>
                  </a:lnTo>
                  <a:lnTo>
                    <a:pt x="122" y="0"/>
                  </a:lnTo>
                  <a:lnTo>
                    <a:pt x="107" y="2"/>
                  </a:lnTo>
                  <a:lnTo>
                    <a:pt x="95" y="6"/>
                  </a:lnTo>
                  <a:lnTo>
                    <a:pt x="85" y="12"/>
                  </a:lnTo>
                  <a:lnTo>
                    <a:pt x="75" y="10"/>
                  </a:lnTo>
                  <a:lnTo>
                    <a:pt x="64" y="7"/>
                  </a:lnTo>
                  <a:lnTo>
                    <a:pt x="54" y="6"/>
                  </a:lnTo>
                  <a:lnTo>
                    <a:pt x="39" y="7"/>
                  </a:lnTo>
                  <a:lnTo>
                    <a:pt x="29" y="12"/>
                  </a:lnTo>
                  <a:lnTo>
                    <a:pt x="21" y="18"/>
                  </a:lnTo>
                  <a:lnTo>
                    <a:pt x="18" y="30"/>
                  </a:lnTo>
                  <a:lnTo>
                    <a:pt x="16" y="42"/>
                  </a:lnTo>
                  <a:lnTo>
                    <a:pt x="19" y="55"/>
                  </a:lnTo>
                  <a:lnTo>
                    <a:pt x="27" y="64"/>
                  </a:lnTo>
                  <a:lnTo>
                    <a:pt x="35" y="72"/>
                  </a:lnTo>
                  <a:lnTo>
                    <a:pt x="25" y="76"/>
                  </a:lnTo>
                  <a:lnTo>
                    <a:pt x="15" y="81"/>
                  </a:lnTo>
                  <a:lnTo>
                    <a:pt x="7" y="88"/>
                  </a:lnTo>
                  <a:lnTo>
                    <a:pt x="2" y="97"/>
                  </a:lnTo>
                  <a:lnTo>
                    <a:pt x="0" y="103"/>
                  </a:lnTo>
                  <a:lnTo>
                    <a:pt x="1" y="115"/>
                  </a:lnTo>
                  <a:lnTo>
                    <a:pt x="5" y="125"/>
                  </a:lnTo>
                  <a:lnTo>
                    <a:pt x="14" y="131"/>
                  </a:lnTo>
                  <a:lnTo>
                    <a:pt x="25" y="136"/>
                  </a:lnTo>
                  <a:lnTo>
                    <a:pt x="39" y="138"/>
                  </a:lnTo>
                  <a:lnTo>
                    <a:pt x="28" y="143"/>
                  </a:lnTo>
                  <a:lnTo>
                    <a:pt x="21" y="147"/>
                  </a:lnTo>
                  <a:lnTo>
                    <a:pt x="16" y="153"/>
                  </a:lnTo>
                  <a:lnTo>
                    <a:pt x="15" y="163"/>
                  </a:lnTo>
                  <a:lnTo>
                    <a:pt x="18" y="174"/>
                  </a:lnTo>
                  <a:lnTo>
                    <a:pt x="21" y="179"/>
                  </a:lnTo>
                  <a:lnTo>
                    <a:pt x="32" y="181"/>
                  </a:lnTo>
                  <a:lnTo>
                    <a:pt x="43" y="179"/>
                  </a:lnTo>
                  <a:lnTo>
                    <a:pt x="40" y="199"/>
                  </a:lnTo>
                  <a:lnTo>
                    <a:pt x="43" y="211"/>
                  </a:lnTo>
                  <a:lnTo>
                    <a:pt x="49" y="220"/>
                  </a:lnTo>
                  <a:lnTo>
                    <a:pt x="58" y="225"/>
                  </a:lnTo>
                  <a:lnTo>
                    <a:pt x="68" y="229"/>
                  </a:lnTo>
                  <a:lnTo>
                    <a:pt x="77" y="225"/>
                  </a:lnTo>
                  <a:lnTo>
                    <a:pt x="82" y="239"/>
                  </a:lnTo>
                  <a:lnTo>
                    <a:pt x="89" y="249"/>
                  </a:lnTo>
                  <a:lnTo>
                    <a:pt x="98" y="257"/>
                  </a:lnTo>
                  <a:lnTo>
                    <a:pt x="110" y="260"/>
                  </a:lnTo>
                  <a:lnTo>
                    <a:pt x="124" y="260"/>
                  </a:lnTo>
                  <a:lnTo>
                    <a:pt x="142" y="261"/>
                  </a:lnTo>
                  <a:lnTo>
                    <a:pt x="152" y="259"/>
                  </a:lnTo>
                  <a:lnTo>
                    <a:pt x="172" y="268"/>
                  </a:lnTo>
                  <a:lnTo>
                    <a:pt x="196" y="260"/>
                  </a:lnTo>
                  <a:lnTo>
                    <a:pt x="207" y="254"/>
                  </a:lnTo>
                  <a:lnTo>
                    <a:pt x="219" y="253"/>
                  </a:lnTo>
                  <a:lnTo>
                    <a:pt x="236" y="252"/>
                  </a:lnTo>
                  <a:lnTo>
                    <a:pt x="254" y="247"/>
                  </a:lnTo>
                  <a:lnTo>
                    <a:pt x="268" y="240"/>
                  </a:lnTo>
                  <a:lnTo>
                    <a:pt x="274" y="235"/>
                  </a:lnTo>
                  <a:lnTo>
                    <a:pt x="286" y="222"/>
                  </a:lnTo>
                  <a:lnTo>
                    <a:pt x="293" y="209"/>
                  </a:lnTo>
                  <a:lnTo>
                    <a:pt x="295" y="201"/>
                  </a:lnTo>
                  <a:lnTo>
                    <a:pt x="298" y="180"/>
                  </a:lnTo>
                  <a:lnTo>
                    <a:pt x="299" y="166"/>
                  </a:lnTo>
                  <a:lnTo>
                    <a:pt x="298" y="151"/>
                  </a:lnTo>
                  <a:lnTo>
                    <a:pt x="299" y="137"/>
                  </a:lnTo>
                  <a:lnTo>
                    <a:pt x="297" y="124"/>
                  </a:lnTo>
                  <a:lnTo>
                    <a:pt x="295" y="114"/>
                  </a:lnTo>
                  <a:lnTo>
                    <a:pt x="289" y="103"/>
                  </a:lnTo>
                  <a:close/>
                </a:path>
              </a:pathLst>
            </a:custGeom>
            <a:solidFill>
              <a:srgbClr val="E0E0E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grpSp>
          <p:nvGrpSpPr>
            <p:cNvPr id="16390" name="Group 6"/>
            <p:cNvGrpSpPr>
              <a:grpSpLocks/>
            </p:cNvGrpSpPr>
            <p:nvPr/>
          </p:nvGrpSpPr>
          <p:grpSpPr bwMode="auto">
            <a:xfrm>
              <a:off x="1872" y="336"/>
              <a:ext cx="2064" cy="2016"/>
              <a:chOff x="1234" y="409"/>
              <a:chExt cx="3281" cy="2547"/>
            </a:xfrm>
          </p:grpSpPr>
          <p:grpSp>
            <p:nvGrpSpPr>
              <p:cNvPr id="16391" name="Group 7"/>
              <p:cNvGrpSpPr>
                <a:grpSpLocks/>
              </p:cNvGrpSpPr>
              <p:nvPr/>
            </p:nvGrpSpPr>
            <p:grpSpPr bwMode="auto">
              <a:xfrm>
                <a:off x="2238" y="409"/>
                <a:ext cx="1284" cy="1816"/>
                <a:chOff x="2238" y="409"/>
                <a:chExt cx="1284" cy="1816"/>
              </a:xfrm>
            </p:grpSpPr>
            <p:grpSp>
              <p:nvGrpSpPr>
                <p:cNvPr id="16392" name="Group 8"/>
                <p:cNvGrpSpPr>
                  <a:grpSpLocks/>
                </p:cNvGrpSpPr>
                <p:nvPr/>
              </p:nvGrpSpPr>
              <p:grpSpPr bwMode="auto">
                <a:xfrm>
                  <a:off x="2238" y="409"/>
                  <a:ext cx="1284" cy="1816"/>
                  <a:chOff x="2238" y="409"/>
                  <a:chExt cx="1284" cy="1816"/>
                </a:xfrm>
              </p:grpSpPr>
              <p:sp>
                <p:nvSpPr>
                  <p:cNvPr id="16393" name="Freeform 9"/>
                  <p:cNvSpPr>
                    <a:spLocks/>
                  </p:cNvSpPr>
                  <p:nvPr/>
                </p:nvSpPr>
                <p:spPr bwMode="auto">
                  <a:xfrm>
                    <a:off x="2238" y="409"/>
                    <a:ext cx="1280" cy="1816"/>
                  </a:xfrm>
                  <a:custGeom>
                    <a:avLst/>
                    <a:gdLst/>
                    <a:ahLst/>
                    <a:cxnLst>
                      <a:cxn ang="0">
                        <a:pos x="400" y="0"/>
                      </a:cxn>
                      <a:cxn ang="0">
                        <a:pos x="861" y="0"/>
                      </a:cxn>
                      <a:cxn ang="0">
                        <a:pos x="861" y="36"/>
                      </a:cxn>
                      <a:cxn ang="0">
                        <a:pos x="1044" y="220"/>
                      </a:cxn>
                      <a:cxn ang="0">
                        <a:pos x="829" y="612"/>
                      </a:cxn>
                      <a:cxn ang="0">
                        <a:pos x="829" y="698"/>
                      </a:cxn>
                      <a:cxn ang="0">
                        <a:pos x="1007" y="698"/>
                      </a:cxn>
                      <a:cxn ang="0">
                        <a:pos x="1192" y="735"/>
                      </a:cxn>
                      <a:cxn ang="0">
                        <a:pos x="1118" y="809"/>
                      </a:cxn>
                      <a:cxn ang="0">
                        <a:pos x="1118" y="1416"/>
                      </a:cxn>
                      <a:cxn ang="0">
                        <a:pos x="1228" y="1416"/>
                      </a:cxn>
                      <a:cxn ang="0">
                        <a:pos x="1228" y="1488"/>
                      </a:cxn>
                      <a:cxn ang="0">
                        <a:pos x="1155" y="1544"/>
                      </a:cxn>
                      <a:cxn ang="0">
                        <a:pos x="1155" y="1589"/>
                      </a:cxn>
                      <a:cxn ang="0">
                        <a:pos x="1280" y="1589"/>
                      </a:cxn>
                      <a:cxn ang="0">
                        <a:pos x="1280" y="1814"/>
                      </a:cxn>
                      <a:cxn ang="0">
                        <a:pos x="0" y="1816"/>
                      </a:cxn>
                      <a:cxn ang="0">
                        <a:pos x="0" y="1601"/>
                      </a:cxn>
                      <a:cxn ang="0">
                        <a:pos x="126" y="1601"/>
                      </a:cxn>
                      <a:cxn ang="0">
                        <a:pos x="126" y="1544"/>
                      </a:cxn>
                      <a:cxn ang="0">
                        <a:pos x="52" y="1488"/>
                      </a:cxn>
                      <a:cxn ang="0">
                        <a:pos x="52" y="1416"/>
                      </a:cxn>
                      <a:cxn ang="0">
                        <a:pos x="162" y="1416"/>
                      </a:cxn>
                      <a:cxn ang="0">
                        <a:pos x="162" y="809"/>
                      </a:cxn>
                      <a:cxn ang="0">
                        <a:pos x="89" y="735"/>
                      </a:cxn>
                      <a:cxn ang="0">
                        <a:pos x="236" y="698"/>
                      </a:cxn>
                      <a:cxn ang="0">
                        <a:pos x="414" y="698"/>
                      </a:cxn>
                      <a:cxn ang="0">
                        <a:pos x="414" y="606"/>
                      </a:cxn>
                      <a:cxn ang="0">
                        <a:pos x="218" y="223"/>
                      </a:cxn>
                      <a:cxn ang="0">
                        <a:pos x="400" y="36"/>
                      </a:cxn>
                      <a:cxn ang="0">
                        <a:pos x="400" y="0"/>
                      </a:cxn>
                    </a:cxnLst>
                    <a:rect l="0" t="0" r="r" b="b"/>
                    <a:pathLst>
                      <a:path w="1280" h="1816">
                        <a:moveTo>
                          <a:pt x="400" y="0"/>
                        </a:moveTo>
                        <a:lnTo>
                          <a:pt x="861" y="0"/>
                        </a:lnTo>
                        <a:lnTo>
                          <a:pt x="861" y="36"/>
                        </a:lnTo>
                        <a:lnTo>
                          <a:pt x="1044" y="220"/>
                        </a:lnTo>
                        <a:lnTo>
                          <a:pt x="829" y="612"/>
                        </a:lnTo>
                        <a:lnTo>
                          <a:pt x="829" y="698"/>
                        </a:lnTo>
                        <a:lnTo>
                          <a:pt x="1007" y="698"/>
                        </a:lnTo>
                        <a:lnTo>
                          <a:pt x="1192" y="735"/>
                        </a:lnTo>
                        <a:lnTo>
                          <a:pt x="1118" y="809"/>
                        </a:lnTo>
                        <a:lnTo>
                          <a:pt x="1118" y="1416"/>
                        </a:lnTo>
                        <a:lnTo>
                          <a:pt x="1228" y="1416"/>
                        </a:lnTo>
                        <a:lnTo>
                          <a:pt x="1228" y="1488"/>
                        </a:lnTo>
                        <a:lnTo>
                          <a:pt x="1155" y="1544"/>
                        </a:lnTo>
                        <a:lnTo>
                          <a:pt x="1155" y="1589"/>
                        </a:lnTo>
                        <a:lnTo>
                          <a:pt x="1280" y="1589"/>
                        </a:lnTo>
                        <a:lnTo>
                          <a:pt x="1280" y="1814"/>
                        </a:lnTo>
                        <a:lnTo>
                          <a:pt x="0" y="1816"/>
                        </a:lnTo>
                        <a:lnTo>
                          <a:pt x="0" y="1601"/>
                        </a:lnTo>
                        <a:lnTo>
                          <a:pt x="126" y="1601"/>
                        </a:lnTo>
                        <a:lnTo>
                          <a:pt x="126" y="1544"/>
                        </a:lnTo>
                        <a:lnTo>
                          <a:pt x="52" y="1488"/>
                        </a:lnTo>
                        <a:lnTo>
                          <a:pt x="52" y="1416"/>
                        </a:lnTo>
                        <a:lnTo>
                          <a:pt x="162" y="1416"/>
                        </a:lnTo>
                        <a:lnTo>
                          <a:pt x="162" y="809"/>
                        </a:lnTo>
                        <a:lnTo>
                          <a:pt x="89" y="735"/>
                        </a:lnTo>
                        <a:lnTo>
                          <a:pt x="236" y="698"/>
                        </a:lnTo>
                        <a:lnTo>
                          <a:pt x="414" y="698"/>
                        </a:lnTo>
                        <a:lnTo>
                          <a:pt x="414" y="606"/>
                        </a:lnTo>
                        <a:lnTo>
                          <a:pt x="218" y="223"/>
                        </a:lnTo>
                        <a:lnTo>
                          <a:pt x="400" y="36"/>
                        </a:lnTo>
                        <a:lnTo>
                          <a:pt x="400" y="0"/>
                        </a:lnTo>
                        <a:close/>
                      </a:path>
                    </a:pathLst>
                  </a:custGeom>
                  <a:solidFill>
                    <a:srgbClr val="A0000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394" name="Rectangle 10"/>
                  <p:cNvSpPr>
                    <a:spLocks noChangeArrowheads="1"/>
                  </p:cNvSpPr>
                  <p:nvPr/>
                </p:nvSpPr>
                <p:spPr bwMode="auto">
                  <a:xfrm>
                    <a:off x="2307" y="1839"/>
                    <a:ext cx="1133" cy="21"/>
                  </a:xfrm>
                  <a:prstGeom prst="rect">
                    <a:avLst/>
                  </a:prstGeom>
                  <a:solidFill>
                    <a:srgbClr val="000000"/>
                  </a:solidFill>
                  <a:ln w="1270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grpSp>
                <p:nvGrpSpPr>
                  <p:cNvPr id="16395" name="Group 11"/>
                  <p:cNvGrpSpPr>
                    <a:grpSpLocks/>
                  </p:cNvGrpSpPr>
                  <p:nvPr/>
                </p:nvGrpSpPr>
                <p:grpSpPr bwMode="auto">
                  <a:xfrm>
                    <a:off x="2474" y="409"/>
                    <a:ext cx="661" cy="624"/>
                    <a:chOff x="2474" y="409"/>
                    <a:chExt cx="661" cy="624"/>
                  </a:xfrm>
                </p:grpSpPr>
                <p:grpSp>
                  <p:nvGrpSpPr>
                    <p:cNvPr id="16396" name="Group 1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474" y="647"/>
                      <a:ext cx="515" cy="386"/>
                      <a:chOff x="2474" y="647"/>
                      <a:chExt cx="515" cy="386"/>
                    </a:xfrm>
                  </p:grpSpPr>
                  <p:sp>
                    <p:nvSpPr>
                      <p:cNvPr id="16397" name="Freeform 13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474" y="647"/>
                        <a:ext cx="219" cy="386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0" y="0"/>
                          </a:cxn>
                          <a:cxn ang="0">
                            <a:pos x="128" y="0"/>
                          </a:cxn>
                          <a:cxn ang="0">
                            <a:pos x="219" y="331"/>
                          </a:cxn>
                          <a:cxn ang="0">
                            <a:pos x="182" y="386"/>
                          </a:cxn>
                          <a:cxn ang="0">
                            <a:pos x="0" y="0"/>
                          </a:cxn>
                        </a:cxnLst>
                        <a:rect l="0" t="0" r="r" b="b"/>
                        <a:pathLst>
                          <a:path w="219" h="386">
                            <a:moveTo>
                              <a:pt x="0" y="0"/>
                            </a:moveTo>
                            <a:lnTo>
                              <a:pt x="128" y="0"/>
                            </a:lnTo>
                            <a:lnTo>
                              <a:pt x="219" y="331"/>
                            </a:lnTo>
                            <a:lnTo>
                              <a:pt x="182" y="386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1270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6398" name="Freeform 14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638" y="647"/>
                        <a:ext cx="259" cy="331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0" y="0"/>
                          </a:cxn>
                          <a:cxn ang="0">
                            <a:pos x="221" y="0"/>
                          </a:cxn>
                          <a:cxn ang="0">
                            <a:pos x="259" y="331"/>
                          </a:cxn>
                          <a:cxn ang="0">
                            <a:pos x="74" y="331"/>
                          </a:cxn>
                          <a:cxn ang="0">
                            <a:pos x="0" y="0"/>
                          </a:cxn>
                        </a:cxnLst>
                        <a:rect l="0" t="0" r="r" b="b"/>
                        <a:pathLst>
                          <a:path w="259" h="331">
                            <a:moveTo>
                              <a:pt x="0" y="0"/>
                            </a:moveTo>
                            <a:lnTo>
                              <a:pt x="221" y="0"/>
                            </a:lnTo>
                            <a:lnTo>
                              <a:pt x="259" y="331"/>
                            </a:lnTo>
                            <a:lnTo>
                              <a:pt x="74" y="331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1270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6399" name="Freeform 15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916" y="647"/>
                        <a:ext cx="73" cy="331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18" y="0"/>
                          </a:cxn>
                          <a:cxn ang="0">
                            <a:pos x="73" y="0"/>
                          </a:cxn>
                          <a:cxn ang="0">
                            <a:pos x="36" y="331"/>
                          </a:cxn>
                          <a:cxn ang="0">
                            <a:pos x="0" y="331"/>
                          </a:cxn>
                          <a:cxn ang="0">
                            <a:pos x="18" y="0"/>
                          </a:cxn>
                        </a:cxnLst>
                        <a:rect l="0" t="0" r="r" b="b"/>
                        <a:pathLst>
                          <a:path w="73" h="331">
                            <a:moveTo>
                              <a:pt x="18" y="0"/>
                            </a:moveTo>
                            <a:lnTo>
                              <a:pt x="73" y="0"/>
                            </a:lnTo>
                            <a:lnTo>
                              <a:pt x="36" y="331"/>
                            </a:lnTo>
                            <a:lnTo>
                              <a:pt x="0" y="331"/>
                            </a:lnTo>
                            <a:lnTo>
                              <a:pt x="18" y="0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1270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</p:grpSp>
                <p:sp>
                  <p:nvSpPr>
                    <p:cNvPr id="16400" name="Freeform 16"/>
                    <p:cNvSpPr>
                      <a:spLocks/>
                    </p:cNvSpPr>
                    <p:nvPr/>
                  </p:nvSpPr>
                  <p:spPr bwMode="auto">
                    <a:xfrm>
                      <a:off x="2656" y="409"/>
                      <a:ext cx="223" cy="19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222" y="0"/>
                        </a:cxn>
                        <a:cxn ang="0">
                          <a:pos x="223" y="19"/>
                        </a:cxn>
                        <a:cxn ang="0">
                          <a:pos x="0" y="18"/>
                        </a:cxn>
                        <a:cxn ang="0">
                          <a:pos x="0" y="0"/>
                        </a:cxn>
                      </a:cxnLst>
                      <a:rect l="0" t="0" r="r" b="b"/>
                      <a:pathLst>
                        <a:path w="223" h="19">
                          <a:moveTo>
                            <a:pt x="0" y="0"/>
                          </a:moveTo>
                          <a:lnTo>
                            <a:pt x="222" y="0"/>
                          </a:lnTo>
                          <a:lnTo>
                            <a:pt x="223" y="19"/>
                          </a:lnTo>
                          <a:lnTo>
                            <a:pt x="0" y="18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1270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401" name="Freeform 17"/>
                    <p:cNvSpPr>
                      <a:spLocks/>
                    </p:cNvSpPr>
                    <p:nvPr/>
                  </p:nvSpPr>
                  <p:spPr bwMode="auto">
                    <a:xfrm>
                      <a:off x="2474" y="445"/>
                      <a:ext cx="479" cy="167"/>
                    </a:xfrm>
                    <a:custGeom>
                      <a:avLst/>
                      <a:gdLst/>
                      <a:ahLst/>
                      <a:cxnLst>
                        <a:cxn ang="0">
                          <a:pos x="183" y="0"/>
                        </a:cxn>
                        <a:cxn ang="0">
                          <a:pos x="405" y="0"/>
                        </a:cxn>
                        <a:cxn ang="0">
                          <a:pos x="479" y="167"/>
                        </a:cxn>
                        <a:cxn ang="0">
                          <a:pos x="0" y="167"/>
                        </a:cxn>
                        <a:cxn ang="0">
                          <a:pos x="183" y="0"/>
                        </a:cxn>
                      </a:cxnLst>
                      <a:rect l="0" t="0" r="r" b="b"/>
                      <a:pathLst>
                        <a:path w="479" h="167">
                          <a:moveTo>
                            <a:pt x="183" y="0"/>
                          </a:moveTo>
                          <a:lnTo>
                            <a:pt x="405" y="0"/>
                          </a:lnTo>
                          <a:lnTo>
                            <a:pt x="479" y="167"/>
                          </a:lnTo>
                          <a:lnTo>
                            <a:pt x="0" y="167"/>
                          </a:lnTo>
                          <a:lnTo>
                            <a:pt x="183" y="0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1270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402" name="Line 18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3041" y="653"/>
                      <a:ext cx="94" cy="274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</p:grpSp>
              <p:sp>
                <p:nvSpPr>
                  <p:cNvPr id="16403" name="Freeform 19"/>
                  <p:cNvSpPr>
                    <a:spLocks/>
                  </p:cNvSpPr>
                  <p:nvPr/>
                </p:nvSpPr>
                <p:spPr bwMode="auto">
                  <a:xfrm>
                    <a:off x="2675" y="776"/>
                    <a:ext cx="369" cy="239"/>
                  </a:xfrm>
                  <a:custGeom>
                    <a:avLst/>
                    <a:gdLst/>
                    <a:ahLst/>
                    <a:cxnLst>
                      <a:cxn ang="0">
                        <a:pos x="0" y="239"/>
                      </a:cxn>
                      <a:cxn ang="0">
                        <a:pos x="0" y="202"/>
                      </a:cxn>
                      <a:cxn ang="0">
                        <a:pos x="30" y="202"/>
                      </a:cxn>
                      <a:cxn ang="0">
                        <a:pos x="107" y="147"/>
                      </a:cxn>
                      <a:cxn ang="0">
                        <a:pos x="61" y="92"/>
                      </a:cxn>
                      <a:cxn ang="0">
                        <a:pos x="92" y="92"/>
                      </a:cxn>
                      <a:cxn ang="0">
                        <a:pos x="77" y="0"/>
                      </a:cxn>
                      <a:cxn ang="0">
                        <a:pos x="277" y="0"/>
                      </a:cxn>
                      <a:cxn ang="0">
                        <a:pos x="261" y="92"/>
                      </a:cxn>
                      <a:cxn ang="0">
                        <a:pos x="292" y="92"/>
                      </a:cxn>
                      <a:cxn ang="0">
                        <a:pos x="246" y="147"/>
                      </a:cxn>
                      <a:cxn ang="0">
                        <a:pos x="338" y="202"/>
                      </a:cxn>
                      <a:cxn ang="0">
                        <a:pos x="369" y="202"/>
                      </a:cxn>
                      <a:cxn ang="0">
                        <a:pos x="369" y="239"/>
                      </a:cxn>
                      <a:cxn ang="0">
                        <a:pos x="0" y="239"/>
                      </a:cxn>
                    </a:cxnLst>
                    <a:rect l="0" t="0" r="r" b="b"/>
                    <a:pathLst>
                      <a:path w="369" h="239">
                        <a:moveTo>
                          <a:pt x="0" y="239"/>
                        </a:moveTo>
                        <a:lnTo>
                          <a:pt x="0" y="202"/>
                        </a:lnTo>
                        <a:lnTo>
                          <a:pt x="30" y="202"/>
                        </a:lnTo>
                        <a:lnTo>
                          <a:pt x="107" y="147"/>
                        </a:lnTo>
                        <a:lnTo>
                          <a:pt x="61" y="92"/>
                        </a:lnTo>
                        <a:lnTo>
                          <a:pt x="92" y="92"/>
                        </a:lnTo>
                        <a:lnTo>
                          <a:pt x="77" y="0"/>
                        </a:lnTo>
                        <a:lnTo>
                          <a:pt x="277" y="0"/>
                        </a:lnTo>
                        <a:lnTo>
                          <a:pt x="261" y="92"/>
                        </a:lnTo>
                        <a:lnTo>
                          <a:pt x="292" y="92"/>
                        </a:lnTo>
                        <a:lnTo>
                          <a:pt x="246" y="147"/>
                        </a:lnTo>
                        <a:lnTo>
                          <a:pt x="338" y="202"/>
                        </a:lnTo>
                        <a:lnTo>
                          <a:pt x="369" y="202"/>
                        </a:lnTo>
                        <a:lnTo>
                          <a:pt x="369" y="239"/>
                        </a:lnTo>
                        <a:lnTo>
                          <a:pt x="0" y="239"/>
                        </a:lnTo>
                        <a:close/>
                      </a:path>
                    </a:pathLst>
                  </a:custGeom>
                  <a:solidFill>
                    <a:srgbClr val="A0000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grpSp>
                <p:nvGrpSpPr>
                  <p:cNvPr id="16404" name="Group 20"/>
                  <p:cNvGrpSpPr>
                    <a:grpSpLocks/>
                  </p:cNvGrpSpPr>
                  <p:nvPr/>
                </p:nvGrpSpPr>
                <p:grpSpPr bwMode="auto">
                  <a:xfrm>
                    <a:off x="3095" y="1227"/>
                    <a:ext cx="220" cy="386"/>
                    <a:chOff x="3095" y="1227"/>
                    <a:chExt cx="220" cy="386"/>
                  </a:xfrm>
                </p:grpSpPr>
                <p:sp>
                  <p:nvSpPr>
                    <p:cNvPr id="16405" name="Freeform 21"/>
                    <p:cNvSpPr>
                      <a:spLocks/>
                    </p:cNvSpPr>
                    <p:nvPr/>
                  </p:nvSpPr>
                  <p:spPr bwMode="auto">
                    <a:xfrm>
                      <a:off x="3095" y="1227"/>
                      <a:ext cx="220" cy="386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164"/>
                        </a:cxn>
                        <a:cxn ang="0">
                          <a:pos x="0" y="0"/>
                        </a:cxn>
                        <a:cxn ang="0">
                          <a:pos x="91" y="0"/>
                        </a:cxn>
                        <a:cxn ang="0">
                          <a:pos x="145" y="18"/>
                        </a:cxn>
                        <a:cxn ang="0">
                          <a:pos x="219" y="90"/>
                        </a:cxn>
                        <a:cxn ang="0">
                          <a:pos x="220" y="386"/>
                        </a:cxn>
                        <a:cxn ang="0">
                          <a:pos x="91" y="386"/>
                        </a:cxn>
                        <a:cxn ang="0">
                          <a:pos x="90" y="348"/>
                        </a:cxn>
                        <a:cxn ang="0">
                          <a:pos x="200" y="348"/>
                        </a:cxn>
                        <a:cxn ang="0">
                          <a:pos x="200" y="90"/>
                        </a:cxn>
                        <a:cxn ang="0">
                          <a:pos x="145" y="36"/>
                        </a:cxn>
                        <a:cxn ang="0">
                          <a:pos x="91" y="18"/>
                        </a:cxn>
                        <a:cxn ang="0">
                          <a:pos x="18" y="18"/>
                        </a:cxn>
                        <a:cxn ang="0">
                          <a:pos x="18" y="166"/>
                        </a:cxn>
                        <a:cxn ang="0">
                          <a:pos x="0" y="164"/>
                        </a:cxn>
                      </a:cxnLst>
                      <a:rect l="0" t="0" r="r" b="b"/>
                      <a:pathLst>
                        <a:path w="220" h="386">
                          <a:moveTo>
                            <a:pt x="0" y="164"/>
                          </a:moveTo>
                          <a:lnTo>
                            <a:pt x="0" y="0"/>
                          </a:lnTo>
                          <a:lnTo>
                            <a:pt x="91" y="0"/>
                          </a:lnTo>
                          <a:lnTo>
                            <a:pt x="145" y="18"/>
                          </a:lnTo>
                          <a:lnTo>
                            <a:pt x="219" y="90"/>
                          </a:lnTo>
                          <a:lnTo>
                            <a:pt x="220" y="386"/>
                          </a:lnTo>
                          <a:lnTo>
                            <a:pt x="91" y="386"/>
                          </a:lnTo>
                          <a:lnTo>
                            <a:pt x="90" y="348"/>
                          </a:lnTo>
                          <a:lnTo>
                            <a:pt x="200" y="348"/>
                          </a:lnTo>
                          <a:lnTo>
                            <a:pt x="200" y="90"/>
                          </a:lnTo>
                          <a:lnTo>
                            <a:pt x="145" y="36"/>
                          </a:lnTo>
                          <a:lnTo>
                            <a:pt x="91" y="18"/>
                          </a:lnTo>
                          <a:lnTo>
                            <a:pt x="18" y="18"/>
                          </a:lnTo>
                          <a:lnTo>
                            <a:pt x="18" y="166"/>
                          </a:lnTo>
                          <a:lnTo>
                            <a:pt x="0" y="164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1270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406" name="Freeform 22"/>
                    <p:cNvSpPr>
                      <a:spLocks/>
                    </p:cNvSpPr>
                    <p:nvPr/>
                  </p:nvSpPr>
                  <p:spPr bwMode="auto">
                    <a:xfrm>
                      <a:off x="3131" y="1281"/>
                      <a:ext cx="147" cy="276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0" y="110"/>
                        </a:cxn>
                        <a:cxn ang="0">
                          <a:pos x="73" y="110"/>
                        </a:cxn>
                        <a:cxn ang="0">
                          <a:pos x="73" y="276"/>
                        </a:cxn>
                        <a:cxn ang="0">
                          <a:pos x="147" y="276"/>
                        </a:cxn>
                        <a:cxn ang="0">
                          <a:pos x="146" y="73"/>
                        </a:cxn>
                        <a:cxn ang="0">
                          <a:pos x="91" y="18"/>
                        </a:cxn>
                        <a:cxn ang="0">
                          <a:pos x="35" y="0"/>
                        </a:cxn>
                        <a:cxn ang="0">
                          <a:pos x="0" y="0"/>
                        </a:cxn>
                      </a:cxnLst>
                      <a:rect l="0" t="0" r="r" b="b"/>
                      <a:pathLst>
                        <a:path w="147" h="276">
                          <a:moveTo>
                            <a:pt x="0" y="0"/>
                          </a:moveTo>
                          <a:lnTo>
                            <a:pt x="0" y="110"/>
                          </a:lnTo>
                          <a:lnTo>
                            <a:pt x="73" y="110"/>
                          </a:lnTo>
                          <a:lnTo>
                            <a:pt x="73" y="276"/>
                          </a:lnTo>
                          <a:lnTo>
                            <a:pt x="147" y="276"/>
                          </a:lnTo>
                          <a:lnTo>
                            <a:pt x="146" y="73"/>
                          </a:lnTo>
                          <a:lnTo>
                            <a:pt x="91" y="18"/>
                          </a:lnTo>
                          <a:lnTo>
                            <a:pt x="35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1270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</p:grpSp>
              <p:sp>
                <p:nvSpPr>
                  <p:cNvPr id="16407" name="Freeform 23"/>
                  <p:cNvSpPr>
                    <a:spLocks/>
                  </p:cNvSpPr>
                  <p:nvPr/>
                </p:nvSpPr>
                <p:spPr bwMode="auto">
                  <a:xfrm>
                    <a:off x="2306" y="1862"/>
                    <a:ext cx="162" cy="122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158" y="0"/>
                      </a:cxn>
                      <a:cxn ang="0">
                        <a:pos x="140" y="42"/>
                      </a:cxn>
                      <a:cxn ang="0">
                        <a:pos x="162" y="42"/>
                      </a:cxn>
                      <a:cxn ang="0">
                        <a:pos x="162" y="122"/>
                      </a:cxn>
                      <a:cxn ang="0">
                        <a:pos x="82" y="122"/>
                      </a:cxn>
                      <a:cxn ang="0">
                        <a:pos x="82" y="88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162" h="122">
                        <a:moveTo>
                          <a:pt x="0" y="0"/>
                        </a:moveTo>
                        <a:lnTo>
                          <a:pt x="158" y="0"/>
                        </a:lnTo>
                        <a:lnTo>
                          <a:pt x="140" y="42"/>
                        </a:lnTo>
                        <a:lnTo>
                          <a:pt x="162" y="42"/>
                        </a:lnTo>
                        <a:lnTo>
                          <a:pt x="162" y="122"/>
                        </a:lnTo>
                        <a:lnTo>
                          <a:pt x="82" y="122"/>
                        </a:lnTo>
                        <a:lnTo>
                          <a:pt x="82" y="8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408" name="Rectangle 24"/>
                  <p:cNvSpPr>
                    <a:spLocks noChangeArrowheads="1"/>
                  </p:cNvSpPr>
                  <p:nvPr/>
                </p:nvSpPr>
                <p:spPr bwMode="auto">
                  <a:xfrm>
                    <a:off x="2675" y="1014"/>
                    <a:ext cx="370" cy="378"/>
                  </a:xfrm>
                  <a:prstGeom prst="rect">
                    <a:avLst/>
                  </a:prstGeom>
                  <a:solidFill>
                    <a:srgbClr val="000000"/>
                  </a:solidFill>
                  <a:ln w="1270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409" name="Oval 25"/>
                  <p:cNvSpPr>
                    <a:spLocks noChangeArrowheads="1"/>
                  </p:cNvSpPr>
                  <p:nvPr/>
                </p:nvSpPr>
                <p:spPr bwMode="auto">
                  <a:xfrm>
                    <a:off x="2697" y="1019"/>
                    <a:ext cx="324" cy="321"/>
                  </a:xfrm>
                  <a:prstGeom prst="ellipse">
                    <a:avLst/>
                  </a:prstGeom>
                  <a:solidFill>
                    <a:srgbClr val="404000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410" name="Oval 26"/>
                  <p:cNvSpPr>
                    <a:spLocks noChangeArrowheads="1"/>
                  </p:cNvSpPr>
                  <p:nvPr/>
                </p:nvSpPr>
                <p:spPr bwMode="auto">
                  <a:xfrm>
                    <a:off x="2721" y="1043"/>
                    <a:ext cx="275" cy="273"/>
                  </a:xfrm>
                  <a:prstGeom prst="ellipse">
                    <a:avLst/>
                  </a:prstGeom>
                  <a:solidFill>
                    <a:srgbClr val="A0A000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411" name="Rectangle 27"/>
                  <p:cNvSpPr>
                    <a:spLocks noChangeArrowheads="1"/>
                  </p:cNvSpPr>
                  <p:nvPr/>
                </p:nvSpPr>
                <p:spPr bwMode="auto">
                  <a:xfrm>
                    <a:off x="2678" y="1367"/>
                    <a:ext cx="365" cy="18"/>
                  </a:xfrm>
                  <a:prstGeom prst="rect">
                    <a:avLst/>
                  </a:prstGeom>
                  <a:solidFill>
                    <a:srgbClr val="800000"/>
                  </a:solidFill>
                  <a:ln w="12700">
                    <a:solidFill>
                      <a:srgbClr val="8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412" name="Oval 28"/>
                  <p:cNvSpPr>
                    <a:spLocks noChangeArrowheads="1"/>
                  </p:cNvSpPr>
                  <p:nvPr/>
                </p:nvSpPr>
                <p:spPr bwMode="auto">
                  <a:xfrm>
                    <a:off x="2373" y="1889"/>
                    <a:ext cx="71" cy="72"/>
                  </a:xfrm>
                  <a:prstGeom prst="ellipse">
                    <a:avLst/>
                  </a:prstGeom>
                  <a:solidFill>
                    <a:srgbClr val="800000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413" name="Oval 29"/>
                  <p:cNvSpPr>
                    <a:spLocks noChangeArrowheads="1"/>
                  </p:cNvSpPr>
                  <p:nvPr/>
                </p:nvSpPr>
                <p:spPr bwMode="auto">
                  <a:xfrm>
                    <a:off x="3190" y="1364"/>
                    <a:ext cx="35" cy="35"/>
                  </a:xfrm>
                  <a:prstGeom prst="ellipse">
                    <a:avLst/>
                  </a:prstGeom>
                  <a:solidFill>
                    <a:srgbClr val="800000"/>
                  </a:solidFill>
                  <a:ln w="12700">
                    <a:solidFill>
                      <a:srgbClr val="8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414" name="Freeform 30"/>
                  <p:cNvSpPr>
                    <a:spLocks/>
                  </p:cNvSpPr>
                  <p:nvPr/>
                </p:nvSpPr>
                <p:spPr bwMode="auto">
                  <a:xfrm>
                    <a:off x="3257" y="1123"/>
                    <a:ext cx="159" cy="45"/>
                  </a:xfrm>
                  <a:custGeom>
                    <a:avLst/>
                    <a:gdLst/>
                    <a:ahLst/>
                    <a:cxnLst>
                      <a:cxn ang="0">
                        <a:pos x="28" y="0"/>
                      </a:cxn>
                      <a:cxn ang="0">
                        <a:pos x="159" y="33"/>
                      </a:cxn>
                      <a:cxn ang="0">
                        <a:pos x="133" y="45"/>
                      </a:cxn>
                      <a:cxn ang="0">
                        <a:pos x="0" y="8"/>
                      </a:cxn>
                      <a:cxn ang="0">
                        <a:pos x="28" y="0"/>
                      </a:cxn>
                    </a:cxnLst>
                    <a:rect l="0" t="0" r="r" b="b"/>
                    <a:pathLst>
                      <a:path w="159" h="45">
                        <a:moveTo>
                          <a:pt x="28" y="0"/>
                        </a:moveTo>
                        <a:lnTo>
                          <a:pt x="159" y="33"/>
                        </a:lnTo>
                        <a:lnTo>
                          <a:pt x="133" y="45"/>
                        </a:lnTo>
                        <a:lnTo>
                          <a:pt x="0" y="8"/>
                        </a:lnTo>
                        <a:lnTo>
                          <a:pt x="28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415" name="Line 31"/>
                  <p:cNvSpPr>
                    <a:spLocks noChangeShapeType="1"/>
                  </p:cNvSpPr>
                  <p:nvPr/>
                </p:nvSpPr>
                <p:spPr bwMode="auto">
                  <a:xfrm>
                    <a:off x="3245" y="1144"/>
                    <a:ext cx="137" cy="39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416" name="Freeform 32"/>
                  <p:cNvSpPr>
                    <a:spLocks/>
                  </p:cNvSpPr>
                  <p:nvPr/>
                </p:nvSpPr>
                <p:spPr bwMode="auto">
                  <a:xfrm>
                    <a:off x="3263" y="1217"/>
                    <a:ext cx="75" cy="73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75" y="73"/>
                      </a:cxn>
                      <a:cxn ang="0">
                        <a:pos x="75" y="19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75" h="73">
                        <a:moveTo>
                          <a:pt x="0" y="0"/>
                        </a:moveTo>
                        <a:lnTo>
                          <a:pt x="75" y="73"/>
                        </a:lnTo>
                        <a:lnTo>
                          <a:pt x="75" y="19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417" name="Freeform 33"/>
                  <p:cNvSpPr>
                    <a:spLocks/>
                  </p:cNvSpPr>
                  <p:nvPr/>
                </p:nvSpPr>
                <p:spPr bwMode="auto">
                  <a:xfrm>
                    <a:off x="2352" y="1117"/>
                    <a:ext cx="310" cy="54"/>
                  </a:xfrm>
                  <a:custGeom>
                    <a:avLst/>
                    <a:gdLst/>
                    <a:ahLst/>
                    <a:cxnLst>
                      <a:cxn ang="0">
                        <a:pos x="0" y="32"/>
                      </a:cxn>
                      <a:cxn ang="0">
                        <a:pos x="112" y="7"/>
                      </a:cxn>
                      <a:cxn ang="0">
                        <a:pos x="283" y="0"/>
                      </a:cxn>
                      <a:cxn ang="0">
                        <a:pos x="310" y="20"/>
                      </a:cxn>
                      <a:cxn ang="0">
                        <a:pos x="113" y="30"/>
                      </a:cxn>
                      <a:cxn ang="0">
                        <a:pos x="14" y="54"/>
                      </a:cxn>
                      <a:cxn ang="0">
                        <a:pos x="0" y="32"/>
                      </a:cxn>
                    </a:cxnLst>
                    <a:rect l="0" t="0" r="r" b="b"/>
                    <a:pathLst>
                      <a:path w="310" h="54">
                        <a:moveTo>
                          <a:pt x="0" y="32"/>
                        </a:moveTo>
                        <a:lnTo>
                          <a:pt x="112" y="7"/>
                        </a:lnTo>
                        <a:lnTo>
                          <a:pt x="283" y="0"/>
                        </a:lnTo>
                        <a:lnTo>
                          <a:pt x="310" y="20"/>
                        </a:lnTo>
                        <a:lnTo>
                          <a:pt x="113" y="30"/>
                        </a:lnTo>
                        <a:lnTo>
                          <a:pt x="14" y="54"/>
                        </a:lnTo>
                        <a:lnTo>
                          <a:pt x="0" y="32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418" name="Freeform 34"/>
                  <p:cNvSpPr>
                    <a:spLocks/>
                  </p:cNvSpPr>
                  <p:nvPr/>
                </p:nvSpPr>
                <p:spPr bwMode="auto">
                  <a:xfrm>
                    <a:off x="2379" y="1154"/>
                    <a:ext cx="283" cy="42"/>
                  </a:xfrm>
                  <a:custGeom>
                    <a:avLst/>
                    <a:gdLst/>
                    <a:ahLst/>
                    <a:cxnLst>
                      <a:cxn ang="0">
                        <a:pos x="0" y="31"/>
                      </a:cxn>
                      <a:cxn ang="0">
                        <a:pos x="96" y="9"/>
                      </a:cxn>
                      <a:cxn ang="0">
                        <a:pos x="281" y="0"/>
                      </a:cxn>
                      <a:cxn ang="0">
                        <a:pos x="283" y="11"/>
                      </a:cxn>
                      <a:cxn ang="0">
                        <a:pos x="103" y="23"/>
                      </a:cxn>
                      <a:cxn ang="0">
                        <a:pos x="14" y="42"/>
                      </a:cxn>
                      <a:cxn ang="0">
                        <a:pos x="0" y="31"/>
                      </a:cxn>
                    </a:cxnLst>
                    <a:rect l="0" t="0" r="r" b="b"/>
                    <a:pathLst>
                      <a:path w="283" h="42">
                        <a:moveTo>
                          <a:pt x="0" y="31"/>
                        </a:moveTo>
                        <a:lnTo>
                          <a:pt x="96" y="9"/>
                        </a:lnTo>
                        <a:lnTo>
                          <a:pt x="281" y="0"/>
                        </a:lnTo>
                        <a:lnTo>
                          <a:pt x="283" y="11"/>
                        </a:lnTo>
                        <a:lnTo>
                          <a:pt x="103" y="23"/>
                        </a:lnTo>
                        <a:lnTo>
                          <a:pt x="14" y="42"/>
                        </a:lnTo>
                        <a:lnTo>
                          <a:pt x="0" y="3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419" name="Freeform 35"/>
                  <p:cNvSpPr>
                    <a:spLocks/>
                  </p:cNvSpPr>
                  <p:nvPr/>
                </p:nvSpPr>
                <p:spPr bwMode="auto">
                  <a:xfrm>
                    <a:off x="2412" y="1187"/>
                    <a:ext cx="199" cy="114"/>
                  </a:xfrm>
                  <a:custGeom>
                    <a:avLst/>
                    <a:gdLst/>
                    <a:ahLst/>
                    <a:cxnLst>
                      <a:cxn ang="0">
                        <a:pos x="196" y="0"/>
                      </a:cxn>
                      <a:cxn ang="0">
                        <a:pos x="65" y="13"/>
                      </a:cxn>
                      <a:cxn ang="0">
                        <a:pos x="0" y="30"/>
                      </a:cxn>
                      <a:cxn ang="0">
                        <a:pos x="0" y="114"/>
                      </a:cxn>
                      <a:cxn ang="0">
                        <a:pos x="39" y="62"/>
                      </a:cxn>
                      <a:cxn ang="0">
                        <a:pos x="92" y="32"/>
                      </a:cxn>
                      <a:cxn ang="0">
                        <a:pos x="138" y="23"/>
                      </a:cxn>
                      <a:cxn ang="0">
                        <a:pos x="199" y="23"/>
                      </a:cxn>
                      <a:cxn ang="0">
                        <a:pos x="196" y="0"/>
                      </a:cxn>
                    </a:cxnLst>
                    <a:rect l="0" t="0" r="r" b="b"/>
                    <a:pathLst>
                      <a:path w="199" h="114">
                        <a:moveTo>
                          <a:pt x="196" y="0"/>
                        </a:moveTo>
                        <a:lnTo>
                          <a:pt x="65" y="13"/>
                        </a:lnTo>
                        <a:lnTo>
                          <a:pt x="0" y="30"/>
                        </a:lnTo>
                        <a:lnTo>
                          <a:pt x="0" y="114"/>
                        </a:lnTo>
                        <a:lnTo>
                          <a:pt x="39" y="62"/>
                        </a:lnTo>
                        <a:lnTo>
                          <a:pt x="92" y="32"/>
                        </a:lnTo>
                        <a:lnTo>
                          <a:pt x="138" y="23"/>
                        </a:lnTo>
                        <a:lnTo>
                          <a:pt x="199" y="23"/>
                        </a:lnTo>
                        <a:lnTo>
                          <a:pt x="196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420" name="Oval 36"/>
                  <p:cNvSpPr>
                    <a:spLocks noChangeArrowheads="1"/>
                  </p:cNvSpPr>
                  <p:nvPr/>
                </p:nvSpPr>
                <p:spPr bwMode="auto">
                  <a:xfrm>
                    <a:off x="2527" y="1364"/>
                    <a:ext cx="35" cy="35"/>
                  </a:xfrm>
                  <a:prstGeom prst="ellipse">
                    <a:avLst/>
                  </a:prstGeom>
                  <a:solidFill>
                    <a:srgbClr val="800000"/>
                  </a:solidFill>
                  <a:ln w="12700">
                    <a:solidFill>
                      <a:srgbClr val="8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421" name="Oval 37"/>
                  <p:cNvSpPr>
                    <a:spLocks noChangeArrowheads="1"/>
                  </p:cNvSpPr>
                  <p:nvPr/>
                </p:nvSpPr>
                <p:spPr bwMode="auto">
                  <a:xfrm>
                    <a:off x="2458" y="1631"/>
                    <a:ext cx="34" cy="35"/>
                  </a:xfrm>
                  <a:prstGeom prst="ellipse">
                    <a:avLst/>
                  </a:prstGeom>
                  <a:solidFill>
                    <a:srgbClr val="800000"/>
                  </a:solidFill>
                  <a:ln w="12700">
                    <a:solidFill>
                      <a:srgbClr val="8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grpSp>
                <p:nvGrpSpPr>
                  <p:cNvPr id="16422" name="Group 38"/>
                  <p:cNvGrpSpPr>
                    <a:grpSpLocks/>
                  </p:cNvGrpSpPr>
                  <p:nvPr/>
                </p:nvGrpSpPr>
                <p:grpSpPr bwMode="auto">
                  <a:xfrm>
                    <a:off x="2749" y="1070"/>
                    <a:ext cx="111" cy="174"/>
                    <a:chOff x="2749" y="1070"/>
                    <a:chExt cx="111" cy="174"/>
                  </a:xfrm>
                </p:grpSpPr>
                <p:sp>
                  <p:nvSpPr>
                    <p:cNvPr id="16423" name="Line 3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749" y="1144"/>
                      <a:ext cx="1" cy="63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424" name="Line 4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767" y="1125"/>
                      <a:ext cx="1" cy="101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425" name="Line 4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786" y="1107"/>
                      <a:ext cx="1" cy="119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426" name="Line 4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04" y="1088"/>
                      <a:ext cx="1" cy="156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427" name="Line 4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22" y="1070"/>
                      <a:ext cx="1" cy="174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428" name="Line 4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41" y="1070"/>
                      <a:ext cx="1" cy="174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429" name="Line 4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59" y="1070"/>
                      <a:ext cx="1" cy="174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</p:grpSp>
              <p:grpSp>
                <p:nvGrpSpPr>
                  <p:cNvPr id="16430" name="Group 46"/>
                  <p:cNvGrpSpPr>
                    <a:grpSpLocks/>
                  </p:cNvGrpSpPr>
                  <p:nvPr/>
                </p:nvGrpSpPr>
                <p:grpSpPr bwMode="auto">
                  <a:xfrm>
                    <a:off x="2456" y="629"/>
                    <a:ext cx="816" cy="1"/>
                    <a:chOff x="2456" y="629"/>
                    <a:chExt cx="816" cy="1"/>
                  </a:xfrm>
                </p:grpSpPr>
                <p:sp>
                  <p:nvSpPr>
                    <p:cNvPr id="16431" name="Line 4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456" y="629"/>
                      <a:ext cx="468" cy="1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432" name="Line 4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89" y="629"/>
                      <a:ext cx="283" cy="1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</p:grpSp>
              <p:sp>
                <p:nvSpPr>
                  <p:cNvPr id="16433" name="Freeform 49"/>
                  <p:cNvSpPr>
                    <a:spLocks/>
                  </p:cNvSpPr>
                  <p:nvPr/>
                </p:nvSpPr>
                <p:spPr bwMode="auto">
                  <a:xfrm>
                    <a:off x="2552" y="2087"/>
                    <a:ext cx="107" cy="119"/>
                  </a:xfrm>
                  <a:custGeom>
                    <a:avLst/>
                    <a:gdLst/>
                    <a:ahLst/>
                    <a:cxnLst>
                      <a:cxn ang="0">
                        <a:pos x="17" y="58"/>
                      </a:cxn>
                      <a:cxn ang="0">
                        <a:pos x="88" y="58"/>
                      </a:cxn>
                      <a:cxn ang="0">
                        <a:pos x="88" y="0"/>
                      </a:cxn>
                      <a:cxn ang="0">
                        <a:pos x="107" y="0"/>
                      </a:cxn>
                      <a:cxn ang="0">
                        <a:pos x="107" y="119"/>
                      </a:cxn>
                      <a:cxn ang="0">
                        <a:pos x="1" y="119"/>
                      </a:cxn>
                      <a:cxn ang="0">
                        <a:pos x="34" y="86"/>
                      </a:cxn>
                      <a:cxn ang="0">
                        <a:pos x="0" y="86"/>
                      </a:cxn>
                      <a:cxn ang="0">
                        <a:pos x="17" y="58"/>
                      </a:cxn>
                    </a:cxnLst>
                    <a:rect l="0" t="0" r="r" b="b"/>
                    <a:pathLst>
                      <a:path w="107" h="119">
                        <a:moveTo>
                          <a:pt x="17" y="58"/>
                        </a:moveTo>
                        <a:lnTo>
                          <a:pt x="88" y="58"/>
                        </a:lnTo>
                        <a:lnTo>
                          <a:pt x="88" y="0"/>
                        </a:lnTo>
                        <a:lnTo>
                          <a:pt x="107" y="0"/>
                        </a:lnTo>
                        <a:lnTo>
                          <a:pt x="107" y="119"/>
                        </a:lnTo>
                        <a:lnTo>
                          <a:pt x="1" y="119"/>
                        </a:lnTo>
                        <a:lnTo>
                          <a:pt x="34" y="86"/>
                        </a:lnTo>
                        <a:lnTo>
                          <a:pt x="0" y="86"/>
                        </a:lnTo>
                        <a:lnTo>
                          <a:pt x="17" y="5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434" name="Freeform 50"/>
                  <p:cNvSpPr>
                    <a:spLocks/>
                  </p:cNvSpPr>
                  <p:nvPr/>
                </p:nvSpPr>
                <p:spPr bwMode="auto">
                  <a:xfrm>
                    <a:off x="2676" y="2091"/>
                    <a:ext cx="355" cy="113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24" y="16"/>
                      </a:cxn>
                      <a:cxn ang="0">
                        <a:pos x="45" y="26"/>
                      </a:cxn>
                      <a:cxn ang="0">
                        <a:pos x="62" y="33"/>
                      </a:cxn>
                      <a:cxn ang="0">
                        <a:pos x="81" y="40"/>
                      </a:cxn>
                      <a:cxn ang="0">
                        <a:pos x="101" y="46"/>
                      </a:cxn>
                      <a:cxn ang="0">
                        <a:pos x="124" y="51"/>
                      </a:cxn>
                      <a:cxn ang="0">
                        <a:pos x="124" y="67"/>
                      </a:cxn>
                      <a:cxn ang="0">
                        <a:pos x="107" y="67"/>
                      </a:cxn>
                      <a:cxn ang="0">
                        <a:pos x="106" y="82"/>
                      </a:cxn>
                      <a:cxn ang="0">
                        <a:pos x="142" y="89"/>
                      </a:cxn>
                      <a:cxn ang="0">
                        <a:pos x="183" y="99"/>
                      </a:cxn>
                      <a:cxn ang="0">
                        <a:pos x="250" y="98"/>
                      </a:cxn>
                      <a:cxn ang="0">
                        <a:pos x="299" y="88"/>
                      </a:cxn>
                      <a:cxn ang="0">
                        <a:pos x="354" y="60"/>
                      </a:cxn>
                      <a:cxn ang="0">
                        <a:pos x="355" y="113"/>
                      </a:cxn>
                      <a:cxn ang="0">
                        <a:pos x="143" y="113"/>
                      </a:cxn>
                      <a:cxn ang="0">
                        <a:pos x="143" y="101"/>
                      </a:cxn>
                      <a:cxn ang="0">
                        <a:pos x="106" y="99"/>
                      </a:cxn>
                      <a:cxn ang="0">
                        <a:pos x="65" y="92"/>
                      </a:cxn>
                      <a:cxn ang="0">
                        <a:pos x="0" y="68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355" h="113">
                        <a:moveTo>
                          <a:pt x="0" y="0"/>
                        </a:moveTo>
                        <a:lnTo>
                          <a:pt x="24" y="16"/>
                        </a:lnTo>
                        <a:lnTo>
                          <a:pt x="45" y="26"/>
                        </a:lnTo>
                        <a:lnTo>
                          <a:pt x="62" y="33"/>
                        </a:lnTo>
                        <a:lnTo>
                          <a:pt x="81" y="40"/>
                        </a:lnTo>
                        <a:lnTo>
                          <a:pt x="101" y="46"/>
                        </a:lnTo>
                        <a:lnTo>
                          <a:pt x="124" y="51"/>
                        </a:lnTo>
                        <a:lnTo>
                          <a:pt x="124" y="67"/>
                        </a:lnTo>
                        <a:lnTo>
                          <a:pt x="107" y="67"/>
                        </a:lnTo>
                        <a:lnTo>
                          <a:pt x="106" y="82"/>
                        </a:lnTo>
                        <a:lnTo>
                          <a:pt x="142" y="89"/>
                        </a:lnTo>
                        <a:lnTo>
                          <a:pt x="183" y="99"/>
                        </a:lnTo>
                        <a:lnTo>
                          <a:pt x="250" y="98"/>
                        </a:lnTo>
                        <a:lnTo>
                          <a:pt x="299" y="88"/>
                        </a:lnTo>
                        <a:lnTo>
                          <a:pt x="354" y="60"/>
                        </a:lnTo>
                        <a:lnTo>
                          <a:pt x="355" y="113"/>
                        </a:lnTo>
                        <a:lnTo>
                          <a:pt x="143" y="113"/>
                        </a:lnTo>
                        <a:lnTo>
                          <a:pt x="143" y="101"/>
                        </a:lnTo>
                        <a:lnTo>
                          <a:pt x="106" y="99"/>
                        </a:lnTo>
                        <a:lnTo>
                          <a:pt x="65" y="92"/>
                        </a:lnTo>
                        <a:lnTo>
                          <a:pt x="0" y="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435" name="Freeform 51"/>
                  <p:cNvSpPr>
                    <a:spLocks/>
                  </p:cNvSpPr>
                  <p:nvPr/>
                </p:nvSpPr>
                <p:spPr bwMode="auto">
                  <a:xfrm>
                    <a:off x="3042" y="2083"/>
                    <a:ext cx="108" cy="120"/>
                  </a:xfrm>
                  <a:custGeom>
                    <a:avLst/>
                    <a:gdLst/>
                    <a:ahLst/>
                    <a:cxnLst>
                      <a:cxn ang="0">
                        <a:pos x="91" y="59"/>
                      </a:cxn>
                      <a:cxn ang="0">
                        <a:pos x="19" y="59"/>
                      </a:cxn>
                      <a:cxn ang="0">
                        <a:pos x="19" y="0"/>
                      </a:cxn>
                      <a:cxn ang="0">
                        <a:pos x="0" y="0"/>
                      </a:cxn>
                      <a:cxn ang="0">
                        <a:pos x="0" y="120"/>
                      </a:cxn>
                      <a:cxn ang="0">
                        <a:pos x="107" y="120"/>
                      </a:cxn>
                      <a:cxn ang="0">
                        <a:pos x="74" y="86"/>
                      </a:cxn>
                      <a:cxn ang="0">
                        <a:pos x="108" y="86"/>
                      </a:cxn>
                      <a:cxn ang="0">
                        <a:pos x="91" y="59"/>
                      </a:cxn>
                    </a:cxnLst>
                    <a:rect l="0" t="0" r="r" b="b"/>
                    <a:pathLst>
                      <a:path w="108" h="120">
                        <a:moveTo>
                          <a:pt x="91" y="59"/>
                        </a:moveTo>
                        <a:lnTo>
                          <a:pt x="19" y="59"/>
                        </a:lnTo>
                        <a:lnTo>
                          <a:pt x="19" y="0"/>
                        </a:lnTo>
                        <a:lnTo>
                          <a:pt x="0" y="0"/>
                        </a:lnTo>
                        <a:lnTo>
                          <a:pt x="0" y="120"/>
                        </a:lnTo>
                        <a:lnTo>
                          <a:pt x="107" y="120"/>
                        </a:lnTo>
                        <a:lnTo>
                          <a:pt x="74" y="86"/>
                        </a:lnTo>
                        <a:lnTo>
                          <a:pt x="108" y="86"/>
                        </a:lnTo>
                        <a:lnTo>
                          <a:pt x="91" y="5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436" name="Oval 52"/>
                  <p:cNvSpPr>
                    <a:spLocks noChangeArrowheads="1"/>
                  </p:cNvSpPr>
                  <p:nvPr/>
                </p:nvSpPr>
                <p:spPr bwMode="auto">
                  <a:xfrm>
                    <a:off x="3278" y="2063"/>
                    <a:ext cx="59" cy="59"/>
                  </a:xfrm>
                  <a:prstGeom prst="ellipse">
                    <a:avLst/>
                  </a:prstGeom>
                  <a:solidFill>
                    <a:srgbClr val="800000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grpSp>
                <p:nvGrpSpPr>
                  <p:cNvPr id="16437" name="Group 53"/>
                  <p:cNvGrpSpPr>
                    <a:grpSpLocks/>
                  </p:cNvGrpSpPr>
                  <p:nvPr/>
                </p:nvGrpSpPr>
                <p:grpSpPr bwMode="auto">
                  <a:xfrm>
                    <a:off x="3235" y="2008"/>
                    <a:ext cx="287" cy="141"/>
                    <a:chOff x="3235" y="2008"/>
                    <a:chExt cx="287" cy="141"/>
                  </a:xfrm>
                </p:grpSpPr>
                <p:sp>
                  <p:nvSpPr>
                    <p:cNvPr id="16438" name="Line 5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235" y="2026"/>
                      <a:ext cx="287" cy="1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439" name="Line 5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465" y="2008"/>
                      <a:ext cx="1" cy="141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</p:grpSp>
              <p:grpSp>
                <p:nvGrpSpPr>
                  <p:cNvPr id="16440" name="Group 56"/>
                  <p:cNvGrpSpPr>
                    <a:grpSpLocks/>
                  </p:cNvGrpSpPr>
                  <p:nvPr/>
                </p:nvGrpSpPr>
                <p:grpSpPr bwMode="auto">
                  <a:xfrm>
                    <a:off x="2765" y="839"/>
                    <a:ext cx="196" cy="162"/>
                    <a:chOff x="2765" y="839"/>
                    <a:chExt cx="196" cy="162"/>
                  </a:xfrm>
                </p:grpSpPr>
                <p:sp>
                  <p:nvSpPr>
                    <p:cNvPr id="16441" name="Freeform 57"/>
                    <p:cNvSpPr>
                      <a:spLocks/>
                    </p:cNvSpPr>
                    <p:nvPr/>
                  </p:nvSpPr>
                  <p:spPr bwMode="auto">
                    <a:xfrm>
                      <a:off x="2814" y="839"/>
                      <a:ext cx="62" cy="60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53" y="0"/>
                        </a:cxn>
                        <a:cxn ang="0">
                          <a:pos x="62" y="60"/>
                        </a:cxn>
                        <a:cxn ang="0">
                          <a:pos x="13" y="60"/>
                        </a:cxn>
                        <a:cxn ang="0">
                          <a:pos x="0" y="0"/>
                        </a:cxn>
                      </a:cxnLst>
                      <a:rect l="0" t="0" r="r" b="b"/>
                      <a:pathLst>
                        <a:path w="62" h="60">
                          <a:moveTo>
                            <a:pt x="0" y="0"/>
                          </a:moveTo>
                          <a:lnTo>
                            <a:pt x="53" y="0"/>
                          </a:lnTo>
                          <a:lnTo>
                            <a:pt x="62" y="60"/>
                          </a:lnTo>
                          <a:lnTo>
                            <a:pt x="13" y="6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1270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442" name="Line 5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12" y="912"/>
                      <a:ext cx="85" cy="1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443" name="Line 5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27" y="940"/>
                      <a:ext cx="134" cy="1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444" name="Freeform 60"/>
                    <p:cNvSpPr>
                      <a:spLocks/>
                    </p:cNvSpPr>
                    <p:nvPr/>
                  </p:nvSpPr>
                  <p:spPr bwMode="auto">
                    <a:xfrm>
                      <a:off x="2765" y="955"/>
                      <a:ext cx="146" cy="46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46"/>
                        </a:cxn>
                        <a:cxn ang="0">
                          <a:pos x="65" y="18"/>
                        </a:cxn>
                        <a:cxn ang="0">
                          <a:pos x="80" y="0"/>
                        </a:cxn>
                        <a:cxn ang="0">
                          <a:pos x="118" y="0"/>
                        </a:cxn>
                        <a:cxn ang="0">
                          <a:pos x="146" y="46"/>
                        </a:cxn>
                        <a:cxn ang="0">
                          <a:pos x="0" y="46"/>
                        </a:cxn>
                      </a:cxnLst>
                      <a:rect l="0" t="0" r="r" b="b"/>
                      <a:pathLst>
                        <a:path w="146" h="46">
                          <a:moveTo>
                            <a:pt x="0" y="46"/>
                          </a:moveTo>
                          <a:lnTo>
                            <a:pt x="65" y="18"/>
                          </a:lnTo>
                          <a:lnTo>
                            <a:pt x="80" y="0"/>
                          </a:lnTo>
                          <a:lnTo>
                            <a:pt x="118" y="0"/>
                          </a:lnTo>
                          <a:lnTo>
                            <a:pt x="146" y="46"/>
                          </a:lnTo>
                          <a:lnTo>
                            <a:pt x="0" y="46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1270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</p:grpSp>
              <p:sp>
                <p:nvSpPr>
                  <p:cNvPr id="16445" name="Rectangle 61"/>
                  <p:cNvSpPr>
                    <a:spLocks noChangeArrowheads="1"/>
                  </p:cNvSpPr>
                  <p:nvPr/>
                </p:nvSpPr>
                <p:spPr bwMode="auto">
                  <a:xfrm>
                    <a:off x="3266" y="1886"/>
                    <a:ext cx="127" cy="38"/>
                  </a:xfrm>
                  <a:prstGeom prst="rect">
                    <a:avLst/>
                  </a:prstGeom>
                  <a:solidFill>
                    <a:srgbClr val="000000"/>
                  </a:solidFill>
                  <a:ln w="1270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446" name="Freeform 62"/>
                  <p:cNvSpPr>
                    <a:spLocks/>
                  </p:cNvSpPr>
                  <p:nvPr/>
                </p:nvSpPr>
                <p:spPr bwMode="auto">
                  <a:xfrm>
                    <a:off x="3273" y="1658"/>
                    <a:ext cx="65" cy="139"/>
                  </a:xfrm>
                  <a:custGeom>
                    <a:avLst/>
                    <a:gdLst/>
                    <a:ahLst/>
                    <a:cxnLst>
                      <a:cxn ang="0">
                        <a:pos x="42" y="0"/>
                      </a:cxn>
                      <a:cxn ang="0">
                        <a:pos x="65" y="16"/>
                      </a:cxn>
                      <a:cxn ang="0">
                        <a:pos x="65" y="139"/>
                      </a:cxn>
                      <a:cxn ang="0">
                        <a:pos x="0" y="50"/>
                      </a:cxn>
                      <a:cxn ang="0">
                        <a:pos x="42" y="50"/>
                      </a:cxn>
                      <a:cxn ang="0">
                        <a:pos x="42" y="0"/>
                      </a:cxn>
                    </a:cxnLst>
                    <a:rect l="0" t="0" r="r" b="b"/>
                    <a:pathLst>
                      <a:path w="65" h="139">
                        <a:moveTo>
                          <a:pt x="42" y="0"/>
                        </a:moveTo>
                        <a:lnTo>
                          <a:pt x="65" y="16"/>
                        </a:lnTo>
                        <a:lnTo>
                          <a:pt x="65" y="139"/>
                        </a:lnTo>
                        <a:lnTo>
                          <a:pt x="0" y="50"/>
                        </a:lnTo>
                        <a:lnTo>
                          <a:pt x="42" y="50"/>
                        </a:lnTo>
                        <a:lnTo>
                          <a:pt x="42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447" name="Oval 63"/>
                  <p:cNvSpPr>
                    <a:spLocks noChangeArrowheads="1"/>
                  </p:cNvSpPr>
                  <p:nvPr/>
                </p:nvSpPr>
                <p:spPr bwMode="auto">
                  <a:xfrm>
                    <a:off x="3287" y="1900"/>
                    <a:ext cx="59" cy="59"/>
                  </a:xfrm>
                  <a:prstGeom prst="ellipse">
                    <a:avLst/>
                  </a:prstGeom>
                  <a:solidFill>
                    <a:srgbClr val="800000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grpSp>
                <p:nvGrpSpPr>
                  <p:cNvPr id="16448" name="Group 64"/>
                  <p:cNvGrpSpPr>
                    <a:grpSpLocks/>
                  </p:cNvGrpSpPr>
                  <p:nvPr/>
                </p:nvGrpSpPr>
                <p:grpSpPr bwMode="auto">
                  <a:xfrm>
                    <a:off x="2433" y="1218"/>
                    <a:ext cx="219" cy="385"/>
                    <a:chOff x="2433" y="1218"/>
                    <a:chExt cx="219" cy="385"/>
                  </a:xfrm>
                </p:grpSpPr>
                <p:sp>
                  <p:nvSpPr>
                    <p:cNvPr id="16449" name="Freeform 65"/>
                    <p:cNvSpPr>
                      <a:spLocks/>
                    </p:cNvSpPr>
                    <p:nvPr/>
                  </p:nvSpPr>
                  <p:spPr bwMode="auto">
                    <a:xfrm>
                      <a:off x="2433" y="1218"/>
                      <a:ext cx="219" cy="385"/>
                    </a:xfrm>
                    <a:custGeom>
                      <a:avLst/>
                      <a:gdLst/>
                      <a:ahLst/>
                      <a:cxnLst>
                        <a:cxn ang="0">
                          <a:pos x="219" y="165"/>
                        </a:cxn>
                        <a:cxn ang="0">
                          <a:pos x="219" y="0"/>
                        </a:cxn>
                        <a:cxn ang="0">
                          <a:pos x="128" y="0"/>
                        </a:cxn>
                        <a:cxn ang="0">
                          <a:pos x="74" y="18"/>
                        </a:cxn>
                        <a:cxn ang="0">
                          <a:pos x="1" y="90"/>
                        </a:cxn>
                        <a:cxn ang="0">
                          <a:pos x="0" y="385"/>
                        </a:cxn>
                        <a:cxn ang="0">
                          <a:pos x="128" y="385"/>
                        </a:cxn>
                        <a:cxn ang="0">
                          <a:pos x="129" y="348"/>
                        </a:cxn>
                        <a:cxn ang="0">
                          <a:pos x="19" y="348"/>
                        </a:cxn>
                        <a:cxn ang="0">
                          <a:pos x="19" y="90"/>
                        </a:cxn>
                        <a:cxn ang="0">
                          <a:pos x="74" y="36"/>
                        </a:cxn>
                        <a:cxn ang="0">
                          <a:pos x="128" y="18"/>
                        </a:cxn>
                        <a:cxn ang="0">
                          <a:pos x="201" y="18"/>
                        </a:cxn>
                        <a:cxn ang="0">
                          <a:pos x="201" y="166"/>
                        </a:cxn>
                        <a:cxn ang="0">
                          <a:pos x="219" y="165"/>
                        </a:cxn>
                      </a:cxnLst>
                      <a:rect l="0" t="0" r="r" b="b"/>
                      <a:pathLst>
                        <a:path w="219" h="385">
                          <a:moveTo>
                            <a:pt x="219" y="165"/>
                          </a:moveTo>
                          <a:lnTo>
                            <a:pt x="219" y="0"/>
                          </a:lnTo>
                          <a:lnTo>
                            <a:pt x="128" y="0"/>
                          </a:lnTo>
                          <a:lnTo>
                            <a:pt x="74" y="18"/>
                          </a:lnTo>
                          <a:lnTo>
                            <a:pt x="1" y="90"/>
                          </a:lnTo>
                          <a:lnTo>
                            <a:pt x="0" y="385"/>
                          </a:lnTo>
                          <a:lnTo>
                            <a:pt x="128" y="385"/>
                          </a:lnTo>
                          <a:lnTo>
                            <a:pt x="129" y="348"/>
                          </a:lnTo>
                          <a:lnTo>
                            <a:pt x="19" y="348"/>
                          </a:lnTo>
                          <a:lnTo>
                            <a:pt x="19" y="90"/>
                          </a:lnTo>
                          <a:lnTo>
                            <a:pt x="74" y="36"/>
                          </a:lnTo>
                          <a:lnTo>
                            <a:pt x="128" y="18"/>
                          </a:lnTo>
                          <a:lnTo>
                            <a:pt x="201" y="18"/>
                          </a:lnTo>
                          <a:lnTo>
                            <a:pt x="201" y="166"/>
                          </a:lnTo>
                          <a:lnTo>
                            <a:pt x="219" y="165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1270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450" name="Freeform 66"/>
                    <p:cNvSpPr>
                      <a:spLocks/>
                    </p:cNvSpPr>
                    <p:nvPr/>
                  </p:nvSpPr>
                  <p:spPr bwMode="auto">
                    <a:xfrm>
                      <a:off x="2470" y="1272"/>
                      <a:ext cx="145" cy="276"/>
                    </a:xfrm>
                    <a:custGeom>
                      <a:avLst/>
                      <a:gdLst/>
                      <a:ahLst/>
                      <a:cxnLst>
                        <a:cxn ang="0">
                          <a:pos x="145" y="1"/>
                        </a:cxn>
                        <a:cxn ang="0">
                          <a:pos x="145" y="111"/>
                        </a:cxn>
                        <a:cxn ang="0">
                          <a:pos x="73" y="111"/>
                        </a:cxn>
                        <a:cxn ang="0">
                          <a:pos x="73" y="276"/>
                        </a:cxn>
                        <a:cxn ang="0">
                          <a:pos x="0" y="276"/>
                        </a:cxn>
                        <a:cxn ang="0">
                          <a:pos x="0" y="73"/>
                        </a:cxn>
                        <a:cxn ang="0">
                          <a:pos x="55" y="18"/>
                        </a:cxn>
                        <a:cxn ang="0">
                          <a:pos x="110" y="0"/>
                        </a:cxn>
                        <a:cxn ang="0">
                          <a:pos x="145" y="1"/>
                        </a:cxn>
                      </a:cxnLst>
                      <a:rect l="0" t="0" r="r" b="b"/>
                      <a:pathLst>
                        <a:path w="145" h="276">
                          <a:moveTo>
                            <a:pt x="145" y="1"/>
                          </a:moveTo>
                          <a:lnTo>
                            <a:pt x="145" y="111"/>
                          </a:lnTo>
                          <a:lnTo>
                            <a:pt x="73" y="111"/>
                          </a:lnTo>
                          <a:lnTo>
                            <a:pt x="73" y="276"/>
                          </a:lnTo>
                          <a:lnTo>
                            <a:pt x="0" y="276"/>
                          </a:lnTo>
                          <a:lnTo>
                            <a:pt x="0" y="73"/>
                          </a:lnTo>
                          <a:lnTo>
                            <a:pt x="55" y="18"/>
                          </a:lnTo>
                          <a:lnTo>
                            <a:pt x="110" y="0"/>
                          </a:lnTo>
                          <a:lnTo>
                            <a:pt x="145" y="1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1270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</p:grpSp>
              <p:sp>
                <p:nvSpPr>
                  <p:cNvPr id="16451" name="Freeform 67"/>
                  <p:cNvSpPr>
                    <a:spLocks/>
                  </p:cNvSpPr>
                  <p:nvPr/>
                </p:nvSpPr>
                <p:spPr bwMode="auto">
                  <a:xfrm>
                    <a:off x="2412" y="1294"/>
                    <a:ext cx="89" cy="500"/>
                  </a:xfrm>
                  <a:custGeom>
                    <a:avLst/>
                    <a:gdLst/>
                    <a:ahLst/>
                    <a:cxnLst>
                      <a:cxn ang="0">
                        <a:pos x="25" y="0"/>
                      </a:cxn>
                      <a:cxn ang="0">
                        <a:pos x="0" y="30"/>
                      </a:cxn>
                      <a:cxn ang="0">
                        <a:pos x="0" y="500"/>
                      </a:cxn>
                      <a:cxn ang="0">
                        <a:pos x="52" y="500"/>
                      </a:cxn>
                      <a:cxn ang="0">
                        <a:pos x="52" y="410"/>
                      </a:cxn>
                      <a:cxn ang="0">
                        <a:pos x="89" y="396"/>
                      </a:cxn>
                      <a:cxn ang="0">
                        <a:pos x="88" y="369"/>
                      </a:cxn>
                      <a:cxn ang="0">
                        <a:pos x="48" y="297"/>
                      </a:cxn>
                      <a:cxn ang="0">
                        <a:pos x="25" y="297"/>
                      </a:cxn>
                      <a:cxn ang="0">
                        <a:pos x="25" y="0"/>
                      </a:cxn>
                    </a:cxnLst>
                    <a:rect l="0" t="0" r="r" b="b"/>
                    <a:pathLst>
                      <a:path w="89" h="500">
                        <a:moveTo>
                          <a:pt x="25" y="0"/>
                        </a:moveTo>
                        <a:lnTo>
                          <a:pt x="0" y="30"/>
                        </a:lnTo>
                        <a:lnTo>
                          <a:pt x="0" y="500"/>
                        </a:lnTo>
                        <a:lnTo>
                          <a:pt x="52" y="500"/>
                        </a:lnTo>
                        <a:lnTo>
                          <a:pt x="52" y="410"/>
                        </a:lnTo>
                        <a:lnTo>
                          <a:pt x="89" y="396"/>
                        </a:lnTo>
                        <a:lnTo>
                          <a:pt x="88" y="369"/>
                        </a:lnTo>
                        <a:lnTo>
                          <a:pt x="48" y="297"/>
                        </a:lnTo>
                        <a:lnTo>
                          <a:pt x="25" y="297"/>
                        </a:lnTo>
                        <a:lnTo>
                          <a:pt x="25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grpSp>
                <p:nvGrpSpPr>
                  <p:cNvPr id="16452" name="Group 68"/>
                  <p:cNvGrpSpPr>
                    <a:grpSpLocks/>
                  </p:cNvGrpSpPr>
                  <p:nvPr/>
                </p:nvGrpSpPr>
                <p:grpSpPr bwMode="auto">
                  <a:xfrm>
                    <a:off x="2475" y="1408"/>
                    <a:ext cx="768" cy="770"/>
                    <a:chOff x="2475" y="1408"/>
                    <a:chExt cx="768" cy="770"/>
                  </a:xfrm>
                </p:grpSpPr>
                <p:grpSp>
                  <p:nvGrpSpPr>
                    <p:cNvPr id="16453" name="Group 69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475" y="1408"/>
                      <a:ext cx="768" cy="770"/>
                      <a:chOff x="2475" y="1408"/>
                      <a:chExt cx="768" cy="770"/>
                    </a:xfrm>
                  </p:grpSpPr>
                  <p:sp>
                    <p:nvSpPr>
                      <p:cNvPr id="16454" name="Oval 7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475" y="1408"/>
                        <a:ext cx="768" cy="770"/>
                      </a:xfrm>
                      <a:prstGeom prst="ellipse">
                        <a:avLst/>
                      </a:prstGeom>
                      <a:solidFill>
                        <a:srgbClr val="A00000"/>
                      </a:solidFill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6455" name="Oval 71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740" y="1669"/>
                        <a:ext cx="237" cy="237"/>
                      </a:xfrm>
                      <a:prstGeom prst="ellipse">
                        <a:avLst/>
                      </a:prstGeom>
                      <a:solidFill>
                        <a:srgbClr val="A00000"/>
                      </a:solidFill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</p:grpSp>
                <p:sp>
                  <p:nvSpPr>
                    <p:cNvPr id="16456" name="Oval 7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11" y="1435"/>
                      <a:ext cx="695" cy="715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457" name="Oval 7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39" y="1472"/>
                      <a:ext cx="640" cy="641"/>
                    </a:xfrm>
                    <a:prstGeom prst="ellipse">
                      <a:avLst/>
                    </a:prstGeom>
                    <a:solidFill>
                      <a:srgbClr val="A00000"/>
                    </a:solidFill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458" name="Oval 7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75" y="1508"/>
                      <a:ext cx="568" cy="568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459" name="Oval 7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638" y="1572"/>
                      <a:ext cx="440" cy="440"/>
                    </a:xfrm>
                    <a:prstGeom prst="ellipse">
                      <a:avLst/>
                    </a:prstGeom>
                    <a:solidFill>
                      <a:srgbClr val="A00000"/>
                    </a:solidFill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460" name="Oval 7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666" y="1600"/>
                      <a:ext cx="385" cy="384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461" name="Oval 7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712" y="1646"/>
                      <a:ext cx="294" cy="292"/>
                    </a:xfrm>
                    <a:prstGeom prst="ellipse">
                      <a:avLst/>
                    </a:prstGeom>
                    <a:solidFill>
                      <a:srgbClr val="A00000"/>
                    </a:solidFill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462" name="Oval 7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755" y="1690"/>
                      <a:ext cx="208" cy="205"/>
                    </a:xfrm>
                    <a:prstGeom prst="ellipse">
                      <a:avLst/>
                    </a:prstGeom>
                    <a:solidFill>
                      <a:srgbClr val="A00000"/>
                    </a:solidFill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463" name="Oval 7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777" y="1711"/>
                      <a:ext cx="164" cy="162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464" name="Freeform 80"/>
                    <p:cNvSpPr>
                      <a:spLocks/>
                    </p:cNvSpPr>
                    <p:nvPr/>
                  </p:nvSpPr>
                  <p:spPr bwMode="auto">
                    <a:xfrm>
                      <a:off x="2893" y="1593"/>
                      <a:ext cx="181" cy="400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0" y="400"/>
                        </a:cxn>
                        <a:cxn ang="0">
                          <a:pos x="65" y="385"/>
                        </a:cxn>
                        <a:cxn ang="0">
                          <a:pos x="130" y="320"/>
                        </a:cxn>
                        <a:cxn ang="0">
                          <a:pos x="160" y="257"/>
                        </a:cxn>
                        <a:cxn ang="0">
                          <a:pos x="181" y="199"/>
                        </a:cxn>
                        <a:cxn ang="0">
                          <a:pos x="150" y="107"/>
                        </a:cxn>
                        <a:cxn ang="0">
                          <a:pos x="100" y="40"/>
                        </a:cxn>
                        <a:cxn ang="0">
                          <a:pos x="53" y="15"/>
                        </a:cxn>
                        <a:cxn ang="0">
                          <a:pos x="0" y="0"/>
                        </a:cxn>
                      </a:cxnLst>
                      <a:rect l="0" t="0" r="r" b="b"/>
                      <a:pathLst>
                        <a:path w="181" h="400">
                          <a:moveTo>
                            <a:pt x="0" y="0"/>
                          </a:moveTo>
                          <a:lnTo>
                            <a:pt x="0" y="400"/>
                          </a:lnTo>
                          <a:lnTo>
                            <a:pt x="65" y="385"/>
                          </a:lnTo>
                          <a:lnTo>
                            <a:pt x="130" y="320"/>
                          </a:lnTo>
                          <a:lnTo>
                            <a:pt x="160" y="257"/>
                          </a:lnTo>
                          <a:lnTo>
                            <a:pt x="181" y="199"/>
                          </a:lnTo>
                          <a:lnTo>
                            <a:pt x="150" y="107"/>
                          </a:lnTo>
                          <a:lnTo>
                            <a:pt x="100" y="40"/>
                          </a:lnTo>
                          <a:lnTo>
                            <a:pt x="53" y="15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A00000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465" name="Oval 8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786" y="1720"/>
                      <a:ext cx="146" cy="145"/>
                    </a:xfrm>
                    <a:prstGeom prst="ellipse">
                      <a:avLst/>
                    </a:prstGeom>
                    <a:solidFill>
                      <a:srgbClr val="A00000"/>
                    </a:solidFill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grpSp>
                  <p:nvGrpSpPr>
                    <p:cNvPr id="16466" name="Group 8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928" y="1649"/>
                      <a:ext cx="82" cy="289"/>
                      <a:chOff x="2928" y="1649"/>
                      <a:chExt cx="82" cy="289"/>
                    </a:xfrm>
                  </p:grpSpPr>
                  <p:sp>
                    <p:nvSpPr>
                      <p:cNvPr id="16467" name="Freeform 83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928" y="1649"/>
                        <a:ext cx="82" cy="87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0" y="32"/>
                          </a:cxn>
                          <a:cxn ang="0">
                            <a:pos x="59" y="32"/>
                          </a:cxn>
                          <a:cxn ang="0">
                            <a:pos x="59" y="0"/>
                          </a:cxn>
                          <a:cxn ang="0">
                            <a:pos x="82" y="0"/>
                          </a:cxn>
                          <a:cxn ang="0">
                            <a:pos x="82" y="87"/>
                          </a:cxn>
                          <a:cxn ang="0">
                            <a:pos x="55" y="87"/>
                          </a:cxn>
                          <a:cxn ang="0">
                            <a:pos x="55" y="55"/>
                          </a:cxn>
                          <a:cxn ang="0">
                            <a:pos x="0" y="55"/>
                          </a:cxn>
                          <a:cxn ang="0">
                            <a:pos x="0" y="32"/>
                          </a:cxn>
                        </a:cxnLst>
                        <a:rect l="0" t="0" r="r" b="b"/>
                        <a:pathLst>
                          <a:path w="82" h="87">
                            <a:moveTo>
                              <a:pt x="0" y="32"/>
                            </a:moveTo>
                            <a:lnTo>
                              <a:pt x="59" y="32"/>
                            </a:lnTo>
                            <a:lnTo>
                              <a:pt x="59" y="0"/>
                            </a:lnTo>
                            <a:lnTo>
                              <a:pt x="82" y="0"/>
                            </a:lnTo>
                            <a:lnTo>
                              <a:pt x="82" y="87"/>
                            </a:lnTo>
                            <a:lnTo>
                              <a:pt x="55" y="87"/>
                            </a:lnTo>
                            <a:lnTo>
                              <a:pt x="55" y="55"/>
                            </a:lnTo>
                            <a:lnTo>
                              <a:pt x="0" y="55"/>
                            </a:lnTo>
                            <a:lnTo>
                              <a:pt x="0" y="32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1270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6468" name="Freeform 84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928" y="1851"/>
                        <a:ext cx="82" cy="87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0" y="31"/>
                          </a:cxn>
                          <a:cxn ang="0">
                            <a:pos x="59" y="31"/>
                          </a:cxn>
                          <a:cxn ang="0">
                            <a:pos x="59" y="0"/>
                          </a:cxn>
                          <a:cxn ang="0">
                            <a:pos x="82" y="0"/>
                          </a:cxn>
                          <a:cxn ang="0">
                            <a:pos x="82" y="87"/>
                          </a:cxn>
                          <a:cxn ang="0">
                            <a:pos x="55" y="87"/>
                          </a:cxn>
                          <a:cxn ang="0">
                            <a:pos x="55" y="54"/>
                          </a:cxn>
                          <a:cxn ang="0">
                            <a:pos x="0" y="54"/>
                          </a:cxn>
                          <a:cxn ang="0">
                            <a:pos x="0" y="31"/>
                          </a:cxn>
                        </a:cxnLst>
                        <a:rect l="0" t="0" r="r" b="b"/>
                        <a:pathLst>
                          <a:path w="82" h="87">
                            <a:moveTo>
                              <a:pt x="0" y="31"/>
                            </a:moveTo>
                            <a:lnTo>
                              <a:pt x="59" y="31"/>
                            </a:lnTo>
                            <a:lnTo>
                              <a:pt x="59" y="0"/>
                            </a:lnTo>
                            <a:lnTo>
                              <a:pt x="82" y="0"/>
                            </a:lnTo>
                            <a:lnTo>
                              <a:pt x="82" y="87"/>
                            </a:lnTo>
                            <a:lnTo>
                              <a:pt x="55" y="87"/>
                            </a:lnTo>
                            <a:lnTo>
                              <a:pt x="55" y="54"/>
                            </a:lnTo>
                            <a:lnTo>
                              <a:pt x="0" y="54"/>
                            </a:lnTo>
                            <a:lnTo>
                              <a:pt x="0" y="31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1270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grpSp>
              <p:nvGrpSpPr>
                <p:cNvPr id="16469" name="Group 85"/>
                <p:cNvGrpSpPr>
                  <a:grpSpLocks/>
                </p:cNvGrpSpPr>
                <p:nvPr/>
              </p:nvGrpSpPr>
              <p:grpSpPr bwMode="auto">
                <a:xfrm>
                  <a:off x="2793" y="1761"/>
                  <a:ext cx="124" cy="70"/>
                  <a:chOff x="2793" y="1761"/>
                  <a:chExt cx="124" cy="70"/>
                </a:xfrm>
              </p:grpSpPr>
              <p:sp>
                <p:nvSpPr>
                  <p:cNvPr id="16470" name="Freeform 86"/>
                  <p:cNvSpPr>
                    <a:spLocks/>
                  </p:cNvSpPr>
                  <p:nvPr/>
                </p:nvSpPr>
                <p:spPr bwMode="auto">
                  <a:xfrm>
                    <a:off x="2793" y="1761"/>
                    <a:ext cx="21" cy="70"/>
                  </a:xfrm>
                  <a:custGeom>
                    <a:avLst/>
                    <a:gdLst/>
                    <a:ahLst/>
                    <a:cxnLst>
                      <a:cxn ang="0">
                        <a:pos x="7" y="70"/>
                      </a:cxn>
                      <a:cxn ang="0">
                        <a:pos x="21" y="70"/>
                      </a:cxn>
                      <a:cxn ang="0">
                        <a:pos x="21" y="0"/>
                      </a:cxn>
                      <a:cxn ang="0">
                        <a:pos x="3" y="0"/>
                      </a:cxn>
                      <a:cxn ang="0">
                        <a:pos x="0" y="16"/>
                      </a:cxn>
                      <a:cxn ang="0">
                        <a:pos x="7" y="16"/>
                      </a:cxn>
                      <a:cxn ang="0">
                        <a:pos x="7" y="70"/>
                      </a:cxn>
                    </a:cxnLst>
                    <a:rect l="0" t="0" r="r" b="b"/>
                    <a:pathLst>
                      <a:path w="21" h="70">
                        <a:moveTo>
                          <a:pt x="7" y="70"/>
                        </a:moveTo>
                        <a:lnTo>
                          <a:pt x="21" y="70"/>
                        </a:lnTo>
                        <a:lnTo>
                          <a:pt x="21" y="0"/>
                        </a:lnTo>
                        <a:lnTo>
                          <a:pt x="3" y="0"/>
                        </a:lnTo>
                        <a:lnTo>
                          <a:pt x="0" y="16"/>
                        </a:lnTo>
                        <a:lnTo>
                          <a:pt x="7" y="16"/>
                        </a:lnTo>
                        <a:lnTo>
                          <a:pt x="7" y="7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471" name="Freeform 87"/>
                  <p:cNvSpPr>
                    <a:spLocks/>
                  </p:cNvSpPr>
                  <p:nvPr/>
                </p:nvSpPr>
                <p:spPr bwMode="auto">
                  <a:xfrm>
                    <a:off x="2876" y="1761"/>
                    <a:ext cx="41" cy="70"/>
                  </a:xfrm>
                  <a:custGeom>
                    <a:avLst/>
                    <a:gdLst/>
                    <a:ahLst/>
                    <a:cxnLst>
                      <a:cxn ang="0">
                        <a:pos x="12" y="0"/>
                      </a:cxn>
                      <a:cxn ang="0">
                        <a:pos x="31" y="0"/>
                      </a:cxn>
                      <a:cxn ang="0">
                        <a:pos x="41" y="10"/>
                      </a:cxn>
                      <a:cxn ang="0">
                        <a:pos x="41" y="28"/>
                      </a:cxn>
                      <a:cxn ang="0">
                        <a:pos x="34" y="35"/>
                      </a:cxn>
                      <a:cxn ang="0">
                        <a:pos x="41" y="43"/>
                      </a:cxn>
                      <a:cxn ang="0">
                        <a:pos x="41" y="60"/>
                      </a:cxn>
                      <a:cxn ang="0">
                        <a:pos x="31" y="70"/>
                      </a:cxn>
                      <a:cxn ang="0">
                        <a:pos x="12" y="70"/>
                      </a:cxn>
                      <a:cxn ang="0">
                        <a:pos x="0" y="60"/>
                      </a:cxn>
                      <a:cxn ang="0">
                        <a:pos x="0" y="52"/>
                      </a:cxn>
                      <a:cxn ang="0">
                        <a:pos x="16" y="52"/>
                      </a:cxn>
                      <a:cxn ang="0">
                        <a:pos x="16" y="57"/>
                      </a:cxn>
                      <a:cxn ang="0">
                        <a:pos x="28" y="57"/>
                      </a:cxn>
                      <a:cxn ang="0">
                        <a:pos x="28" y="43"/>
                      </a:cxn>
                      <a:cxn ang="0">
                        <a:pos x="16" y="43"/>
                      </a:cxn>
                      <a:cxn ang="0">
                        <a:pos x="16" y="28"/>
                      </a:cxn>
                      <a:cxn ang="0">
                        <a:pos x="28" y="28"/>
                      </a:cxn>
                      <a:cxn ang="0">
                        <a:pos x="28" y="13"/>
                      </a:cxn>
                      <a:cxn ang="0">
                        <a:pos x="16" y="13"/>
                      </a:cxn>
                      <a:cxn ang="0">
                        <a:pos x="16" y="18"/>
                      </a:cxn>
                      <a:cxn ang="0">
                        <a:pos x="0" y="18"/>
                      </a:cxn>
                      <a:cxn ang="0">
                        <a:pos x="0" y="10"/>
                      </a:cxn>
                      <a:cxn ang="0">
                        <a:pos x="12" y="0"/>
                      </a:cxn>
                    </a:cxnLst>
                    <a:rect l="0" t="0" r="r" b="b"/>
                    <a:pathLst>
                      <a:path w="41" h="70">
                        <a:moveTo>
                          <a:pt x="12" y="0"/>
                        </a:moveTo>
                        <a:lnTo>
                          <a:pt x="31" y="0"/>
                        </a:lnTo>
                        <a:lnTo>
                          <a:pt x="41" y="10"/>
                        </a:lnTo>
                        <a:lnTo>
                          <a:pt x="41" y="28"/>
                        </a:lnTo>
                        <a:lnTo>
                          <a:pt x="34" y="35"/>
                        </a:lnTo>
                        <a:lnTo>
                          <a:pt x="41" y="43"/>
                        </a:lnTo>
                        <a:lnTo>
                          <a:pt x="41" y="60"/>
                        </a:lnTo>
                        <a:lnTo>
                          <a:pt x="31" y="70"/>
                        </a:lnTo>
                        <a:lnTo>
                          <a:pt x="12" y="70"/>
                        </a:lnTo>
                        <a:lnTo>
                          <a:pt x="0" y="60"/>
                        </a:lnTo>
                        <a:lnTo>
                          <a:pt x="0" y="52"/>
                        </a:lnTo>
                        <a:lnTo>
                          <a:pt x="16" y="52"/>
                        </a:lnTo>
                        <a:lnTo>
                          <a:pt x="16" y="57"/>
                        </a:lnTo>
                        <a:lnTo>
                          <a:pt x="28" y="57"/>
                        </a:lnTo>
                        <a:lnTo>
                          <a:pt x="28" y="43"/>
                        </a:lnTo>
                        <a:lnTo>
                          <a:pt x="16" y="43"/>
                        </a:lnTo>
                        <a:lnTo>
                          <a:pt x="16" y="28"/>
                        </a:lnTo>
                        <a:lnTo>
                          <a:pt x="28" y="28"/>
                        </a:lnTo>
                        <a:lnTo>
                          <a:pt x="28" y="13"/>
                        </a:lnTo>
                        <a:lnTo>
                          <a:pt x="16" y="13"/>
                        </a:lnTo>
                        <a:lnTo>
                          <a:pt x="16" y="18"/>
                        </a:lnTo>
                        <a:lnTo>
                          <a:pt x="0" y="18"/>
                        </a:lnTo>
                        <a:lnTo>
                          <a:pt x="0" y="10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472" name="Freeform 88"/>
                  <p:cNvSpPr>
                    <a:spLocks/>
                  </p:cNvSpPr>
                  <p:nvPr/>
                </p:nvSpPr>
                <p:spPr bwMode="auto">
                  <a:xfrm>
                    <a:off x="2829" y="1761"/>
                    <a:ext cx="40" cy="7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38" y="0"/>
                      </a:cxn>
                      <a:cxn ang="0">
                        <a:pos x="38" y="16"/>
                      </a:cxn>
                      <a:cxn ang="0">
                        <a:pos x="14" y="16"/>
                      </a:cxn>
                      <a:cxn ang="0">
                        <a:pos x="14" y="24"/>
                      </a:cxn>
                      <a:cxn ang="0">
                        <a:pos x="30" y="24"/>
                      </a:cxn>
                      <a:cxn ang="0">
                        <a:pos x="40" y="35"/>
                      </a:cxn>
                      <a:cxn ang="0">
                        <a:pos x="40" y="58"/>
                      </a:cxn>
                      <a:cxn ang="0">
                        <a:pos x="30" y="70"/>
                      </a:cxn>
                      <a:cxn ang="0">
                        <a:pos x="10" y="70"/>
                      </a:cxn>
                      <a:cxn ang="0">
                        <a:pos x="0" y="58"/>
                      </a:cxn>
                      <a:cxn ang="0">
                        <a:pos x="0" y="48"/>
                      </a:cxn>
                      <a:cxn ang="0">
                        <a:pos x="14" y="48"/>
                      </a:cxn>
                      <a:cxn ang="0">
                        <a:pos x="14" y="57"/>
                      </a:cxn>
                      <a:cxn ang="0">
                        <a:pos x="26" y="57"/>
                      </a:cxn>
                      <a:cxn ang="0">
                        <a:pos x="26" y="37"/>
                      </a:cxn>
                      <a:cxn ang="0">
                        <a:pos x="10" y="37"/>
                      </a:cxn>
                      <a:cxn ang="0">
                        <a:pos x="0" y="26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40" h="70">
                        <a:moveTo>
                          <a:pt x="0" y="0"/>
                        </a:moveTo>
                        <a:lnTo>
                          <a:pt x="38" y="0"/>
                        </a:lnTo>
                        <a:lnTo>
                          <a:pt x="38" y="16"/>
                        </a:lnTo>
                        <a:lnTo>
                          <a:pt x="14" y="16"/>
                        </a:lnTo>
                        <a:lnTo>
                          <a:pt x="14" y="24"/>
                        </a:lnTo>
                        <a:lnTo>
                          <a:pt x="30" y="24"/>
                        </a:lnTo>
                        <a:lnTo>
                          <a:pt x="40" y="35"/>
                        </a:lnTo>
                        <a:lnTo>
                          <a:pt x="40" y="58"/>
                        </a:lnTo>
                        <a:lnTo>
                          <a:pt x="30" y="70"/>
                        </a:lnTo>
                        <a:lnTo>
                          <a:pt x="10" y="70"/>
                        </a:lnTo>
                        <a:lnTo>
                          <a:pt x="0" y="58"/>
                        </a:lnTo>
                        <a:lnTo>
                          <a:pt x="0" y="48"/>
                        </a:lnTo>
                        <a:lnTo>
                          <a:pt x="14" y="48"/>
                        </a:lnTo>
                        <a:lnTo>
                          <a:pt x="14" y="57"/>
                        </a:lnTo>
                        <a:lnTo>
                          <a:pt x="26" y="57"/>
                        </a:lnTo>
                        <a:lnTo>
                          <a:pt x="26" y="37"/>
                        </a:lnTo>
                        <a:lnTo>
                          <a:pt x="10" y="37"/>
                        </a:lnTo>
                        <a:lnTo>
                          <a:pt x="0" y="2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</p:grpSp>
          <p:grpSp>
            <p:nvGrpSpPr>
              <p:cNvPr id="16473" name="Group 89"/>
              <p:cNvGrpSpPr>
                <a:grpSpLocks/>
              </p:cNvGrpSpPr>
              <p:nvPr/>
            </p:nvGrpSpPr>
            <p:grpSpPr bwMode="auto">
              <a:xfrm>
                <a:off x="1234" y="1752"/>
                <a:ext cx="3281" cy="893"/>
                <a:chOff x="1234" y="1752"/>
                <a:chExt cx="3281" cy="893"/>
              </a:xfrm>
            </p:grpSpPr>
            <p:grpSp>
              <p:nvGrpSpPr>
                <p:cNvPr id="16474" name="Group 90"/>
                <p:cNvGrpSpPr>
                  <a:grpSpLocks/>
                </p:cNvGrpSpPr>
                <p:nvPr/>
              </p:nvGrpSpPr>
              <p:grpSpPr bwMode="auto">
                <a:xfrm>
                  <a:off x="1234" y="1766"/>
                  <a:ext cx="1232" cy="879"/>
                  <a:chOff x="1234" y="1766"/>
                  <a:chExt cx="1232" cy="879"/>
                </a:xfrm>
              </p:grpSpPr>
              <p:sp>
                <p:nvSpPr>
                  <p:cNvPr id="16475" name="Freeform 91"/>
                  <p:cNvSpPr>
                    <a:spLocks/>
                  </p:cNvSpPr>
                  <p:nvPr/>
                </p:nvSpPr>
                <p:spPr bwMode="auto">
                  <a:xfrm>
                    <a:off x="1234" y="1766"/>
                    <a:ext cx="1232" cy="844"/>
                  </a:xfrm>
                  <a:custGeom>
                    <a:avLst/>
                    <a:gdLst/>
                    <a:ahLst/>
                    <a:cxnLst>
                      <a:cxn ang="0">
                        <a:pos x="1073" y="236"/>
                      </a:cxn>
                      <a:cxn ang="0">
                        <a:pos x="1033" y="227"/>
                      </a:cxn>
                      <a:cxn ang="0">
                        <a:pos x="984" y="239"/>
                      </a:cxn>
                      <a:cxn ang="0">
                        <a:pos x="988" y="193"/>
                      </a:cxn>
                      <a:cxn ang="0">
                        <a:pos x="979" y="160"/>
                      </a:cxn>
                      <a:cxn ang="0">
                        <a:pos x="952" y="130"/>
                      </a:cxn>
                      <a:cxn ang="0">
                        <a:pos x="912" y="119"/>
                      </a:cxn>
                      <a:cxn ang="0">
                        <a:pos x="855" y="123"/>
                      </a:cxn>
                      <a:cxn ang="0">
                        <a:pos x="831" y="105"/>
                      </a:cxn>
                      <a:cxn ang="0">
                        <a:pos x="827" y="55"/>
                      </a:cxn>
                      <a:cxn ang="0">
                        <a:pos x="794" y="16"/>
                      </a:cxn>
                      <a:cxn ang="0">
                        <a:pos x="745" y="0"/>
                      </a:cxn>
                      <a:cxn ang="0">
                        <a:pos x="687" y="10"/>
                      </a:cxn>
                      <a:cxn ang="0">
                        <a:pos x="651" y="31"/>
                      </a:cxn>
                      <a:cxn ang="0">
                        <a:pos x="609" y="37"/>
                      </a:cxn>
                      <a:cxn ang="0">
                        <a:pos x="523" y="13"/>
                      </a:cxn>
                      <a:cxn ang="0">
                        <a:pos x="452" y="32"/>
                      </a:cxn>
                      <a:cxn ang="0">
                        <a:pos x="421" y="72"/>
                      </a:cxn>
                      <a:cxn ang="0">
                        <a:pos x="421" y="128"/>
                      </a:cxn>
                      <a:cxn ang="0">
                        <a:pos x="314" y="128"/>
                      </a:cxn>
                      <a:cxn ang="0">
                        <a:pos x="259" y="162"/>
                      </a:cxn>
                      <a:cxn ang="0">
                        <a:pos x="229" y="205"/>
                      </a:cxn>
                      <a:cxn ang="0">
                        <a:pos x="214" y="254"/>
                      </a:cxn>
                      <a:cxn ang="0">
                        <a:pos x="217" y="319"/>
                      </a:cxn>
                      <a:cxn ang="0">
                        <a:pos x="244" y="365"/>
                      </a:cxn>
                      <a:cxn ang="0">
                        <a:pos x="165" y="368"/>
                      </a:cxn>
                      <a:cxn ang="0">
                        <a:pos x="101" y="388"/>
                      </a:cxn>
                      <a:cxn ang="0">
                        <a:pos x="48" y="424"/>
                      </a:cxn>
                      <a:cxn ang="0">
                        <a:pos x="20" y="454"/>
                      </a:cxn>
                      <a:cxn ang="0">
                        <a:pos x="0" y="501"/>
                      </a:cxn>
                      <a:cxn ang="0">
                        <a:pos x="13" y="555"/>
                      </a:cxn>
                      <a:cxn ang="0">
                        <a:pos x="38" y="587"/>
                      </a:cxn>
                      <a:cxn ang="0">
                        <a:pos x="89" y="601"/>
                      </a:cxn>
                      <a:cxn ang="0">
                        <a:pos x="119" y="600"/>
                      </a:cxn>
                      <a:cxn ang="0">
                        <a:pos x="128" y="685"/>
                      </a:cxn>
                      <a:cxn ang="0">
                        <a:pos x="165" y="727"/>
                      </a:cxn>
                      <a:cxn ang="0">
                        <a:pos x="232" y="761"/>
                      </a:cxn>
                      <a:cxn ang="0">
                        <a:pos x="375" y="758"/>
                      </a:cxn>
                      <a:cxn ang="0">
                        <a:pos x="449" y="733"/>
                      </a:cxn>
                      <a:cxn ang="0">
                        <a:pos x="584" y="786"/>
                      </a:cxn>
                      <a:cxn ang="0">
                        <a:pos x="660" y="810"/>
                      </a:cxn>
                      <a:cxn ang="0">
                        <a:pos x="712" y="792"/>
                      </a:cxn>
                      <a:cxn ang="0">
                        <a:pos x="759" y="819"/>
                      </a:cxn>
                      <a:cxn ang="0">
                        <a:pos x="816" y="838"/>
                      </a:cxn>
                      <a:cxn ang="0">
                        <a:pos x="892" y="844"/>
                      </a:cxn>
                      <a:cxn ang="0">
                        <a:pos x="959" y="831"/>
                      </a:cxn>
                      <a:cxn ang="0">
                        <a:pos x="1061" y="764"/>
                      </a:cxn>
                      <a:cxn ang="0">
                        <a:pos x="1162" y="673"/>
                      </a:cxn>
                      <a:cxn ang="0">
                        <a:pos x="1232" y="513"/>
                      </a:cxn>
                      <a:cxn ang="0">
                        <a:pos x="1122" y="285"/>
                      </a:cxn>
                    </a:cxnLst>
                    <a:rect l="0" t="0" r="r" b="b"/>
                    <a:pathLst>
                      <a:path w="1232" h="844">
                        <a:moveTo>
                          <a:pt x="1094" y="264"/>
                        </a:moveTo>
                        <a:lnTo>
                          <a:pt x="1073" y="236"/>
                        </a:lnTo>
                        <a:lnTo>
                          <a:pt x="1052" y="227"/>
                        </a:lnTo>
                        <a:lnTo>
                          <a:pt x="1033" y="227"/>
                        </a:lnTo>
                        <a:lnTo>
                          <a:pt x="1011" y="229"/>
                        </a:lnTo>
                        <a:lnTo>
                          <a:pt x="984" y="239"/>
                        </a:lnTo>
                        <a:lnTo>
                          <a:pt x="983" y="216"/>
                        </a:lnTo>
                        <a:lnTo>
                          <a:pt x="988" y="193"/>
                        </a:lnTo>
                        <a:lnTo>
                          <a:pt x="983" y="179"/>
                        </a:lnTo>
                        <a:lnTo>
                          <a:pt x="979" y="160"/>
                        </a:lnTo>
                        <a:lnTo>
                          <a:pt x="965" y="142"/>
                        </a:lnTo>
                        <a:lnTo>
                          <a:pt x="952" y="130"/>
                        </a:lnTo>
                        <a:lnTo>
                          <a:pt x="928" y="121"/>
                        </a:lnTo>
                        <a:lnTo>
                          <a:pt x="912" y="119"/>
                        </a:lnTo>
                        <a:lnTo>
                          <a:pt x="885" y="119"/>
                        </a:lnTo>
                        <a:lnTo>
                          <a:pt x="855" y="123"/>
                        </a:lnTo>
                        <a:lnTo>
                          <a:pt x="825" y="130"/>
                        </a:lnTo>
                        <a:lnTo>
                          <a:pt x="831" y="105"/>
                        </a:lnTo>
                        <a:lnTo>
                          <a:pt x="834" y="80"/>
                        </a:lnTo>
                        <a:lnTo>
                          <a:pt x="827" y="55"/>
                        </a:lnTo>
                        <a:lnTo>
                          <a:pt x="809" y="30"/>
                        </a:lnTo>
                        <a:lnTo>
                          <a:pt x="794" y="16"/>
                        </a:lnTo>
                        <a:lnTo>
                          <a:pt x="773" y="6"/>
                        </a:lnTo>
                        <a:lnTo>
                          <a:pt x="745" y="0"/>
                        </a:lnTo>
                        <a:lnTo>
                          <a:pt x="718" y="2"/>
                        </a:lnTo>
                        <a:lnTo>
                          <a:pt x="687" y="10"/>
                        </a:lnTo>
                        <a:lnTo>
                          <a:pt x="669" y="14"/>
                        </a:lnTo>
                        <a:lnTo>
                          <a:pt x="651" y="31"/>
                        </a:lnTo>
                        <a:lnTo>
                          <a:pt x="639" y="53"/>
                        </a:lnTo>
                        <a:lnTo>
                          <a:pt x="609" y="37"/>
                        </a:lnTo>
                        <a:lnTo>
                          <a:pt x="566" y="19"/>
                        </a:lnTo>
                        <a:lnTo>
                          <a:pt x="523" y="13"/>
                        </a:lnTo>
                        <a:lnTo>
                          <a:pt x="480" y="19"/>
                        </a:lnTo>
                        <a:lnTo>
                          <a:pt x="452" y="32"/>
                        </a:lnTo>
                        <a:lnTo>
                          <a:pt x="434" y="47"/>
                        </a:lnTo>
                        <a:lnTo>
                          <a:pt x="421" y="72"/>
                        </a:lnTo>
                        <a:lnTo>
                          <a:pt x="418" y="104"/>
                        </a:lnTo>
                        <a:lnTo>
                          <a:pt x="421" y="128"/>
                        </a:lnTo>
                        <a:lnTo>
                          <a:pt x="369" y="120"/>
                        </a:lnTo>
                        <a:lnTo>
                          <a:pt x="314" y="128"/>
                        </a:lnTo>
                        <a:lnTo>
                          <a:pt x="281" y="142"/>
                        </a:lnTo>
                        <a:lnTo>
                          <a:pt x="259" y="162"/>
                        </a:lnTo>
                        <a:lnTo>
                          <a:pt x="238" y="186"/>
                        </a:lnTo>
                        <a:lnTo>
                          <a:pt x="229" y="205"/>
                        </a:lnTo>
                        <a:lnTo>
                          <a:pt x="217" y="236"/>
                        </a:lnTo>
                        <a:lnTo>
                          <a:pt x="214" y="254"/>
                        </a:lnTo>
                        <a:lnTo>
                          <a:pt x="211" y="284"/>
                        </a:lnTo>
                        <a:lnTo>
                          <a:pt x="217" y="319"/>
                        </a:lnTo>
                        <a:lnTo>
                          <a:pt x="229" y="346"/>
                        </a:lnTo>
                        <a:lnTo>
                          <a:pt x="244" y="365"/>
                        </a:lnTo>
                        <a:lnTo>
                          <a:pt x="199" y="362"/>
                        </a:lnTo>
                        <a:lnTo>
                          <a:pt x="165" y="368"/>
                        </a:lnTo>
                        <a:lnTo>
                          <a:pt x="128" y="377"/>
                        </a:lnTo>
                        <a:lnTo>
                          <a:pt x="101" y="388"/>
                        </a:lnTo>
                        <a:lnTo>
                          <a:pt x="70" y="406"/>
                        </a:lnTo>
                        <a:lnTo>
                          <a:pt x="48" y="424"/>
                        </a:lnTo>
                        <a:lnTo>
                          <a:pt x="33" y="437"/>
                        </a:lnTo>
                        <a:lnTo>
                          <a:pt x="20" y="454"/>
                        </a:lnTo>
                        <a:lnTo>
                          <a:pt x="8" y="467"/>
                        </a:lnTo>
                        <a:lnTo>
                          <a:pt x="0" y="501"/>
                        </a:lnTo>
                        <a:lnTo>
                          <a:pt x="2" y="526"/>
                        </a:lnTo>
                        <a:lnTo>
                          <a:pt x="13" y="555"/>
                        </a:lnTo>
                        <a:lnTo>
                          <a:pt x="24" y="571"/>
                        </a:lnTo>
                        <a:lnTo>
                          <a:pt x="38" y="587"/>
                        </a:lnTo>
                        <a:lnTo>
                          <a:pt x="61" y="599"/>
                        </a:lnTo>
                        <a:lnTo>
                          <a:pt x="89" y="601"/>
                        </a:lnTo>
                        <a:lnTo>
                          <a:pt x="108" y="601"/>
                        </a:lnTo>
                        <a:lnTo>
                          <a:pt x="119" y="600"/>
                        </a:lnTo>
                        <a:lnTo>
                          <a:pt x="115" y="633"/>
                        </a:lnTo>
                        <a:lnTo>
                          <a:pt x="128" y="685"/>
                        </a:lnTo>
                        <a:lnTo>
                          <a:pt x="146" y="706"/>
                        </a:lnTo>
                        <a:lnTo>
                          <a:pt x="165" y="727"/>
                        </a:lnTo>
                        <a:lnTo>
                          <a:pt x="195" y="749"/>
                        </a:lnTo>
                        <a:lnTo>
                          <a:pt x="232" y="761"/>
                        </a:lnTo>
                        <a:lnTo>
                          <a:pt x="295" y="767"/>
                        </a:lnTo>
                        <a:lnTo>
                          <a:pt x="375" y="758"/>
                        </a:lnTo>
                        <a:lnTo>
                          <a:pt x="412" y="736"/>
                        </a:lnTo>
                        <a:lnTo>
                          <a:pt x="449" y="733"/>
                        </a:lnTo>
                        <a:lnTo>
                          <a:pt x="535" y="749"/>
                        </a:lnTo>
                        <a:lnTo>
                          <a:pt x="584" y="786"/>
                        </a:lnTo>
                        <a:lnTo>
                          <a:pt x="623" y="807"/>
                        </a:lnTo>
                        <a:lnTo>
                          <a:pt x="660" y="810"/>
                        </a:lnTo>
                        <a:lnTo>
                          <a:pt x="694" y="798"/>
                        </a:lnTo>
                        <a:lnTo>
                          <a:pt x="712" y="792"/>
                        </a:lnTo>
                        <a:lnTo>
                          <a:pt x="734" y="804"/>
                        </a:lnTo>
                        <a:lnTo>
                          <a:pt x="759" y="819"/>
                        </a:lnTo>
                        <a:lnTo>
                          <a:pt x="792" y="835"/>
                        </a:lnTo>
                        <a:lnTo>
                          <a:pt x="816" y="838"/>
                        </a:lnTo>
                        <a:lnTo>
                          <a:pt x="843" y="841"/>
                        </a:lnTo>
                        <a:lnTo>
                          <a:pt x="892" y="844"/>
                        </a:lnTo>
                        <a:lnTo>
                          <a:pt x="914" y="844"/>
                        </a:lnTo>
                        <a:lnTo>
                          <a:pt x="959" y="831"/>
                        </a:lnTo>
                        <a:lnTo>
                          <a:pt x="990" y="819"/>
                        </a:lnTo>
                        <a:lnTo>
                          <a:pt x="1061" y="764"/>
                        </a:lnTo>
                        <a:lnTo>
                          <a:pt x="1122" y="709"/>
                        </a:lnTo>
                        <a:lnTo>
                          <a:pt x="1162" y="673"/>
                        </a:lnTo>
                        <a:lnTo>
                          <a:pt x="1208" y="569"/>
                        </a:lnTo>
                        <a:lnTo>
                          <a:pt x="1232" y="513"/>
                        </a:lnTo>
                        <a:lnTo>
                          <a:pt x="1199" y="383"/>
                        </a:lnTo>
                        <a:lnTo>
                          <a:pt x="1122" y="285"/>
                        </a:lnTo>
                        <a:lnTo>
                          <a:pt x="1094" y="264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476" name="Freeform 92"/>
                  <p:cNvSpPr>
                    <a:spLocks/>
                  </p:cNvSpPr>
                  <p:nvPr/>
                </p:nvSpPr>
                <p:spPr bwMode="auto">
                  <a:xfrm>
                    <a:off x="1611" y="1956"/>
                    <a:ext cx="617" cy="677"/>
                  </a:xfrm>
                  <a:custGeom>
                    <a:avLst/>
                    <a:gdLst/>
                    <a:ahLst/>
                    <a:cxnLst>
                      <a:cxn ang="0">
                        <a:pos x="183" y="19"/>
                      </a:cxn>
                      <a:cxn ang="0">
                        <a:pos x="239" y="0"/>
                      </a:cxn>
                      <a:cxn ang="0">
                        <a:pos x="292" y="21"/>
                      </a:cxn>
                      <a:cxn ang="0">
                        <a:pos x="338" y="63"/>
                      </a:cxn>
                      <a:cxn ang="0">
                        <a:pos x="332" y="113"/>
                      </a:cxn>
                      <a:cxn ang="0">
                        <a:pos x="383" y="106"/>
                      </a:cxn>
                      <a:cxn ang="0">
                        <a:pos x="434" y="150"/>
                      </a:cxn>
                      <a:cxn ang="0">
                        <a:pos x="466" y="213"/>
                      </a:cxn>
                      <a:cxn ang="0">
                        <a:pos x="463" y="253"/>
                      </a:cxn>
                      <a:cxn ang="0">
                        <a:pos x="500" y="283"/>
                      </a:cxn>
                      <a:cxn ang="0">
                        <a:pos x="509" y="324"/>
                      </a:cxn>
                      <a:cxn ang="0">
                        <a:pos x="518" y="342"/>
                      </a:cxn>
                      <a:cxn ang="0">
                        <a:pos x="555" y="351"/>
                      </a:cxn>
                      <a:cxn ang="0">
                        <a:pos x="578" y="391"/>
                      </a:cxn>
                      <a:cxn ang="0">
                        <a:pos x="601" y="448"/>
                      </a:cxn>
                      <a:cxn ang="0">
                        <a:pos x="617" y="513"/>
                      </a:cxn>
                      <a:cxn ang="0">
                        <a:pos x="596" y="598"/>
                      </a:cxn>
                      <a:cxn ang="0">
                        <a:pos x="523" y="652"/>
                      </a:cxn>
                      <a:cxn ang="0">
                        <a:pos x="415" y="672"/>
                      </a:cxn>
                      <a:cxn ang="0">
                        <a:pos x="328" y="668"/>
                      </a:cxn>
                      <a:cxn ang="0">
                        <a:pos x="271" y="671"/>
                      </a:cxn>
                      <a:cxn ang="0">
                        <a:pos x="218" y="668"/>
                      </a:cxn>
                      <a:cxn ang="0">
                        <a:pos x="167" y="650"/>
                      </a:cxn>
                      <a:cxn ang="0">
                        <a:pos x="149" y="610"/>
                      </a:cxn>
                      <a:cxn ang="0">
                        <a:pos x="135" y="599"/>
                      </a:cxn>
                      <a:cxn ang="0">
                        <a:pos x="92" y="608"/>
                      </a:cxn>
                      <a:cxn ang="0">
                        <a:pos x="74" y="573"/>
                      </a:cxn>
                      <a:cxn ang="0">
                        <a:pos x="63" y="525"/>
                      </a:cxn>
                      <a:cxn ang="0">
                        <a:pos x="23" y="519"/>
                      </a:cxn>
                      <a:cxn ang="0">
                        <a:pos x="14" y="478"/>
                      </a:cxn>
                      <a:cxn ang="0">
                        <a:pos x="14" y="449"/>
                      </a:cxn>
                      <a:cxn ang="0">
                        <a:pos x="38" y="428"/>
                      </a:cxn>
                      <a:cxn ang="0">
                        <a:pos x="37" y="416"/>
                      </a:cxn>
                      <a:cxn ang="0">
                        <a:pos x="2" y="377"/>
                      </a:cxn>
                      <a:cxn ang="0">
                        <a:pos x="9" y="328"/>
                      </a:cxn>
                      <a:cxn ang="0">
                        <a:pos x="45" y="305"/>
                      </a:cxn>
                      <a:cxn ang="0">
                        <a:pos x="60" y="287"/>
                      </a:cxn>
                      <a:cxn ang="0">
                        <a:pos x="45" y="246"/>
                      </a:cxn>
                      <a:cxn ang="0">
                        <a:pos x="51" y="206"/>
                      </a:cxn>
                      <a:cxn ang="0">
                        <a:pos x="99" y="168"/>
                      </a:cxn>
                      <a:cxn ang="0">
                        <a:pos x="158" y="185"/>
                      </a:cxn>
                      <a:cxn ang="0">
                        <a:pos x="211" y="167"/>
                      </a:cxn>
                      <a:cxn ang="0">
                        <a:pos x="225" y="134"/>
                      </a:cxn>
                      <a:cxn ang="0">
                        <a:pos x="172" y="127"/>
                      </a:cxn>
                      <a:cxn ang="0">
                        <a:pos x="130" y="112"/>
                      </a:cxn>
                      <a:cxn ang="0">
                        <a:pos x="133" y="57"/>
                      </a:cxn>
                    </a:cxnLst>
                    <a:rect l="0" t="0" r="r" b="b"/>
                    <a:pathLst>
                      <a:path w="617" h="677">
                        <a:moveTo>
                          <a:pt x="164" y="33"/>
                        </a:moveTo>
                        <a:lnTo>
                          <a:pt x="183" y="19"/>
                        </a:lnTo>
                        <a:lnTo>
                          <a:pt x="209" y="7"/>
                        </a:lnTo>
                        <a:lnTo>
                          <a:pt x="239" y="0"/>
                        </a:lnTo>
                        <a:lnTo>
                          <a:pt x="264" y="7"/>
                        </a:lnTo>
                        <a:lnTo>
                          <a:pt x="292" y="21"/>
                        </a:lnTo>
                        <a:lnTo>
                          <a:pt x="319" y="39"/>
                        </a:lnTo>
                        <a:lnTo>
                          <a:pt x="338" y="63"/>
                        </a:lnTo>
                        <a:lnTo>
                          <a:pt x="340" y="88"/>
                        </a:lnTo>
                        <a:lnTo>
                          <a:pt x="332" y="113"/>
                        </a:lnTo>
                        <a:lnTo>
                          <a:pt x="356" y="108"/>
                        </a:lnTo>
                        <a:lnTo>
                          <a:pt x="383" y="106"/>
                        </a:lnTo>
                        <a:lnTo>
                          <a:pt x="416" y="127"/>
                        </a:lnTo>
                        <a:lnTo>
                          <a:pt x="434" y="150"/>
                        </a:lnTo>
                        <a:lnTo>
                          <a:pt x="449" y="173"/>
                        </a:lnTo>
                        <a:lnTo>
                          <a:pt x="466" y="213"/>
                        </a:lnTo>
                        <a:lnTo>
                          <a:pt x="467" y="229"/>
                        </a:lnTo>
                        <a:lnTo>
                          <a:pt x="463" y="253"/>
                        </a:lnTo>
                        <a:lnTo>
                          <a:pt x="484" y="262"/>
                        </a:lnTo>
                        <a:lnTo>
                          <a:pt x="500" y="283"/>
                        </a:lnTo>
                        <a:lnTo>
                          <a:pt x="511" y="305"/>
                        </a:lnTo>
                        <a:lnTo>
                          <a:pt x="509" y="324"/>
                        </a:lnTo>
                        <a:lnTo>
                          <a:pt x="500" y="351"/>
                        </a:lnTo>
                        <a:lnTo>
                          <a:pt x="518" y="342"/>
                        </a:lnTo>
                        <a:lnTo>
                          <a:pt x="539" y="342"/>
                        </a:lnTo>
                        <a:lnTo>
                          <a:pt x="555" y="351"/>
                        </a:lnTo>
                        <a:lnTo>
                          <a:pt x="568" y="367"/>
                        </a:lnTo>
                        <a:lnTo>
                          <a:pt x="578" y="391"/>
                        </a:lnTo>
                        <a:lnTo>
                          <a:pt x="589" y="416"/>
                        </a:lnTo>
                        <a:lnTo>
                          <a:pt x="601" y="448"/>
                        </a:lnTo>
                        <a:lnTo>
                          <a:pt x="608" y="478"/>
                        </a:lnTo>
                        <a:lnTo>
                          <a:pt x="617" y="513"/>
                        </a:lnTo>
                        <a:lnTo>
                          <a:pt x="611" y="556"/>
                        </a:lnTo>
                        <a:lnTo>
                          <a:pt x="596" y="598"/>
                        </a:lnTo>
                        <a:lnTo>
                          <a:pt x="569" y="634"/>
                        </a:lnTo>
                        <a:lnTo>
                          <a:pt x="523" y="652"/>
                        </a:lnTo>
                        <a:lnTo>
                          <a:pt x="445" y="677"/>
                        </a:lnTo>
                        <a:lnTo>
                          <a:pt x="415" y="672"/>
                        </a:lnTo>
                        <a:lnTo>
                          <a:pt x="382" y="668"/>
                        </a:lnTo>
                        <a:lnTo>
                          <a:pt x="328" y="668"/>
                        </a:lnTo>
                        <a:lnTo>
                          <a:pt x="292" y="661"/>
                        </a:lnTo>
                        <a:lnTo>
                          <a:pt x="271" y="671"/>
                        </a:lnTo>
                        <a:lnTo>
                          <a:pt x="246" y="671"/>
                        </a:lnTo>
                        <a:lnTo>
                          <a:pt x="218" y="668"/>
                        </a:lnTo>
                        <a:lnTo>
                          <a:pt x="189" y="658"/>
                        </a:lnTo>
                        <a:lnTo>
                          <a:pt x="167" y="650"/>
                        </a:lnTo>
                        <a:lnTo>
                          <a:pt x="156" y="631"/>
                        </a:lnTo>
                        <a:lnTo>
                          <a:pt x="149" y="610"/>
                        </a:lnTo>
                        <a:lnTo>
                          <a:pt x="154" y="590"/>
                        </a:lnTo>
                        <a:lnTo>
                          <a:pt x="135" y="599"/>
                        </a:lnTo>
                        <a:lnTo>
                          <a:pt x="110" y="608"/>
                        </a:lnTo>
                        <a:lnTo>
                          <a:pt x="92" y="608"/>
                        </a:lnTo>
                        <a:lnTo>
                          <a:pt x="84" y="598"/>
                        </a:lnTo>
                        <a:lnTo>
                          <a:pt x="74" y="573"/>
                        </a:lnTo>
                        <a:lnTo>
                          <a:pt x="69" y="550"/>
                        </a:lnTo>
                        <a:lnTo>
                          <a:pt x="63" y="525"/>
                        </a:lnTo>
                        <a:lnTo>
                          <a:pt x="45" y="521"/>
                        </a:lnTo>
                        <a:lnTo>
                          <a:pt x="23" y="519"/>
                        </a:lnTo>
                        <a:lnTo>
                          <a:pt x="20" y="501"/>
                        </a:lnTo>
                        <a:lnTo>
                          <a:pt x="14" y="478"/>
                        </a:lnTo>
                        <a:lnTo>
                          <a:pt x="9" y="462"/>
                        </a:lnTo>
                        <a:lnTo>
                          <a:pt x="14" y="449"/>
                        </a:lnTo>
                        <a:lnTo>
                          <a:pt x="20" y="435"/>
                        </a:lnTo>
                        <a:lnTo>
                          <a:pt x="38" y="428"/>
                        </a:lnTo>
                        <a:lnTo>
                          <a:pt x="53" y="428"/>
                        </a:lnTo>
                        <a:lnTo>
                          <a:pt x="37" y="416"/>
                        </a:lnTo>
                        <a:lnTo>
                          <a:pt x="11" y="402"/>
                        </a:lnTo>
                        <a:lnTo>
                          <a:pt x="2" y="377"/>
                        </a:lnTo>
                        <a:lnTo>
                          <a:pt x="0" y="351"/>
                        </a:lnTo>
                        <a:lnTo>
                          <a:pt x="9" y="328"/>
                        </a:lnTo>
                        <a:lnTo>
                          <a:pt x="23" y="314"/>
                        </a:lnTo>
                        <a:lnTo>
                          <a:pt x="45" y="305"/>
                        </a:lnTo>
                        <a:lnTo>
                          <a:pt x="71" y="305"/>
                        </a:lnTo>
                        <a:lnTo>
                          <a:pt x="60" y="287"/>
                        </a:lnTo>
                        <a:lnTo>
                          <a:pt x="48" y="269"/>
                        </a:lnTo>
                        <a:lnTo>
                          <a:pt x="45" y="246"/>
                        </a:lnTo>
                        <a:lnTo>
                          <a:pt x="44" y="227"/>
                        </a:lnTo>
                        <a:lnTo>
                          <a:pt x="51" y="206"/>
                        </a:lnTo>
                        <a:lnTo>
                          <a:pt x="74" y="180"/>
                        </a:lnTo>
                        <a:lnTo>
                          <a:pt x="99" y="168"/>
                        </a:lnTo>
                        <a:lnTo>
                          <a:pt x="131" y="171"/>
                        </a:lnTo>
                        <a:lnTo>
                          <a:pt x="158" y="185"/>
                        </a:lnTo>
                        <a:lnTo>
                          <a:pt x="177" y="173"/>
                        </a:lnTo>
                        <a:lnTo>
                          <a:pt x="211" y="167"/>
                        </a:lnTo>
                        <a:lnTo>
                          <a:pt x="232" y="152"/>
                        </a:lnTo>
                        <a:lnTo>
                          <a:pt x="225" y="134"/>
                        </a:lnTo>
                        <a:lnTo>
                          <a:pt x="197" y="119"/>
                        </a:lnTo>
                        <a:lnTo>
                          <a:pt x="172" y="127"/>
                        </a:lnTo>
                        <a:lnTo>
                          <a:pt x="152" y="117"/>
                        </a:lnTo>
                        <a:lnTo>
                          <a:pt x="130" y="112"/>
                        </a:lnTo>
                        <a:lnTo>
                          <a:pt x="121" y="81"/>
                        </a:lnTo>
                        <a:lnTo>
                          <a:pt x="133" y="57"/>
                        </a:lnTo>
                        <a:lnTo>
                          <a:pt x="164" y="33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477" name="Freeform 93"/>
                  <p:cNvSpPr>
                    <a:spLocks/>
                  </p:cNvSpPr>
                  <p:nvPr/>
                </p:nvSpPr>
                <p:spPr bwMode="auto">
                  <a:xfrm>
                    <a:off x="1841" y="2304"/>
                    <a:ext cx="372" cy="333"/>
                  </a:xfrm>
                  <a:custGeom>
                    <a:avLst/>
                    <a:gdLst/>
                    <a:ahLst/>
                    <a:cxnLst>
                      <a:cxn ang="0">
                        <a:pos x="354" y="120"/>
                      </a:cxn>
                      <a:cxn ang="0">
                        <a:pos x="333" y="115"/>
                      </a:cxn>
                      <a:cxn ang="0">
                        <a:pos x="324" y="105"/>
                      </a:cxn>
                      <a:cxn ang="0">
                        <a:pos x="316" y="79"/>
                      </a:cxn>
                      <a:cxn ang="0">
                        <a:pos x="302" y="59"/>
                      </a:cxn>
                      <a:cxn ang="0">
                        <a:pos x="284" y="46"/>
                      </a:cxn>
                      <a:cxn ang="0">
                        <a:pos x="254" y="42"/>
                      </a:cxn>
                      <a:cxn ang="0">
                        <a:pos x="234" y="48"/>
                      </a:cxn>
                      <a:cxn ang="0">
                        <a:pos x="218" y="38"/>
                      </a:cxn>
                      <a:cxn ang="0">
                        <a:pos x="200" y="14"/>
                      </a:cxn>
                      <a:cxn ang="0">
                        <a:pos x="170" y="3"/>
                      </a:cxn>
                      <a:cxn ang="0">
                        <a:pos x="133" y="3"/>
                      </a:cxn>
                      <a:cxn ang="0">
                        <a:pos x="105" y="16"/>
                      </a:cxn>
                      <a:cxn ang="0">
                        <a:pos x="80" y="10"/>
                      </a:cxn>
                      <a:cxn ang="0">
                        <a:pos x="49" y="8"/>
                      </a:cxn>
                      <a:cxn ang="0">
                        <a:pos x="27" y="24"/>
                      </a:cxn>
                      <a:cxn ang="0">
                        <a:pos x="20" y="53"/>
                      </a:cxn>
                      <a:cxn ang="0">
                        <a:pos x="33" y="79"/>
                      </a:cxn>
                      <a:cxn ang="0">
                        <a:pos x="31" y="94"/>
                      </a:cxn>
                      <a:cxn ang="0">
                        <a:pos x="9" y="109"/>
                      </a:cxn>
                      <a:cxn ang="0">
                        <a:pos x="0" y="129"/>
                      </a:cxn>
                      <a:cxn ang="0">
                        <a:pos x="7" y="154"/>
                      </a:cxn>
                      <a:cxn ang="0">
                        <a:pos x="31" y="169"/>
                      </a:cxn>
                      <a:cxn ang="0">
                        <a:pos x="35" y="177"/>
                      </a:cxn>
                      <a:cxn ang="0">
                        <a:pos x="20" y="190"/>
                      </a:cxn>
                      <a:cxn ang="0">
                        <a:pos x="23" y="215"/>
                      </a:cxn>
                      <a:cxn ang="0">
                        <a:pos x="38" y="224"/>
                      </a:cxn>
                      <a:cxn ang="0">
                        <a:pos x="50" y="246"/>
                      </a:cxn>
                      <a:cxn ang="0">
                        <a:pos x="61" y="273"/>
                      </a:cxn>
                      <a:cxn ang="0">
                        <a:pos x="84" y="284"/>
                      </a:cxn>
                      <a:cxn ang="0">
                        <a:pos x="101" y="297"/>
                      </a:cxn>
                      <a:cxn ang="0">
                        <a:pos x="122" y="319"/>
                      </a:cxn>
                      <a:cxn ang="0">
                        <a:pos x="153" y="323"/>
                      </a:cxn>
                      <a:cxn ang="0">
                        <a:pos x="188" y="322"/>
                      </a:cxn>
                      <a:cxn ang="0">
                        <a:pos x="242" y="322"/>
                      </a:cxn>
                      <a:cxn ang="0">
                        <a:pos x="273" y="314"/>
                      </a:cxn>
                      <a:cxn ang="0">
                        <a:pos x="316" y="306"/>
                      </a:cxn>
                      <a:cxn ang="0">
                        <a:pos x="341" y="292"/>
                      </a:cxn>
                      <a:cxn ang="0">
                        <a:pos x="364" y="260"/>
                      </a:cxn>
                      <a:cxn ang="0">
                        <a:pos x="371" y="223"/>
                      </a:cxn>
                      <a:cxn ang="0">
                        <a:pos x="371" y="188"/>
                      </a:cxn>
                      <a:cxn ang="0">
                        <a:pos x="369" y="153"/>
                      </a:cxn>
                      <a:cxn ang="0">
                        <a:pos x="359" y="129"/>
                      </a:cxn>
                    </a:cxnLst>
                    <a:rect l="0" t="0" r="r" b="b"/>
                    <a:pathLst>
                      <a:path w="372" h="333">
                        <a:moveTo>
                          <a:pt x="359" y="129"/>
                        </a:moveTo>
                        <a:lnTo>
                          <a:pt x="354" y="120"/>
                        </a:lnTo>
                        <a:lnTo>
                          <a:pt x="344" y="117"/>
                        </a:lnTo>
                        <a:lnTo>
                          <a:pt x="333" y="115"/>
                        </a:lnTo>
                        <a:lnTo>
                          <a:pt x="323" y="115"/>
                        </a:lnTo>
                        <a:lnTo>
                          <a:pt x="324" y="105"/>
                        </a:lnTo>
                        <a:lnTo>
                          <a:pt x="321" y="94"/>
                        </a:lnTo>
                        <a:lnTo>
                          <a:pt x="316" y="79"/>
                        </a:lnTo>
                        <a:lnTo>
                          <a:pt x="311" y="69"/>
                        </a:lnTo>
                        <a:lnTo>
                          <a:pt x="302" y="59"/>
                        </a:lnTo>
                        <a:lnTo>
                          <a:pt x="294" y="52"/>
                        </a:lnTo>
                        <a:lnTo>
                          <a:pt x="284" y="46"/>
                        </a:lnTo>
                        <a:lnTo>
                          <a:pt x="267" y="41"/>
                        </a:lnTo>
                        <a:lnTo>
                          <a:pt x="254" y="42"/>
                        </a:lnTo>
                        <a:lnTo>
                          <a:pt x="242" y="46"/>
                        </a:lnTo>
                        <a:lnTo>
                          <a:pt x="234" y="48"/>
                        </a:lnTo>
                        <a:lnTo>
                          <a:pt x="225" y="56"/>
                        </a:lnTo>
                        <a:lnTo>
                          <a:pt x="218" y="38"/>
                        </a:lnTo>
                        <a:lnTo>
                          <a:pt x="209" y="25"/>
                        </a:lnTo>
                        <a:lnTo>
                          <a:pt x="200" y="14"/>
                        </a:lnTo>
                        <a:lnTo>
                          <a:pt x="183" y="8"/>
                        </a:lnTo>
                        <a:lnTo>
                          <a:pt x="170" y="3"/>
                        </a:lnTo>
                        <a:lnTo>
                          <a:pt x="152" y="0"/>
                        </a:lnTo>
                        <a:lnTo>
                          <a:pt x="133" y="3"/>
                        </a:lnTo>
                        <a:lnTo>
                          <a:pt x="118" y="8"/>
                        </a:lnTo>
                        <a:lnTo>
                          <a:pt x="105" y="16"/>
                        </a:lnTo>
                        <a:lnTo>
                          <a:pt x="92" y="12"/>
                        </a:lnTo>
                        <a:lnTo>
                          <a:pt x="80" y="10"/>
                        </a:lnTo>
                        <a:lnTo>
                          <a:pt x="66" y="7"/>
                        </a:lnTo>
                        <a:lnTo>
                          <a:pt x="49" y="8"/>
                        </a:lnTo>
                        <a:lnTo>
                          <a:pt x="37" y="16"/>
                        </a:lnTo>
                        <a:lnTo>
                          <a:pt x="27" y="24"/>
                        </a:lnTo>
                        <a:lnTo>
                          <a:pt x="23" y="38"/>
                        </a:lnTo>
                        <a:lnTo>
                          <a:pt x="20" y="53"/>
                        </a:lnTo>
                        <a:lnTo>
                          <a:pt x="24" y="69"/>
                        </a:lnTo>
                        <a:lnTo>
                          <a:pt x="33" y="79"/>
                        </a:lnTo>
                        <a:lnTo>
                          <a:pt x="44" y="90"/>
                        </a:lnTo>
                        <a:lnTo>
                          <a:pt x="31" y="94"/>
                        </a:lnTo>
                        <a:lnTo>
                          <a:pt x="18" y="101"/>
                        </a:lnTo>
                        <a:lnTo>
                          <a:pt x="9" y="109"/>
                        </a:lnTo>
                        <a:lnTo>
                          <a:pt x="2" y="120"/>
                        </a:lnTo>
                        <a:lnTo>
                          <a:pt x="0" y="129"/>
                        </a:lnTo>
                        <a:lnTo>
                          <a:pt x="1" y="143"/>
                        </a:lnTo>
                        <a:lnTo>
                          <a:pt x="7" y="154"/>
                        </a:lnTo>
                        <a:lnTo>
                          <a:pt x="17" y="162"/>
                        </a:lnTo>
                        <a:lnTo>
                          <a:pt x="31" y="169"/>
                        </a:lnTo>
                        <a:lnTo>
                          <a:pt x="48" y="171"/>
                        </a:lnTo>
                        <a:lnTo>
                          <a:pt x="35" y="177"/>
                        </a:lnTo>
                        <a:lnTo>
                          <a:pt x="25" y="183"/>
                        </a:lnTo>
                        <a:lnTo>
                          <a:pt x="20" y="190"/>
                        </a:lnTo>
                        <a:lnTo>
                          <a:pt x="18" y="203"/>
                        </a:lnTo>
                        <a:lnTo>
                          <a:pt x="23" y="215"/>
                        </a:lnTo>
                        <a:lnTo>
                          <a:pt x="27" y="222"/>
                        </a:lnTo>
                        <a:lnTo>
                          <a:pt x="38" y="224"/>
                        </a:lnTo>
                        <a:lnTo>
                          <a:pt x="52" y="222"/>
                        </a:lnTo>
                        <a:lnTo>
                          <a:pt x="50" y="246"/>
                        </a:lnTo>
                        <a:lnTo>
                          <a:pt x="52" y="262"/>
                        </a:lnTo>
                        <a:lnTo>
                          <a:pt x="61" y="273"/>
                        </a:lnTo>
                        <a:lnTo>
                          <a:pt x="71" y="280"/>
                        </a:lnTo>
                        <a:lnTo>
                          <a:pt x="84" y="284"/>
                        </a:lnTo>
                        <a:lnTo>
                          <a:pt x="96" y="280"/>
                        </a:lnTo>
                        <a:lnTo>
                          <a:pt x="101" y="297"/>
                        </a:lnTo>
                        <a:lnTo>
                          <a:pt x="111" y="310"/>
                        </a:lnTo>
                        <a:lnTo>
                          <a:pt x="122" y="319"/>
                        </a:lnTo>
                        <a:lnTo>
                          <a:pt x="136" y="322"/>
                        </a:lnTo>
                        <a:lnTo>
                          <a:pt x="153" y="323"/>
                        </a:lnTo>
                        <a:lnTo>
                          <a:pt x="177" y="324"/>
                        </a:lnTo>
                        <a:lnTo>
                          <a:pt x="188" y="322"/>
                        </a:lnTo>
                        <a:lnTo>
                          <a:pt x="212" y="333"/>
                        </a:lnTo>
                        <a:lnTo>
                          <a:pt x="242" y="322"/>
                        </a:lnTo>
                        <a:lnTo>
                          <a:pt x="256" y="314"/>
                        </a:lnTo>
                        <a:lnTo>
                          <a:pt x="273" y="314"/>
                        </a:lnTo>
                        <a:lnTo>
                          <a:pt x="293" y="312"/>
                        </a:lnTo>
                        <a:lnTo>
                          <a:pt x="316" y="306"/>
                        </a:lnTo>
                        <a:lnTo>
                          <a:pt x="332" y="298"/>
                        </a:lnTo>
                        <a:lnTo>
                          <a:pt x="341" y="292"/>
                        </a:lnTo>
                        <a:lnTo>
                          <a:pt x="355" y="274"/>
                        </a:lnTo>
                        <a:lnTo>
                          <a:pt x="364" y="260"/>
                        </a:lnTo>
                        <a:lnTo>
                          <a:pt x="366" y="250"/>
                        </a:lnTo>
                        <a:lnTo>
                          <a:pt x="371" y="223"/>
                        </a:lnTo>
                        <a:lnTo>
                          <a:pt x="372" y="206"/>
                        </a:lnTo>
                        <a:lnTo>
                          <a:pt x="371" y="188"/>
                        </a:lnTo>
                        <a:lnTo>
                          <a:pt x="372" y="170"/>
                        </a:lnTo>
                        <a:lnTo>
                          <a:pt x="369" y="153"/>
                        </a:lnTo>
                        <a:lnTo>
                          <a:pt x="366" y="141"/>
                        </a:lnTo>
                        <a:lnTo>
                          <a:pt x="359" y="12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478" name="Freeform 94"/>
                  <p:cNvSpPr>
                    <a:spLocks/>
                  </p:cNvSpPr>
                  <p:nvPr/>
                </p:nvSpPr>
                <p:spPr bwMode="auto">
                  <a:xfrm>
                    <a:off x="1971" y="2432"/>
                    <a:ext cx="205" cy="213"/>
                  </a:xfrm>
                  <a:custGeom>
                    <a:avLst/>
                    <a:gdLst/>
                    <a:ahLst/>
                    <a:cxnLst>
                      <a:cxn ang="0">
                        <a:pos x="196" y="76"/>
                      </a:cxn>
                      <a:cxn ang="0">
                        <a:pos x="184" y="73"/>
                      </a:cxn>
                      <a:cxn ang="0">
                        <a:pos x="179" y="67"/>
                      </a:cxn>
                      <a:cxn ang="0">
                        <a:pos x="174" y="49"/>
                      </a:cxn>
                      <a:cxn ang="0">
                        <a:pos x="167" y="37"/>
                      </a:cxn>
                      <a:cxn ang="0">
                        <a:pos x="156" y="28"/>
                      </a:cxn>
                      <a:cxn ang="0">
                        <a:pos x="140" y="25"/>
                      </a:cxn>
                      <a:cxn ang="0">
                        <a:pos x="129" y="30"/>
                      </a:cxn>
                      <a:cxn ang="0">
                        <a:pos x="120" y="24"/>
                      </a:cxn>
                      <a:cxn ang="0">
                        <a:pos x="110" y="8"/>
                      </a:cxn>
                      <a:cxn ang="0">
                        <a:pos x="93" y="1"/>
                      </a:cxn>
                      <a:cxn ang="0">
                        <a:pos x="73" y="1"/>
                      </a:cxn>
                      <a:cxn ang="0">
                        <a:pos x="58" y="10"/>
                      </a:cxn>
                      <a:cxn ang="0">
                        <a:pos x="44" y="6"/>
                      </a:cxn>
                      <a:cxn ang="0">
                        <a:pos x="27" y="5"/>
                      </a:cxn>
                      <a:cxn ang="0">
                        <a:pos x="15" y="14"/>
                      </a:cxn>
                      <a:cxn ang="0">
                        <a:pos x="11" y="33"/>
                      </a:cxn>
                      <a:cxn ang="0">
                        <a:pos x="18" y="49"/>
                      </a:cxn>
                      <a:cxn ang="0">
                        <a:pos x="17" y="59"/>
                      </a:cxn>
                      <a:cxn ang="0">
                        <a:pos x="5" y="69"/>
                      </a:cxn>
                      <a:cxn ang="0">
                        <a:pos x="0" y="81"/>
                      </a:cxn>
                      <a:cxn ang="0">
                        <a:pos x="3" y="98"/>
                      </a:cxn>
                      <a:cxn ang="0">
                        <a:pos x="17" y="108"/>
                      </a:cxn>
                      <a:cxn ang="0">
                        <a:pos x="19" y="113"/>
                      </a:cxn>
                      <a:cxn ang="0">
                        <a:pos x="11" y="122"/>
                      </a:cxn>
                      <a:cxn ang="0">
                        <a:pos x="12" y="139"/>
                      </a:cxn>
                      <a:cxn ang="0">
                        <a:pos x="22" y="143"/>
                      </a:cxn>
                      <a:cxn ang="0">
                        <a:pos x="28" y="158"/>
                      </a:cxn>
                      <a:cxn ang="0">
                        <a:pos x="33" y="176"/>
                      </a:cxn>
                      <a:cxn ang="0">
                        <a:pos x="46" y="182"/>
                      </a:cxn>
                      <a:cxn ang="0">
                        <a:pos x="55" y="190"/>
                      </a:cxn>
                      <a:cxn ang="0">
                        <a:pos x="67" y="205"/>
                      </a:cxn>
                      <a:cxn ang="0">
                        <a:pos x="84" y="208"/>
                      </a:cxn>
                      <a:cxn ang="0">
                        <a:pos x="103" y="207"/>
                      </a:cxn>
                      <a:cxn ang="0">
                        <a:pos x="134" y="207"/>
                      </a:cxn>
                      <a:cxn ang="0">
                        <a:pos x="150" y="201"/>
                      </a:cxn>
                      <a:cxn ang="0">
                        <a:pos x="174" y="196"/>
                      </a:cxn>
                      <a:cxn ang="0">
                        <a:pos x="188" y="187"/>
                      </a:cxn>
                      <a:cxn ang="0">
                        <a:pos x="201" y="167"/>
                      </a:cxn>
                      <a:cxn ang="0">
                        <a:pos x="205" y="143"/>
                      </a:cxn>
                      <a:cxn ang="0">
                        <a:pos x="205" y="120"/>
                      </a:cxn>
                      <a:cxn ang="0">
                        <a:pos x="203" y="97"/>
                      </a:cxn>
                      <a:cxn ang="0">
                        <a:pos x="198" y="81"/>
                      </a:cxn>
                    </a:cxnLst>
                    <a:rect l="0" t="0" r="r" b="b"/>
                    <a:pathLst>
                      <a:path w="205" h="213">
                        <a:moveTo>
                          <a:pt x="198" y="81"/>
                        </a:moveTo>
                        <a:lnTo>
                          <a:pt x="196" y="76"/>
                        </a:lnTo>
                        <a:lnTo>
                          <a:pt x="190" y="73"/>
                        </a:lnTo>
                        <a:lnTo>
                          <a:pt x="184" y="73"/>
                        </a:lnTo>
                        <a:lnTo>
                          <a:pt x="179" y="73"/>
                        </a:lnTo>
                        <a:lnTo>
                          <a:pt x="179" y="67"/>
                        </a:lnTo>
                        <a:lnTo>
                          <a:pt x="177" y="59"/>
                        </a:lnTo>
                        <a:lnTo>
                          <a:pt x="174" y="49"/>
                        </a:lnTo>
                        <a:lnTo>
                          <a:pt x="172" y="43"/>
                        </a:lnTo>
                        <a:lnTo>
                          <a:pt x="167" y="37"/>
                        </a:lnTo>
                        <a:lnTo>
                          <a:pt x="162" y="32"/>
                        </a:lnTo>
                        <a:lnTo>
                          <a:pt x="156" y="28"/>
                        </a:lnTo>
                        <a:lnTo>
                          <a:pt x="148" y="25"/>
                        </a:lnTo>
                        <a:lnTo>
                          <a:pt x="140" y="25"/>
                        </a:lnTo>
                        <a:lnTo>
                          <a:pt x="134" y="28"/>
                        </a:lnTo>
                        <a:lnTo>
                          <a:pt x="129" y="30"/>
                        </a:lnTo>
                        <a:lnTo>
                          <a:pt x="124" y="34"/>
                        </a:lnTo>
                        <a:lnTo>
                          <a:pt x="120" y="24"/>
                        </a:lnTo>
                        <a:lnTo>
                          <a:pt x="114" y="15"/>
                        </a:lnTo>
                        <a:lnTo>
                          <a:pt x="110" y="8"/>
                        </a:lnTo>
                        <a:lnTo>
                          <a:pt x="100" y="4"/>
                        </a:lnTo>
                        <a:lnTo>
                          <a:pt x="93" y="1"/>
                        </a:lnTo>
                        <a:lnTo>
                          <a:pt x="82" y="0"/>
                        </a:lnTo>
                        <a:lnTo>
                          <a:pt x="73" y="1"/>
                        </a:lnTo>
                        <a:lnTo>
                          <a:pt x="65" y="4"/>
                        </a:lnTo>
                        <a:lnTo>
                          <a:pt x="58" y="10"/>
                        </a:lnTo>
                        <a:lnTo>
                          <a:pt x="51" y="7"/>
                        </a:lnTo>
                        <a:lnTo>
                          <a:pt x="44" y="6"/>
                        </a:lnTo>
                        <a:lnTo>
                          <a:pt x="36" y="4"/>
                        </a:lnTo>
                        <a:lnTo>
                          <a:pt x="27" y="5"/>
                        </a:lnTo>
                        <a:lnTo>
                          <a:pt x="20" y="10"/>
                        </a:lnTo>
                        <a:lnTo>
                          <a:pt x="15" y="14"/>
                        </a:lnTo>
                        <a:lnTo>
                          <a:pt x="12" y="23"/>
                        </a:lnTo>
                        <a:lnTo>
                          <a:pt x="11" y="33"/>
                        </a:lnTo>
                        <a:lnTo>
                          <a:pt x="12" y="43"/>
                        </a:lnTo>
                        <a:lnTo>
                          <a:pt x="18" y="49"/>
                        </a:lnTo>
                        <a:lnTo>
                          <a:pt x="23" y="56"/>
                        </a:lnTo>
                        <a:lnTo>
                          <a:pt x="17" y="59"/>
                        </a:lnTo>
                        <a:lnTo>
                          <a:pt x="10" y="64"/>
                        </a:lnTo>
                        <a:lnTo>
                          <a:pt x="5" y="69"/>
                        </a:lnTo>
                        <a:lnTo>
                          <a:pt x="0" y="75"/>
                        </a:lnTo>
                        <a:lnTo>
                          <a:pt x="0" y="81"/>
                        </a:lnTo>
                        <a:lnTo>
                          <a:pt x="0" y="91"/>
                        </a:lnTo>
                        <a:lnTo>
                          <a:pt x="3" y="98"/>
                        </a:lnTo>
                        <a:lnTo>
                          <a:pt x="9" y="104"/>
                        </a:lnTo>
                        <a:lnTo>
                          <a:pt x="17" y="108"/>
                        </a:lnTo>
                        <a:lnTo>
                          <a:pt x="26" y="110"/>
                        </a:lnTo>
                        <a:lnTo>
                          <a:pt x="19" y="113"/>
                        </a:lnTo>
                        <a:lnTo>
                          <a:pt x="13" y="117"/>
                        </a:lnTo>
                        <a:lnTo>
                          <a:pt x="11" y="122"/>
                        </a:lnTo>
                        <a:lnTo>
                          <a:pt x="10" y="130"/>
                        </a:lnTo>
                        <a:lnTo>
                          <a:pt x="12" y="139"/>
                        </a:lnTo>
                        <a:lnTo>
                          <a:pt x="15" y="142"/>
                        </a:lnTo>
                        <a:lnTo>
                          <a:pt x="22" y="143"/>
                        </a:lnTo>
                        <a:lnTo>
                          <a:pt x="29" y="142"/>
                        </a:lnTo>
                        <a:lnTo>
                          <a:pt x="28" y="158"/>
                        </a:lnTo>
                        <a:lnTo>
                          <a:pt x="29" y="168"/>
                        </a:lnTo>
                        <a:lnTo>
                          <a:pt x="33" y="176"/>
                        </a:lnTo>
                        <a:lnTo>
                          <a:pt x="39" y="179"/>
                        </a:lnTo>
                        <a:lnTo>
                          <a:pt x="46" y="182"/>
                        </a:lnTo>
                        <a:lnTo>
                          <a:pt x="53" y="179"/>
                        </a:lnTo>
                        <a:lnTo>
                          <a:pt x="55" y="190"/>
                        </a:lnTo>
                        <a:lnTo>
                          <a:pt x="61" y="199"/>
                        </a:lnTo>
                        <a:lnTo>
                          <a:pt x="67" y="205"/>
                        </a:lnTo>
                        <a:lnTo>
                          <a:pt x="76" y="207"/>
                        </a:lnTo>
                        <a:lnTo>
                          <a:pt x="84" y="208"/>
                        </a:lnTo>
                        <a:lnTo>
                          <a:pt x="96" y="208"/>
                        </a:lnTo>
                        <a:lnTo>
                          <a:pt x="103" y="207"/>
                        </a:lnTo>
                        <a:lnTo>
                          <a:pt x="117" y="213"/>
                        </a:lnTo>
                        <a:lnTo>
                          <a:pt x="134" y="207"/>
                        </a:lnTo>
                        <a:lnTo>
                          <a:pt x="142" y="202"/>
                        </a:lnTo>
                        <a:lnTo>
                          <a:pt x="150" y="201"/>
                        </a:lnTo>
                        <a:lnTo>
                          <a:pt x="161" y="201"/>
                        </a:lnTo>
                        <a:lnTo>
                          <a:pt x="174" y="196"/>
                        </a:lnTo>
                        <a:lnTo>
                          <a:pt x="183" y="191"/>
                        </a:lnTo>
                        <a:lnTo>
                          <a:pt x="188" y="187"/>
                        </a:lnTo>
                        <a:lnTo>
                          <a:pt x="196" y="176"/>
                        </a:lnTo>
                        <a:lnTo>
                          <a:pt x="201" y="167"/>
                        </a:lnTo>
                        <a:lnTo>
                          <a:pt x="203" y="160"/>
                        </a:lnTo>
                        <a:lnTo>
                          <a:pt x="205" y="143"/>
                        </a:lnTo>
                        <a:lnTo>
                          <a:pt x="205" y="132"/>
                        </a:lnTo>
                        <a:lnTo>
                          <a:pt x="205" y="120"/>
                        </a:lnTo>
                        <a:lnTo>
                          <a:pt x="205" y="109"/>
                        </a:lnTo>
                        <a:lnTo>
                          <a:pt x="203" y="97"/>
                        </a:lnTo>
                        <a:lnTo>
                          <a:pt x="203" y="89"/>
                        </a:lnTo>
                        <a:lnTo>
                          <a:pt x="198" y="81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479" name="Freeform 95"/>
                  <p:cNvSpPr>
                    <a:spLocks/>
                  </p:cNvSpPr>
                  <p:nvPr/>
                </p:nvSpPr>
                <p:spPr bwMode="auto">
                  <a:xfrm>
                    <a:off x="2028" y="2494"/>
                    <a:ext cx="134" cy="141"/>
                  </a:xfrm>
                  <a:custGeom>
                    <a:avLst/>
                    <a:gdLst/>
                    <a:ahLst/>
                    <a:cxnLst>
                      <a:cxn ang="0">
                        <a:pos x="128" y="51"/>
                      </a:cxn>
                      <a:cxn ang="0">
                        <a:pos x="120" y="48"/>
                      </a:cxn>
                      <a:cxn ang="0">
                        <a:pos x="116" y="45"/>
                      </a:cxn>
                      <a:cxn ang="0">
                        <a:pos x="114" y="34"/>
                      </a:cxn>
                      <a:cxn ang="0">
                        <a:pos x="109" y="25"/>
                      </a:cxn>
                      <a:cxn ang="0">
                        <a:pos x="102" y="19"/>
                      </a:cxn>
                      <a:cxn ang="0">
                        <a:pos x="91" y="17"/>
                      </a:cxn>
                      <a:cxn ang="0">
                        <a:pos x="84" y="20"/>
                      </a:cxn>
                      <a:cxn ang="0">
                        <a:pos x="79" y="17"/>
                      </a:cxn>
                      <a:cxn ang="0">
                        <a:pos x="71" y="5"/>
                      </a:cxn>
                      <a:cxn ang="0">
                        <a:pos x="61" y="1"/>
                      </a:cxn>
                      <a:cxn ang="0">
                        <a:pos x="47" y="1"/>
                      </a:cxn>
                      <a:cxn ang="0">
                        <a:pos x="37" y="7"/>
                      </a:cxn>
                      <a:cxn ang="0">
                        <a:pos x="27" y="5"/>
                      </a:cxn>
                      <a:cxn ang="0">
                        <a:pos x="17" y="4"/>
                      </a:cxn>
                      <a:cxn ang="0">
                        <a:pos x="9" y="10"/>
                      </a:cxn>
                      <a:cxn ang="0">
                        <a:pos x="7" y="23"/>
                      </a:cxn>
                      <a:cxn ang="0">
                        <a:pos x="12" y="34"/>
                      </a:cxn>
                      <a:cxn ang="0">
                        <a:pos x="11" y="40"/>
                      </a:cxn>
                      <a:cxn ang="0">
                        <a:pos x="2" y="46"/>
                      </a:cxn>
                      <a:cxn ang="0">
                        <a:pos x="0" y="54"/>
                      </a:cxn>
                      <a:cxn ang="0">
                        <a:pos x="2" y="66"/>
                      </a:cxn>
                      <a:cxn ang="0">
                        <a:pos x="11" y="72"/>
                      </a:cxn>
                      <a:cxn ang="0">
                        <a:pos x="12" y="75"/>
                      </a:cxn>
                      <a:cxn ang="0">
                        <a:pos x="7" y="81"/>
                      </a:cxn>
                      <a:cxn ang="0">
                        <a:pos x="8" y="91"/>
                      </a:cxn>
                      <a:cxn ang="0">
                        <a:pos x="14" y="96"/>
                      </a:cxn>
                      <a:cxn ang="0">
                        <a:pos x="18" y="104"/>
                      </a:cxn>
                      <a:cxn ang="0">
                        <a:pos x="21" y="115"/>
                      </a:cxn>
                      <a:cxn ang="0">
                        <a:pos x="29" y="120"/>
                      </a:cxn>
                      <a:cxn ang="0">
                        <a:pos x="35" y="126"/>
                      </a:cxn>
                      <a:cxn ang="0">
                        <a:pos x="43" y="135"/>
                      </a:cxn>
                      <a:cxn ang="0">
                        <a:pos x="54" y="137"/>
                      </a:cxn>
                      <a:cxn ang="0">
                        <a:pos x="67" y="136"/>
                      </a:cxn>
                      <a:cxn ang="0">
                        <a:pos x="87" y="137"/>
                      </a:cxn>
                      <a:cxn ang="0">
                        <a:pos x="98" y="133"/>
                      </a:cxn>
                      <a:cxn ang="0">
                        <a:pos x="114" y="130"/>
                      </a:cxn>
                      <a:cxn ang="0">
                        <a:pos x="122" y="124"/>
                      </a:cxn>
                      <a:cxn ang="0">
                        <a:pos x="131" y="110"/>
                      </a:cxn>
                      <a:cxn ang="0">
                        <a:pos x="134" y="95"/>
                      </a:cxn>
                      <a:cxn ang="0">
                        <a:pos x="134" y="80"/>
                      </a:cxn>
                      <a:cxn ang="0">
                        <a:pos x="133" y="65"/>
                      </a:cxn>
                      <a:cxn ang="0">
                        <a:pos x="129" y="54"/>
                      </a:cxn>
                    </a:cxnLst>
                    <a:rect l="0" t="0" r="r" b="b"/>
                    <a:pathLst>
                      <a:path w="134" h="141">
                        <a:moveTo>
                          <a:pt x="129" y="54"/>
                        </a:moveTo>
                        <a:lnTo>
                          <a:pt x="128" y="51"/>
                        </a:lnTo>
                        <a:lnTo>
                          <a:pt x="124" y="49"/>
                        </a:lnTo>
                        <a:lnTo>
                          <a:pt x="120" y="48"/>
                        </a:lnTo>
                        <a:lnTo>
                          <a:pt x="116" y="48"/>
                        </a:lnTo>
                        <a:lnTo>
                          <a:pt x="116" y="45"/>
                        </a:lnTo>
                        <a:lnTo>
                          <a:pt x="116" y="40"/>
                        </a:lnTo>
                        <a:lnTo>
                          <a:pt x="114" y="34"/>
                        </a:lnTo>
                        <a:lnTo>
                          <a:pt x="112" y="29"/>
                        </a:lnTo>
                        <a:lnTo>
                          <a:pt x="109" y="25"/>
                        </a:lnTo>
                        <a:lnTo>
                          <a:pt x="106" y="23"/>
                        </a:lnTo>
                        <a:lnTo>
                          <a:pt x="102" y="19"/>
                        </a:lnTo>
                        <a:lnTo>
                          <a:pt x="97" y="17"/>
                        </a:lnTo>
                        <a:lnTo>
                          <a:pt x="91" y="17"/>
                        </a:lnTo>
                        <a:lnTo>
                          <a:pt x="87" y="19"/>
                        </a:lnTo>
                        <a:lnTo>
                          <a:pt x="84" y="20"/>
                        </a:lnTo>
                        <a:lnTo>
                          <a:pt x="80" y="23"/>
                        </a:lnTo>
                        <a:lnTo>
                          <a:pt x="79" y="17"/>
                        </a:lnTo>
                        <a:lnTo>
                          <a:pt x="74" y="11"/>
                        </a:lnTo>
                        <a:lnTo>
                          <a:pt x="71" y="5"/>
                        </a:lnTo>
                        <a:lnTo>
                          <a:pt x="65" y="3"/>
                        </a:lnTo>
                        <a:lnTo>
                          <a:pt x="61" y="1"/>
                        </a:lnTo>
                        <a:lnTo>
                          <a:pt x="54" y="0"/>
                        </a:lnTo>
                        <a:lnTo>
                          <a:pt x="47" y="1"/>
                        </a:lnTo>
                        <a:lnTo>
                          <a:pt x="42" y="3"/>
                        </a:lnTo>
                        <a:lnTo>
                          <a:pt x="37" y="7"/>
                        </a:lnTo>
                        <a:lnTo>
                          <a:pt x="32" y="5"/>
                        </a:lnTo>
                        <a:lnTo>
                          <a:pt x="27" y="5"/>
                        </a:lnTo>
                        <a:lnTo>
                          <a:pt x="22" y="3"/>
                        </a:lnTo>
                        <a:lnTo>
                          <a:pt x="17" y="4"/>
                        </a:lnTo>
                        <a:lnTo>
                          <a:pt x="13" y="7"/>
                        </a:lnTo>
                        <a:lnTo>
                          <a:pt x="9" y="10"/>
                        </a:lnTo>
                        <a:lnTo>
                          <a:pt x="8" y="16"/>
                        </a:lnTo>
                        <a:lnTo>
                          <a:pt x="7" y="23"/>
                        </a:lnTo>
                        <a:lnTo>
                          <a:pt x="8" y="29"/>
                        </a:lnTo>
                        <a:lnTo>
                          <a:pt x="12" y="34"/>
                        </a:lnTo>
                        <a:lnTo>
                          <a:pt x="15" y="38"/>
                        </a:lnTo>
                        <a:lnTo>
                          <a:pt x="11" y="40"/>
                        </a:lnTo>
                        <a:lnTo>
                          <a:pt x="6" y="43"/>
                        </a:lnTo>
                        <a:lnTo>
                          <a:pt x="2" y="46"/>
                        </a:lnTo>
                        <a:lnTo>
                          <a:pt x="0" y="51"/>
                        </a:lnTo>
                        <a:lnTo>
                          <a:pt x="0" y="54"/>
                        </a:lnTo>
                        <a:lnTo>
                          <a:pt x="0" y="60"/>
                        </a:lnTo>
                        <a:lnTo>
                          <a:pt x="2" y="66"/>
                        </a:lnTo>
                        <a:lnTo>
                          <a:pt x="6" y="69"/>
                        </a:lnTo>
                        <a:lnTo>
                          <a:pt x="11" y="72"/>
                        </a:lnTo>
                        <a:lnTo>
                          <a:pt x="17" y="73"/>
                        </a:lnTo>
                        <a:lnTo>
                          <a:pt x="12" y="75"/>
                        </a:lnTo>
                        <a:lnTo>
                          <a:pt x="8" y="78"/>
                        </a:lnTo>
                        <a:lnTo>
                          <a:pt x="7" y="81"/>
                        </a:lnTo>
                        <a:lnTo>
                          <a:pt x="6" y="86"/>
                        </a:lnTo>
                        <a:lnTo>
                          <a:pt x="8" y="91"/>
                        </a:lnTo>
                        <a:lnTo>
                          <a:pt x="9" y="95"/>
                        </a:lnTo>
                        <a:lnTo>
                          <a:pt x="14" y="96"/>
                        </a:lnTo>
                        <a:lnTo>
                          <a:pt x="19" y="95"/>
                        </a:lnTo>
                        <a:lnTo>
                          <a:pt x="18" y="104"/>
                        </a:lnTo>
                        <a:lnTo>
                          <a:pt x="19" y="111"/>
                        </a:lnTo>
                        <a:lnTo>
                          <a:pt x="21" y="115"/>
                        </a:lnTo>
                        <a:lnTo>
                          <a:pt x="24" y="119"/>
                        </a:lnTo>
                        <a:lnTo>
                          <a:pt x="29" y="120"/>
                        </a:lnTo>
                        <a:lnTo>
                          <a:pt x="33" y="119"/>
                        </a:lnTo>
                        <a:lnTo>
                          <a:pt x="35" y="126"/>
                        </a:lnTo>
                        <a:lnTo>
                          <a:pt x="39" y="132"/>
                        </a:lnTo>
                        <a:lnTo>
                          <a:pt x="43" y="135"/>
                        </a:lnTo>
                        <a:lnTo>
                          <a:pt x="48" y="137"/>
                        </a:lnTo>
                        <a:lnTo>
                          <a:pt x="54" y="137"/>
                        </a:lnTo>
                        <a:lnTo>
                          <a:pt x="62" y="138"/>
                        </a:lnTo>
                        <a:lnTo>
                          <a:pt x="67" y="136"/>
                        </a:lnTo>
                        <a:lnTo>
                          <a:pt x="76" y="141"/>
                        </a:lnTo>
                        <a:lnTo>
                          <a:pt x="87" y="137"/>
                        </a:lnTo>
                        <a:lnTo>
                          <a:pt x="92" y="133"/>
                        </a:lnTo>
                        <a:lnTo>
                          <a:pt x="98" y="133"/>
                        </a:lnTo>
                        <a:lnTo>
                          <a:pt x="105" y="133"/>
                        </a:lnTo>
                        <a:lnTo>
                          <a:pt x="114" y="130"/>
                        </a:lnTo>
                        <a:lnTo>
                          <a:pt x="120" y="127"/>
                        </a:lnTo>
                        <a:lnTo>
                          <a:pt x="122" y="124"/>
                        </a:lnTo>
                        <a:lnTo>
                          <a:pt x="128" y="117"/>
                        </a:lnTo>
                        <a:lnTo>
                          <a:pt x="131" y="110"/>
                        </a:lnTo>
                        <a:lnTo>
                          <a:pt x="132" y="106"/>
                        </a:lnTo>
                        <a:lnTo>
                          <a:pt x="134" y="95"/>
                        </a:lnTo>
                        <a:lnTo>
                          <a:pt x="134" y="88"/>
                        </a:lnTo>
                        <a:lnTo>
                          <a:pt x="134" y="80"/>
                        </a:lnTo>
                        <a:lnTo>
                          <a:pt x="134" y="72"/>
                        </a:lnTo>
                        <a:lnTo>
                          <a:pt x="133" y="65"/>
                        </a:lnTo>
                        <a:lnTo>
                          <a:pt x="132" y="60"/>
                        </a:lnTo>
                        <a:lnTo>
                          <a:pt x="129" y="54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16480" name="Group 96"/>
                <p:cNvGrpSpPr>
                  <a:grpSpLocks/>
                </p:cNvGrpSpPr>
                <p:nvPr/>
              </p:nvGrpSpPr>
              <p:grpSpPr bwMode="auto">
                <a:xfrm>
                  <a:off x="3283" y="1752"/>
                  <a:ext cx="1232" cy="880"/>
                  <a:chOff x="3283" y="1752"/>
                  <a:chExt cx="1232" cy="880"/>
                </a:xfrm>
              </p:grpSpPr>
              <p:sp>
                <p:nvSpPr>
                  <p:cNvPr id="16481" name="Freeform 97"/>
                  <p:cNvSpPr>
                    <a:spLocks/>
                  </p:cNvSpPr>
                  <p:nvPr/>
                </p:nvSpPr>
                <p:spPr bwMode="auto">
                  <a:xfrm>
                    <a:off x="3283" y="1752"/>
                    <a:ext cx="1232" cy="844"/>
                  </a:xfrm>
                  <a:custGeom>
                    <a:avLst/>
                    <a:gdLst/>
                    <a:ahLst/>
                    <a:cxnLst>
                      <a:cxn ang="0">
                        <a:pos x="159" y="236"/>
                      </a:cxn>
                      <a:cxn ang="0">
                        <a:pos x="199" y="227"/>
                      </a:cxn>
                      <a:cxn ang="0">
                        <a:pos x="248" y="239"/>
                      </a:cxn>
                      <a:cxn ang="0">
                        <a:pos x="245" y="193"/>
                      </a:cxn>
                      <a:cxn ang="0">
                        <a:pos x="254" y="160"/>
                      </a:cxn>
                      <a:cxn ang="0">
                        <a:pos x="281" y="130"/>
                      </a:cxn>
                      <a:cxn ang="0">
                        <a:pos x="320" y="119"/>
                      </a:cxn>
                      <a:cxn ang="0">
                        <a:pos x="377" y="123"/>
                      </a:cxn>
                      <a:cxn ang="0">
                        <a:pos x="400" y="105"/>
                      </a:cxn>
                      <a:cxn ang="0">
                        <a:pos x="405" y="55"/>
                      </a:cxn>
                      <a:cxn ang="0">
                        <a:pos x="439" y="16"/>
                      </a:cxn>
                      <a:cxn ang="0">
                        <a:pos x="487" y="0"/>
                      </a:cxn>
                      <a:cxn ang="0">
                        <a:pos x="544" y="10"/>
                      </a:cxn>
                      <a:cxn ang="0">
                        <a:pos x="581" y="32"/>
                      </a:cxn>
                      <a:cxn ang="0">
                        <a:pos x="624" y="38"/>
                      </a:cxn>
                      <a:cxn ang="0">
                        <a:pos x="710" y="13"/>
                      </a:cxn>
                      <a:cxn ang="0">
                        <a:pos x="781" y="32"/>
                      </a:cxn>
                      <a:cxn ang="0">
                        <a:pos x="811" y="71"/>
                      </a:cxn>
                      <a:cxn ang="0">
                        <a:pos x="811" y="129"/>
                      </a:cxn>
                      <a:cxn ang="0">
                        <a:pos x="919" y="129"/>
                      </a:cxn>
                      <a:cxn ang="0">
                        <a:pos x="972" y="162"/>
                      </a:cxn>
                      <a:cxn ang="0">
                        <a:pos x="1003" y="206"/>
                      </a:cxn>
                      <a:cxn ang="0">
                        <a:pos x="1018" y="255"/>
                      </a:cxn>
                      <a:cxn ang="0">
                        <a:pos x="1015" y="319"/>
                      </a:cxn>
                      <a:cxn ang="0">
                        <a:pos x="988" y="365"/>
                      </a:cxn>
                      <a:cxn ang="0">
                        <a:pos x="1068" y="367"/>
                      </a:cxn>
                      <a:cxn ang="0">
                        <a:pos x="1132" y="388"/>
                      </a:cxn>
                      <a:cxn ang="0">
                        <a:pos x="1184" y="424"/>
                      </a:cxn>
                      <a:cxn ang="0">
                        <a:pos x="1212" y="453"/>
                      </a:cxn>
                      <a:cxn ang="0">
                        <a:pos x="1232" y="501"/>
                      </a:cxn>
                      <a:cxn ang="0">
                        <a:pos x="1219" y="555"/>
                      </a:cxn>
                      <a:cxn ang="0">
                        <a:pos x="1194" y="587"/>
                      </a:cxn>
                      <a:cxn ang="0">
                        <a:pos x="1143" y="601"/>
                      </a:cxn>
                      <a:cxn ang="0">
                        <a:pos x="1113" y="599"/>
                      </a:cxn>
                      <a:cxn ang="0">
                        <a:pos x="1104" y="685"/>
                      </a:cxn>
                      <a:cxn ang="0">
                        <a:pos x="1068" y="728"/>
                      </a:cxn>
                      <a:cxn ang="0">
                        <a:pos x="1000" y="761"/>
                      </a:cxn>
                      <a:cxn ang="0">
                        <a:pos x="857" y="758"/>
                      </a:cxn>
                      <a:cxn ang="0">
                        <a:pos x="783" y="734"/>
                      </a:cxn>
                      <a:cxn ang="0">
                        <a:pos x="648" y="785"/>
                      </a:cxn>
                      <a:cxn ang="0">
                        <a:pos x="572" y="810"/>
                      </a:cxn>
                      <a:cxn ang="0">
                        <a:pos x="520" y="792"/>
                      </a:cxn>
                      <a:cxn ang="0">
                        <a:pos x="474" y="820"/>
                      </a:cxn>
                      <a:cxn ang="0">
                        <a:pos x="416" y="838"/>
                      </a:cxn>
                      <a:cxn ang="0">
                        <a:pos x="340" y="844"/>
                      </a:cxn>
                      <a:cxn ang="0">
                        <a:pos x="273" y="832"/>
                      </a:cxn>
                      <a:cxn ang="0">
                        <a:pos x="171" y="764"/>
                      </a:cxn>
                      <a:cxn ang="0">
                        <a:pos x="70" y="673"/>
                      </a:cxn>
                      <a:cxn ang="0">
                        <a:pos x="0" y="513"/>
                      </a:cxn>
                      <a:cxn ang="0">
                        <a:pos x="110" y="285"/>
                      </a:cxn>
                    </a:cxnLst>
                    <a:rect l="0" t="0" r="r" b="b"/>
                    <a:pathLst>
                      <a:path w="1232" h="844">
                        <a:moveTo>
                          <a:pt x="139" y="263"/>
                        </a:moveTo>
                        <a:lnTo>
                          <a:pt x="159" y="236"/>
                        </a:lnTo>
                        <a:lnTo>
                          <a:pt x="180" y="227"/>
                        </a:lnTo>
                        <a:lnTo>
                          <a:pt x="199" y="227"/>
                        </a:lnTo>
                        <a:lnTo>
                          <a:pt x="221" y="229"/>
                        </a:lnTo>
                        <a:lnTo>
                          <a:pt x="248" y="239"/>
                        </a:lnTo>
                        <a:lnTo>
                          <a:pt x="249" y="215"/>
                        </a:lnTo>
                        <a:lnTo>
                          <a:pt x="245" y="193"/>
                        </a:lnTo>
                        <a:lnTo>
                          <a:pt x="249" y="178"/>
                        </a:lnTo>
                        <a:lnTo>
                          <a:pt x="254" y="160"/>
                        </a:lnTo>
                        <a:lnTo>
                          <a:pt x="267" y="141"/>
                        </a:lnTo>
                        <a:lnTo>
                          <a:pt x="281" y="130"/>
                        </a:lnTo>
                        <a:lnTo>
                          <a:pt x="304" y="121"/>
                        </a:lnTo>
                        <a:lnTo>
                          <a:pt x="320" y="119"/>
                        </a:lnTo>
                        <a:lnTo>
                          <a:pt x="347" y="119"/>
                        </a:lnTo>
                        <a:lnTo>
                          <a:pt x="377" y="123"/>
                        </a:lnTo>
                        <a:lnTo>
                          <a:pt x="407" y="130"/>
                        </a:lnTo>
                        <a:lnTo>
                          <a:pt x="400" y="105"/>
                        </a:lnTo>
                        <a:lnTo>
                          <a:pt x="398" y="81"/>
                        </a:lnTo>
                        <a:lnTo>
                          <a:pt x="405" y="55"/>
                        </a:lnTo>
                        <a:lnTo>
                          <a:pt x="423" y="30"/>
                        </a:lnTo>
                        <a:lnTo>
                          <a:pt x="439" y="16"/>
                        </a:lnTo>
                        <a:lnTo>
                          <a:pt x="459" y="7"/>
                        </a:lnTo>
                        <a:lnTo>
                          <a:pt x="487" y="0"/>
                        </a:lnTo>
                        <a:lnTo>
                          <a:pt x="514" y="2"/>
                        </a:lnTo>
                        <a:lnTo>
                          <a:pt x="544" y="10"/>
                        </a:lnTo>
                        <a:lnTo>
                          <a:pt x="562" y="14"/>
                        </a:lnTo>
                        <a:lnTo>
                          <a:pt x="581" y="32"/>
                        </a:lnTo>
                        <a:lnTo>
                          <a:pt x="593" y="53"/>
                        </a:lnTo>
                        <a:lnTo>
                          <a:pt x="624" y="38"/>
                        </a:lnTo>
                        <a:lnTo>
                          <a:pt x="667" y="19"/>
                        </a:lnTo>
                        <a:lnTo>
                          <a:pt x="710" y="13"/>
                        </a:lnTo>
                        <a:lnTo>
                          <a:pt x="753" y="19"/>
                        </a:lnTo>
                        <a:lnTo>
                          <a:pt x="781" y="32"/>
                        </a:lnTo>
                        <a:lnTo>
                          <a:pt x="798" y="47"/>
                        </a:lnTo>
                        <a:lnTo>
                          <a:pt x="811" y="71"/>
                        </a:lnTo>
                        <a:lnTo>
                          <a:pt x="814" y="105"/>
                        </a:lnTo>
                        <a:lnTo>
                          <a:pt x="811" y="129"/>
                        </a:lnTo>
                        <a:lnTo>
                          <a:pt x="863" y="119"/>
                        </a:lnTo>
                        <a:lnTo>
                          <a:pt x="919" y="129"/>
                        </a:lnTo>
                        <a:lnTo>
                          <a:pt x="951" y="141"/>
                        </a:lnTo>
                        <a:lnTo>
                          <a:pt x="972" y="162"/>
                        </a:lnTo>
                        <a:lnTo>
                          <a:pt x="994" y="185"/>
                        </a:lnTo>
                        <a:lnTo>
                          <a:pt x="1003" y="206"/>
                        </a:lnTo>
                        <a:lnTo>
                          <a:pt x="1015" y="236"/>
                        </a:lnTo>
                        <a:lnTo>
                          <a:pt x="1018" y="255"/>
                        </a:lnTo>
                        <a:lnTo>
                          <a:pt x="1021" y="285"/>
                        </a:lnTo>
                        <a:lnTo>
                          <a:pt x="1015" y="319"/>
                        </a:lnTo>
                        <a:lnTo>
                          <a:pt x="1003" y="347"/>
                        </a:lnTo>
                        <a:lnTo>
                          <a:pt x="988" y="365"/>
                        </a:lnTo>
                        <a:lnTo>
                          <a:pt x="1033" y="362"/>
                        </a:lnTo>
                        <a:lnTo>
                          <a:pt x="1068" y="367"/>
                        </a:lnTo>
                        <a:lnTo>
                          <a:pt x="1104" y="378"/>
                        </a:lnTo>
                        <a:lnTo>
                          <a:pt x="1132" y="388"/>
                        </a:lnTo>
                        <a:lnTo>
                          <a:pt x="1162" y="405"/>
                        </a:lnTo>
                        <a:lnTo>
                          <a:pt x="1184" y="424"/>
                        </a:lnTo>
                        <a:lnTo>
                          <a:pt x="1199" y="437"/>
                        </a:lnTo>
                        <a:lnTo>
                          <a:pt x="1212" y="453"/>
                        </a:lnTo>
                        <a:lnTo>
                          <a:pt x="1224" y="468"/>
                        </a:lnTo>
                        <a:lnTo>
                          <a:pt x="1232" y="501"/>
                        </a:lnTo>
                        <a:lnTo>
                          <a:pt x="1230" y="526"/>
                        </a:lnTo>
                        <a:lnTo>
                          <a:pt x="1219" y="555"/>
                        </a:lnTo>
                        <a:lnTo>
                          <a:pt x="1208" y="571"/>
                        </a:lnTo>
                        <a:lnTo>
                          <a:pt x="1194" y="587"/>
                        </a:lnTo>
                        <a:lnTo>
                          <a:pt x="1171" y="598"/>
                        </a:lnTo>
                        <a:lnTo>
                          <a:pt x="1143" y="601"/>
                        </a:lnTo>
                        <a:lnTo>
                          <a:pt x="1125" y="601"/>
                        </a:lnTo>
                        <a:lnTo>
                          <a:pt x="1113" y="599"/>
                        </a:lnTo>
                        <a:lnTo>
                          <a:pt x="1117" y="633"/>
                        </a:lnTo>
                        <a:lnTo>
                          <a:pt x="1104" y="685"/>
                        </a:lnTo>
                        <a:lnTo>
                          <a:pt x="1086" y="706"/>
                        </a:lnTo>
                        <a:lnTo>
                          <a:pt x="1068" y="728"/>
                        </a:lnTo>
                        <a:lnTo>
                          <a:pt x="1037" y="749"/>
                        </a:lnTo>
                        <a:lnTo>
                          <a:pt x="1000" y="761"/>
                        </a:lnTo>
                        <a:lnTo>
                          <a:pt x="937" y="767"/>
                        </a:lnTo>
                        <a:lnTo>
                          <a:pt x="857" y="758"/>
                        </a:lnTo>
                        <a:lnTo>
                          <a:pt x="820" y="736"/>
                        </a:lnTo>
                        <a:lnTo>
                          <a:pt x="783" y="734"/>
                        </a:lnTo>
                        <a:lnTo>
                          <a:pt x="697" y="748"/>
                        </a:lnTo>
                        <a:lnTo>
                          <a:pt x="648" y="785"/>
                        </a:lnTo>
                        <a:lnTo>
                          <a:pt x="609" y="807"/>
                        </a:lnTo>
                        <a:lnTo>
                          <a:pt x="572" y="810"/>
                        </a:lnTo>
                        <a:lnTo>
                          <a:pt x="538" y="798"/>
                        </a:lnTo>
                        <a:lnTo>
                          <a:pt x="520" y="792"/>
                        </a:lnTo>
                        <a:lnTo>
                          <a:pt x="498" y="804"/>
                        </a:lnTo>
                        <a:lnTo>
                          <a:pt x="474" y="820"/>
                        </a:lnTo>
                        <a:lnTo>
                          <a:pt x="440" y="835"/>
                        </a:lnTo>
                        <a:lnTo>
                          <a:pt x="416" y="838"/>
                        </a:lnTo>
                        <a:lnTo>
                          <a:pt x="389" y="841"/>
                        </a:lnTo>
                        <a:lnTo>
                          <a:pt x="340" y="844"/>
                        </a:lnTo>
                        <a:lnTo>
                          <a:pt x="318" y="844"/>
                        </a:lnTo>
                        <a:lnTo>
                          <a:pt x="273" y="832"/>
                        </a:lnTo>
                        <a:lnTo>
                          <a:pt x="242" y="820"/>
                        </a:lnTo>
                        <a:lnTo>
                          <a:pt x="171" y="764"/>
                        </a:lnTo>
                        <a:lnTo>
                          <a:pt x="110" y="709"/>
                        </a:lnTo>
                        <a:lnTo>
                          <a:pt x="70" y="673"/>
                        </a:lnTo>
                        <a:lnTo>
                          <a:pt x="24" y="568"/>
                        </a:lnTo>
                        <a:lnTo>
                          <a:pt x="0" y="513"/>
                        </a:lnTo>
                        <a:lnTo>
                          <a:pt x="33" y="384"/>
                        </a:lnTo>
                        <a:lnTo>
                          <a:pt x="110" y="285"/>
                        </a:lnTo>
                        <a:lnTo>
                          <a:pt x="139" y="263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482" name="Freeform 98"/>
                  <p:cNvSpPr>
                    <a:spLocks/>
                  </p:cNvSpPr>
                  <p:nvPr/>
                </p:nvSpPr>
                <p:spPr bwMode="auto">
                  <a:xfrm>
                    <a:off x="3522" y="1926"/>
                    <a:ext cx="798" cy="694"/>
                  </a:xfrm>
                  <a:custGeom>
                    <a:avLst/>
                    <a:gdLst/>
                    <a:ahLst/>
                    <a:cxnLst>
                      <a:cxn ang="0">
                        <a:pos x="781" y="219"/>
                      </a:cxn>
                      <a:cxn ang="0">
                        <a:pos x="722" y="203"/>
                      </a:cxn>
                      <a:cxn ang="0">
                        <a:pos x="742" y="145"/>
                      </a:cxn>
                      <a:cxn ang="0">
                        <a:pos x="701" y="97"/>
                      </a:cxn>
                      <a:cxn ang="0">
                        <a:pos x="653" y="64"/>
                      </a:cxn>
                      <a:cxn ang="0">
                        <a:pos x="605" y="3"/>
                      </a:cxn>
                      <a:cxn ang="0">
                        <a:pos x="511" y="12"/>
                      </a:cxn>
                      <a:cxn ang="0">
                        <a:pos x="432" y="35"/>
                      </a:cxn>
                      <a:cxn ang="0">
                        <a:pos x="352" y="23"/>
                      </a:cxn>
                      <a:cxn ang="0">
                        <a:pos x="279" y="78"/>
                      </a:cxn>
                      <a:cxn ang="0">
                        <a:pos x="260" y="125"/>
                      </a:cxn>
                      <a:cxn ang="0">
                        <a:pos x="182" y="166"/>
                      </a:cxn>
                      <a:cxn ang="0">
                        <a:pos x="149" y="246"/>
                      </a:cxn>
                      <a:cxn ang="0">
                        <a:pos x="116" y="298"/>
                      </a:cxn>
                      <a:cxn ang="0">
                        <a:pos x="116" y="367"/>
                      </a:cxn>
                      <a:cxn ang="0">
                        <a:pos x="61" y="368"/>
                      </a:cxn>
                      <a:cxn ang="0">
                        <a:pos x="27" y="432"/>
                      </a:cxn>
                      <a:cxn ang="0">
                        <a:pos x="0" y="529"/>
                      </a:cxn>
                      <a:cxn ang="0">
                        <a:pos x="47" y="650"/>
                      </a:cxn>
                      <a:cxn ang="0">
                        <a:pos x="201" y="689"/>
                      </a:cxn>
                      <a:cxn ang="0">
                        <a:pos x="324" y="677"/>
                      </a:cxn>
                      <a:cxn ang="0">
                        <a:pos x="398" y="684"/>
                      </a:cxn>
                      <a:cxn ang="0">
                        <a:pos x="460" y="647"/>
                      </a:cxn>
                      <a:cxn ang="0">
                        <a:pos x="481" y="615"/>
                      </a:cxn>
                      <a:cxn ang="0">
                        <a:pos x="532" y="615"/>
                      </a:cxn>
                      <a:cxn ang="0">
                        <a:pos x="553" y="541"/>
                      </a:cxn>
                      <a:cxn ang="0">
                        <a:pos x="596" y="517"/>
                      </a:cxn>
                      <a:cxn ang="0">
                        <a:pos x="602" y="466"/>
                      </a:cxn>
                      <a:cxn ang="0">
                        <a:pos x="563" y="444"/>
                      </a:cxn>
                      <a:cxn ang="0">
                        <a:pos x="614" y="393"/>
                      </a:cxn>
                      <a:cxn ang="0">
                        <a:pos x="594" y="330"/>
                      </a:cxn>
                      <a:cxn ang="0">
                        <a:pos x="557" y="303"/>
                      </a:cxn>
                      <a:cxn ang="0">
                        <a:pos x="572" y="243"/>
                      </a:cxn>
                      <a:cxn ang="0">
                        <a:pos x="517" y="185"/>
                      </a:cxn>
                      <a:cxn ang="0">
                        <a:pos x="439" y="189"/>
                      </a:cxn>
                      <a:cxn ang="0">
                        <a:pos x="391" y="150"/>
                      </a:cxn>
                      <a:cxn ang="0">
                        <a:pos x="465" y="133"/>
                      </a:cxn>
                      <a:cxn ang="0">
                        <a:pos x="541" y="70"/>
                      </a:cxn>
                      <a:cxn ang="0">
                        <a:pos x="614" y="90"/>
                      </a:cxn>
                      <a:cxn ang="0">
                        <a:pos x="621" y="141"/>
                      </a:cxn>
                      <a:cxn ang="0">
                        <a:pos x="687" y="168"/>
                      </a:cxn>
                      <a:cxn ang="0">
                        <a:pos x="669" y="243"/>
                      </a:cxn>
                      <a:cxn ang="0">
                        <a:pos x="667" y="296"/>
                      </a:cxn>
                      <a:cxn ang="0">
                        <a:pos x="745" y="251"/>
                      </a:cxn>
                    </a:cxnLst>
                    <a:rect l="0" t="0" r="r" b="b"/>
                    <a:pathLst>
                      <a:path w="798" h="694">
                        <a:moveTo>
                          <a:pt x="798" y="265"/>
                        </a:moveTo>
                        <a:lnTo>
                          <a:pt x="793" y="241"/>
                        </a:lnTo>
                        <a:lnTo>
                          <a:pt x="781" y="219"/>
                        </a:lnTo>
                        <a:lnTo>
                          <a:pt x="763" y="208"/>
                        </a:lnTo>
                        <a:lnTo>
                          <a:pt x="744" y="198"/>
                        </a:lnTo>
                        <a:lnTo>
                          <a:pt x="722" y="203"/>
                        </a:lnTo>
                        <a:lnTo>
                          <a:pt x="733" y="187"/>
                        </a:lnTo>
                        <a:lnTo>
                          <a:pt x="742" y="164"/>
                        </a:lnTo>
                        <a:lnTo>
                          <a:pt x="742" y="145"/>
                        </a:lnTo>
                        <a:lnTo>
                          <a:pt x="733" y="122"/>
                        </a:lnTo>
                        <a:lnTo>
                          <a:pt x="717" y="111"/>
                        </a:lnTo>
                        <a:lnTo>
                          <a:pt x="701" y="97"/>
                        </a:lnTo>
                        <a:lnTo>
                          <a:pt x="680" y="86"/>
                        </a:lnTo>
                        <a:lnTo>
                          <a:pt x="660" y="83"/>
                        </a:lnTo>
                        <a:lnTo>
                          <a:pt x="653" y="64"/>
                        </a:lnTo>
                        <a:lnTo>
                          <a:pt x="642" y="40"/>
                        </a:lnTo>
                        <a:lnTo>
                          <a:pt x="626" y="21"/>
                        </a:lnTo>
                        <a:lnTo>
                          <a:pt x="605" y="3"/>
                        </a:lnTo>
                        <a:lnTo>
                          <a:pt x="578" y="1"/>
                        </a:lnTo>
                        <a:lnTo>
                          <a:pt x="545" y="0"/>
                        </a:lnTo>
                        <a:lnTo>
                          <a:pt x="511" y="12"/>
                        </a:lnTo>
                        <a:lnTo>
                          <a:pt x="481" y="30"/>
                        </a:lnTo>
                        <a:lnTo>
                          <a:pt x="452" y="50"/>
                        </a:lnTo>
                        <a:lnTo>
                          <a:pt x="432" y="35"/>
                        </a:lnTo>
                        <a:lnTo>
                          <a:pt x="408" y="23"/>
                        </a:lnTo>
                        <a:lnTo>
                          <a:pt x="378" y="16"/>
                        </a:lnTo>
                        <a:lnTo>
                          <a:pt x="352" y="23"/>
                        </a:lnTo>
                        <a:lnTo>
                          <a:pt x="324" y="37"/>
                        </a:lnTo>
                        <a:lnTo>
                          <a:pt x="297" y="56"/>
                        </a:lnTo>
                        <a:lnTo>
                          <a:pt x="279" y="78"/>
                        </a:lnTo>
                        <a:lnTo>
                          <a:pt x="276" y="104"/>
                        </a:lnTo>
                        <a:lnTo>
                          <a:pt x="284" y="130"/>
                        </a:lnTo>
                        <a:lnTo>
                          <a:pt x="260" y="125"/>
                        </a:lnTo>
                        <a:lnTo>
                          <a:pt x="233" y="122"/>
                        </a:lnTo>
                        <a:lnTo>
                          <a:pt x="200" y="143"/>
                        </a:lnTo>
                        <a:lnTo>
                          <a:pt x="182" y="166"/>
                        </a:lnTo>
                        <a:lnTo>
                          <a:pt x="167" y="189"/>
                        </a:lnTo>
                        <a:lnTo>
                          <a:pt x="150" y="228"/>
                        </a:lnTo>
                        <a:lnTo>
                          <a:pt x="149" y="246"/>
                        </a:lnTo>
                        <a:lnTo>
                          <a:pt x="153" y="268"/>
                        </a:lnTo>
                        <a:lnTo>
                          <a:pt x="132" y="277"/>
                        </a:lnTo>
                        <a:lnTo>
                          <a:pt x="116" y="298"/>
                        </a:lnTo>
                        <a:lnTo>
                          <a:pt x="105" y="321"/>
                        </a:lnTo>
                        <a:lnTo>
                          <a:pt x="107" y="340"/>
                        </a:lnTo>
                        <a:lnTo>
                          <a:pt x="116" y="367"/>
                        </a:lnTo>
                        <a:lnTo>
                          <a:pt x="98" y="358"/>
                        </a:lnTo>
                        <a:lnTo>
                          <a:pt x="77" y="358"/>
                        </a:lnTo>
                        <a:lnTo>
                          <a:pt x="61" y="368"/>
                        </a:lnTo>
                        <a:lnTo>
                          <a:pt x="49" y="382"/>
                        </a:lnTo>
                        <a:lnTo>
                          <a:pt x="38" y="406"/>
                        </a:lnTo>
                        <a:lnTo>
                          <a:pt x="27" y="432"/>
                        </a:lnTo>
                        <a:lnTo>
                          <a:pt x="15" y="464"/>
                        </a:lnTo>
                        <a:lnTo>
                          <a:pt x="8" y="494"/>
                        </a:lnTo>
                        <a:lnTo>
                          <a:pt x="0" y="529"/>
                        </a:lnTo>
                        <a:lnTo>
                          <a:pt x="6" y="572"/>
                        </a:lnTo>
                        <a:lnTo>
                          <a:pt x="20" y="614"/>
                        </a:lnTo>
                        <a:lnTo>
                          <a:pt x="47" y="650"/>
                        </a:lnTo>
                        <a:lnTo>
                          <a:pt x="93" y="669"/>
                        </a:lnTo>
                        <a:lnTo>
                          <a:pt x="172" y="694"/>
                        </a:lnTo>
                        <a:lnTo>
                          <a:pt x="201" y="689"/>
                        </a:lnTo>
                        <a:lnTo>
                          <a:pt x="235" y="684"/>
                        </a:lnTo>
                        <a:lnTo>
                          <a:pt x="287" y="684"/>
                        </a:lnTo>
                        <a:lnTo>
                          <a:pt x="324" y="677"/>
                        </a:lnTo>
                        <a:lnTo>
                          <a:pt x="345" y="687"/>
                        </a:lnTo>
                        <a:lnTo>
                          <a:pt x="371" y="687"/>
                        </a:lnTo>
                        <a:lnTo>
                          <a:pt x="398" y="684"/>
                        </a:lnTo>
                        <a:lnTo>
                          <a:pt x="428" y="675"/>
                        </a:lnTo>
                        <a:lnTo>
                          <a:pt x="449" y="665"/>
                        </a:lnTo>
                        <a:lnTo>
                          <a:pt x="460" y="647"/>
                        </a:lnTo>
                        <a:lnTo>
                          <a:pt x="467" y="627"/>
                        </a:lnTo>
                        <a:lnTo>
                          <a:pt x="462" y="605"/>
                        </a:lnTo>
                        <a:lnTo>
                          <a:pt x="481" y="615"/>
                        </a:lnTo>
                        <a:lnTo>
                          <a:pt x="506" y="624"/>
                        </a:lnTo>
                        <a:lnTo>
                          <a:pt x="524" y="624"/>
                        </a:lnTo>
                        <a:lnTo>
                          <a:pt x="532" y="615"/>
                        </a:lnTo>
                        <a:lnTo>
                          <a:pt x="543" y="590"/>
                        </a:lnTo>
                        <a:lnTo>
                          <a:pt x="547" y="567"/>
                        </a:lnTo>
                        <a:lnTo>
                          <a:pt x="553" y="541"/>
                        </a:lnTo>
                        <a:lnTo>
                          <a:pt x="571" y="537"/>
                        </a:lnTo>
                        <a:lnTo>
                          <a:pt x="594" y="535"/>
                        </a:lnTo>
                        <a:lnTo>
                          <a:pt x="596" y="517"/>
                        </a:lnTo>
                        <a:lnTo>
                          <a:pt x="602" y="494"/>
                        </a:lnTo>
                        <a:lnTo>
                          <a:pt x="607" y="478"/>
                        </a:lnTo>
                        <a:lnTo>
                          <a:pt x="602" y="466"/>
                        </a:lnTo>
                        <a:lnTo>
                          <a:pt x="595" y="450"/>
                        </a:lnTo>
                        <a:lnTo>
                          <a:pt x="577" y="443"/>
                        </a:lnTo>
                        <a:lnTo>
                          <a:pt x="563" y="444"/>
                        </a:lnTo>
                        <a:lnTo>
                          <a:pt x="579" y="432"/>
                        </a:lnTo>
                        <a:lnTo>
                          <a:pt x="605" y="418"/>
                        </a:lnTo>
                        <a:lnTo>
                          <a:pt x="614" y="393"/>
                        </a:lnTo>
                        <a:lnTo>
                          <a:pt x="616" y="368"/>
                        </a:lnTo>
                        <a:lnTo>
                          <a:pt x="607" y="344"/>
                        </a:lnTo>
                        <a:lnTo>
                          <a:pt x="594" y="330"/>
                        </a:lnTo>
                        <a:lnTo>
                          <a:pt x="571" y="321"/>
                        </a:lnTo>
                        <a:lnTo>
                          <a:pt x="545" y="321"/>
                        </a:lnTo>
                        <a:lnTo>
                          <a:pt x="557" y="303"/>
                        </a:lnTo>
                        <a:lnTo>
                          <a:pt x="568" y="284"/>
                        </a:lnTo>
                        <a:lnTo>
                          <a:pt x="571" y="261"/>
                        </a:lnTo>
                        <a:lnTo>
                          <a:pt x="572" y="243"/>
                        </a:lnTo>
                        <a:lnTo>
                          <a:pt x="565" y="222"/>
                        </a:lnTo>
                        <a:lnTo>
                          <a:pt x="543" y="196"/>
                        </a:lnTo>
                        <a:lnTo>
                          <a:pt x="517" y="185"/>
                        </a:lnTo>
                        <a:lnTo>
                          <a:pt x="486" y="187"/>
                        </a:lnTo>
                        <a:lnTo>
                          <a:pt x="458" y="200"/>
                        </a:lnTo>
                        <a:lnTo>
                          <a:pt x="439" y="189"/>
                        </a:lnTo>
                        <a:lnTo>
                          <a:pt x="405" y="182"/>
                        </a:lnTo>
                        <a:lnTo>
                          <a:pt x="384" y="168"/>
                        </a:lnTo>
                        <a:lnTo>
                          <a:pt x="391" y="150"/>
                        </a:lnTo>
                        <a:lnTo>
                          <a:pt x="419" y="136"/>
                        </a:lnTo>
                        <a:lnTo>
                          <a:pt x="444" y="143"/>
                        </a:lnTo>
                        <a:lnTo>
                          <a:pt x="465" y="133"/>
                        </a:lnTo>
                        <a:lnTo>
                          <a:pt x="494" y="106"/>
                        </a:lnTo>
                        <a:lnTo>
                          <a:pt x="517" y="83"/>
                        </a:lnTo>
                        <a:lnTo>
                          <a:pt x="541" y="70"/>
                        </a:lnTo>
                        <a:lnTo>
                          <a:pt x="564" y="67"/>
                        </a:lnTo>
                        <a:lnTo>
                          <a:pt x="589" y="74"/>
                        </a:lnTo>
                        <a:lnTo>
                          <a:pt x="614" y="90"/>
                        </a:lnTo>
                        <a:lnTo>
                          <a:pt x="623" y="104"/>
                        </a:lnTo>
                        <a:lnTo>
                          <a:pt x="623" y="125"/>
                        </a:lnTo>
                        <a:lnTo>
                          <a:pt x="621" y="141"/>
                        </a:lnTo>
                        <a:lnTo>
                          <a:pt x="645" y="142"/>
                        </a:lnTo>
                        <a:lnTo>
                          <a:pt x="667" y="148"/>
                        </a:lnTo>
                        <a:lnTo>
                          <a:pt x="687" y="168"/>
                        </a:lnTo>
                        <a:lnTo>
                          <a:pt x="692" y="191"/>
                        </a:lnTo>
                        <a:lnTo>
                          <a:pt x="680" y="225"/>
                        </a:lnTo>
                        <a:lnTo>
                          <a:pt x="669" y="243"/>
                        </a:lnTo>
                        <a:lnTo>
                          <a:pt x="664" y="259"/>
                        </a:lnTo>
                        <a:lnTo>
                          <a:pt x="664" y="278"/>
                        </a:lnTo>
                        <a:lnTo>
                          <a:pt x="667" y="296"/>
                        </a:lnTo>
                        <a:lnTo>
                          <a:pt x="688" y="275"/>
                        </a:lnTo>
                        <a:lnTo>
                          <a:pt x="716" y="259"/>
                        </a:lnTo>
                        <a:lnTo>
                          <a:pt x="745" y="251"/>
                        </a:lnTo>
                        <a:lnTo>
                          <a:pt x="774" y="254"/>
                        </a:lnTo>
                        <a:lnTo>
                          <a:pt x="798" y="265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483" name="Freeform 99"/>
                  <p:cNvSpPr>
                    <a:spLocks/>
                  </p:cNvSpPr>
                  <p:nvPr/>
                </p:nvSpPr>
                <p:spPr bwMode="auto">
                  <a:xfrm>
                    <a:off x="3536" y="2289"/>
                    <a:ext cx="372" cy="334"/>
                  </a:xfrm>
                  <a:custGeom>
                    <a:avLst/>
                    <a:gdLst/>
                    <a:ahLst/>
                    <a:cxnLst>
                      <a:cxn ang="0">
                        <a:pos x="18" y="121"/>
                      </a:cxn>
                      <a:cxn ang="0">
                        <a:pos x="39" y="115"/>
                      </a:cxn>
                      <a:cxn ang="0">
                        <a:pos x="48" y="107"/>
                      </a:cxn>
                      <a:cxn ang="0">
                        <a:pos x="57" y="80"/>
                      </a:cxn>
                      <a:cxn ang="0">
                        <a:pos x="70" y="60"/>
                      </a:cxn>
                      <a:cxn ang="0">
                        <a:pos x="88" y="47"/>
                      </a:cxn>
                      <a:cxn ang="0">
                        <a:pos x="118" y="43"/>
                      </a:cxn>
                      <a:cxn ang="0">
                        <a:pos x="138" y="49"/>
                      </a:cxn>
                      <a:cxn ang="0">
                        <a:pos x="154" y="40"/>
                      </a:cxn>
                      <a:cxn ang="0">
                        <a:pos x="172" y="15"/>
                      </a:cxn>
                      <a:cxn ang="0">
                        <a:pos x="202" y="4"/>
                      </a:cxn>
                      <a:cxn ang="0">
                        <a:pos x="239" y="4"/>
                      </a:cxn>
                      <a:cxn ang="0">
                        <a:pos x="267" y="17"/>
                      </a:cxn>
                      <a:cxn ang="0">
                        <a:pos x="292" y="11"/>
                      </a:cxn>
                      <a:cxn ang="0">
                        <a:pos x="323" y="10"/>
                      </a:cxn>
                      <a:cxn ang="0">
                        <a:pos x="345" y="24"/>
                      </a:cxn>
                      <a:cxn ang="0">
                        <a:pos x="352" y="54"/>
                      </a:cxn>
                      <a:cxn ang="0">
                        <a:pos x="340" y="80"/>
                      </a:cxn>
                      <a:cxn ang="0">
                        <a:pos x="341" y="95"/>
                      </a:cxn>
                      <a:cxn ang="0">
                        <a:pos x="364" y="110"/>
                      </a:cxn>
                      <a:cxn ang="0">
                        <a:pos x="372" y="129"/>
                      </a:cxn>
                      <a:cxn ang="0">
                        <a:pos x="365" y="156"/>
                      </a:cxn>
                      <a:cxn ang="0">
                        <a:pos x="341" y="170"/>
                      </a:cxn>
                      <a:cxn ang="0">
                        <a:pos x="337" y="178"/>
                      </a:cxn>
                      <a:cxn ang="0">
                        <a:pos x="352" y="191"/>
                      </a:cxn>
                      <a:cxn ang="0">
                        <a:pos x="350" y="217"/>
                      </a:cxn>
                      <a:cxn ang="0">
                        <a:pos x="334" y="225"/>
                      </a:cxn>
                      <a:cxn ang="0">
                        <a:pos x="322" y="247"/>
                      </a:cxn>
                      <a:cxn ang="0">
                        <a:pos x="311" y="273"/>
                      </a:cxn>
                      <a:cxn ang="0">
                        <a:pos x="289" y="285"/>
                      </a:cxn>
                      <a:cxn ang="0">
                        <a:pos x="272" y="298"/>
                      </a:cxn>
                      <a:cxn ang="0">
                        <a:pos x="250" y="320"/>
                      </a:cxn>
                      <a:cxn ang="0">
                        <a:pos x="219" y="324"/>
                      </a:cxn>
                      <a:cxn ang="0">
                        <a:pos x="184" y="322"/>
                      </a:cxn>
                      <a:cxn ang="0">
                        <a:pos x="129" y="323"/>
                      </a:cxn>
                      <a:cxn ang="0">
                        <a:pos x="100" y="315"/>
                      </a:cxn>
                      <a:cxn ang="0">
                        <a:pos x="57" y="307"/>
                      </a:cxn>
                      <a:cxn ang="0">
                        <a:pos x="31" y="292"/>
                      </a:cxn>
                      <a:cxn ang="0">
                        <a:pos x="8" y="261"/>
                      </a:cxn>
                      <a:cxn ang="0">
                        <a:pos x="1" y="224"/>
                      </a:cxn>
                      <a:cxn ang="0">
                        <a:pos x="1" y="189"/>
                      </a:cxn>
                      <a:cxn ang="0">
                        <a:pos x="3" y="155"/>
                      </a:cxn>
                      <a:cxn ang="0">
                        <a:pos x="13" y="130"/>
                      </a:cxn>
                    </a:cxnLst>
                    <a:rect l="0" t="0" r="r" b="b"/>
                    <a:pathLst>
                      <a:path w="372" h="334">
                        <a:moveTo>
                          <a:pt x="13" y="130"/>
                        </a:moveTo>
                        <a:lnTo>
                          <a:pt x="18" y="121"/>
                        </a:lnTo>
                        <a:lnTo>
                          <a:pt x="29" y="118"/>
                        </a:lnTo>
                        <a:lnTo>
                          <a:pt x="39" y="115"/>
                        </a:lnTo>
                        <a:lnTo>
                          <a:pt x="50" y="116"/>
                        </a:lnTo>
                        <a:lnTo>
                          <a:pt x="48" y="107"/>
                        </a:lnTo>
                        <a:lnTo>
                          <a:pt x="51" y="95"/>
                        </a:lnTo>
                        <a:lnTo>
                          <a:pt x="57" y="80"/>
                        </a:lnTo>
                        <a:lnTo>
                          <a:pt x="61" y="70"/>
                        </a:lnTo>
                        <a:lnTo>
                          <a:pt x="70" y="60"/>
                        </a:lnTo>
                        <a:lnTo>
                          <a:pt x="78" y="54"/>
                        </a:lnTo>
                        <a:lnTo>
                          <a:pt x="88" y="47"/>
                        </a:lnTo>
                        <a:lnTo>
                          <a:pt x="105" y="42"/>
                        </a:lnTo>
                        <a:lnTo>
                          <a:pt x="118" y="43"/>
                        </a:lnTo>
                        <a:lnTo>
                          <a:pt x="129" y="47"/>
                        </a:lnTo>
                        <a:lnTo>
                          <a:pt x="138" y="49"/>
                        </a:lnTo>
                        <a:lnTo>
                          <a:pt x="147" y="57"/>
                        </a:lnTo>
                        <a:lnTo>
                          <a:pt x="154" y="40"/>
                        </a:lnTo>
                        <a:lnTo>
                          <a:pt x="164" y="26"/>
                        </a:lnTo>
                        <a:lnTo>
                          <a:pt x="172" y="15"/>
                        </a:lnTo>
                        <a:lnTo>
                          <a:pt x="189" y="9"/>
                        </a:lnTo>
                        <a:lnTo>
                          <a:pt x="202" y="4"/>
                        </a:lnTo>
                        <a:lnTo>
                          <a:pt x="221" y="0"/>
                        </a:lnTo>
                        <a:lnTo>
                          <a:pt x="239" y="4"/>
                        </a:lnTo>
                        <a:lnTo>
                          <a:pt x="254" y="9"/>
                        </a:lnTo>
                        <a:lnTo>
                          <a:pt x="267" y="17"/>
                        </a:lnTo>
                        <a:lnTo>
                          <a:pt x="279" y="13"/>
                        </a:lnTo>
                        <a:lnTo>
                          <a:pt x="292" y="11"/>
                        </a:lnTo>
                        <a:lnTo>
                          <a:pt x="306" y="8"/>
                        </a:lnTo>
                        <a:lnTo>
                          <a:pt x="323" y="10"/>
                        </a:lnTo>
                        <a:lnTo>
                          <a:pt x="336" y="17"/>
                        </a:lnTo>
                        <a:lnTo>
                          <a:pt x="345" y="24"/>
                        </a:lnTo>
                        <a:lnTo>
                          <a:pt x="350" y="39"/>
                        </a:lnTo>
                        <a:lnTo>
                          <a:pt x="352" y="54"/>
                        </a:lnTo>
                        <a:lnTo>
                          <a:pt x="348" y="70"/>
                        </a:lnTo>
                        <a:lnTo>
                          <a:pt x="340" y="80"/>
                        </a:lnTo>
                        <a:lnTo>
                          <a:pt x="329" y="90"/>
                        </a:lnTo>
                        <a:lnTo>
                          <a:pt x="341" y="95"/>
                        </a:lnTo>
                        <a:lnTo>
                          <a:pt x="354" y="102"/>
                        </a:lnTo>
                        <a:lnTo>
                          <a:pt x="364" y="110"/>
                        </a:lnTo>
                        <a:lnTo>
                          <a:pt x="370" y="121"/>
                        </a:lnTo>
                        <a:lnTo>
                          <a:pt x="372" y="129"/>
                        </a:lnTo>
                        <a:lnTo>
                          <a:pt x="371" y="145"/>
                        </a:lnTo>
                        <a:lnTo>
                          <a:pt x="365" y="156"/>
                        </a:lnTo>
                        <a:lnTo>
                          <a:pt x="355" y="163"/>
                        </a:lnTo>
                        <a:lnTo>
                          <a:pt x="341" y="170"/>
                        </a:lnTo>
                        <a:lnTo>
                          <a:pt x="324" y="173"/>
                        </a:lnTo>
                        <a:lnTo>
                          <a:pt x="337" y="178"/>
                        </a:lnTo>
                        <a:lnTo>
                          <a:pt x="347" y="184"/>
                        </a:lnTo>
                        <a:lnTo>
                          <a:pt x="352" y="191"/>
                        </a:lnTo>
                        <a:lnTo>
                          <a:pt x="354" y="205"/>
                        </a:lnTo>
                        <a:lnTo>
                          <a:pt x="350" y="217"/>
                        </a:lnTo>
                        <a:lnTo>
                          <a:pt x="345" y="223"/>
                        </a:lnTo>
                        <a:lnTo>
                          <a:pt x="334" y="225"/>
                        </a:lnTo>
                        <a:lnTo>
                          <a:pt x="320" y="223"/>
                        </a:lnTo>
                        <a:lnTo>
                          <a:pt x="322" y="247"/>
                        </a:lnTo>
                        <a:lnTo>
                          <a:pt x="320" y="262"/>
                        </a:lnTo>
                        <a:lnTo>
                          <a:pt x="311" y="273"/>
                        </a:lnTo>
                        <a:lnTo>
                          <a:pt x="301" y="281"/>
                        </a:lnTo>
                        <a:lnTo>
                          <a:pt x="289" y="285"/>
                        </a:lnTo>
                        <a:lnTo>
                          <a:pt x="276" y="281"/>
                        </a:lnTo>
                        <a:lnTo>
                          <a:pt x="272" y="298"/>
                        </a:lnTo>
                        <a:lnTo>
                          <a:pt x="261" y="310"/>
                        </a:lnTo>
                        <a:lnTo>
                          <a:pt x="250" y="320"/>
                        </a:lnTo>
                        <a:lnTo>
                          <a:pt x="236" y="323"/>
                        </a:lnTo>
                        <a:lnTo>
                          <a:pt x="219" y="324"/>
                        </a:lnTo>
                        <a:lnTo>
                          <a:pt x="195" y="326"/>
                        </a:lnTo>
                        <a:lnTo>
                          <a:pt x="184" y="322"/>
                        </a:lnTo>
                        <a:lnTo>
                          <a:pt x="159" y="334"/>
                        </a:lnTo>
                        <a:lnTo>
                          <a:pt x="129" y="323"/>
                        </a:lnTo>
                        <a:lnTo>
                          <a:pt x="116" y="315"/>
                        </a:lnTo>
                        <a:lnTo>
                          <a:pt x="100" y="315"/>
                        </a:lnTo>
                        <a:lnTo>
                          <a:pt x="79" y="313"/>
                        </a:lnTo>
                        <a:lnTo>
                          <a:pt x="57" y="307"/>
                        </a:lnTo>
                        <a:lnTo>
                          <a:pt x="40" y="299"/>
                        </a:lnTo>
                        <a:lnTo>
                          <a:pt x="31" y="292"/>
                        </a:lnTo>
                        <a:lnTo>
                          <a:pt x="17" y="276"/>
                        </a:lnTo>
                        <a:lnTo>
                          <a:pt x="8" y="261"/>
                        </a:lnTo>
                        <a:lnTo>
                          <a:pt x="6" y="251"/>
                        </a:lnTo>
                        <a:lnTo>
                          <a:pt x="1" y="224"/>
                        </a:lnTo>
                        <a:lnTo>
                          <a:pt x="0" y="207"/>
                        </a:lnTo>
                        <a:lnTo>
                          <a:pt x="1" y="189"/>
                        </a:lnTo>
                        <a:lnTo>
                          <a:pt x="0" y="171"/>
                        </a:lnTo>
                        <a:lnTo>
                          <a:pt x="3" y="155"/>
                        </a:lnTo>
                        <a:lnTo>
                          <a:pt x="6" y="142"/>
                        </a:lnTo>
                        <a:lnTo>
                          <a:pt x="13" y="13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484" name="Freeform 100"/>
                  <p:cNvSpPr>
                    <a:spLocks/>
                  </p:cNvSpPr>
                  <p:nvPr/>
                </p:nvSpPr>
                <p:spPr bwMode="auto">
                  <a:xfrm>
                    <a:off x="3550" y="2359"/>
                    <a:ext cx="299" cy="268"/>
                  </a:xfrm>
                  <a:custGeom>
                    <a:avLst/>
                    <a:gdLst/>
                    <a:ahLst/>
                    <a:cxnLst>
                      <a:cxn ang="0">
                        <a:pos x="14" y="96"/>
                      </a:cxn>
                      <a:cxn ang="0">
                        <a:pos x="31" y="92"/>
                      </a:cxn>
                      <a:cxn ang="0">
                        <a:pos x="38" y="85"/>
                      </a:cxn>
                      <a:cxn ang="0">
                        <a:pos x="45" y="63"/>
                      </a:cxn>
                      <a:cxn ang="0">
                        <a:pos x="56" y="48"/>
                      </a:cxn>
                      <a:cxn ang="0">
                        <a:pos x="71" y="37"/>
                      </a:cxn>
                      <a:cxn ang="0">
                        <a:pos x="95" y="33"/>
                      </a:cxn>
                      <a:cxn ang="0">
                        <a:pos x="110" y="39"/>
                      </a:cxn>
                      <a:cxn ang="0">
                        <a:pos x="123" y="31"/>
                      </a:cxn>
                      <a:cxn ang="0">
                        <a:pos x="139" y="11"/>
                      </a:cxn>
                      <a:cxn ang="0">
                        <a:pos x="163" y="2"/>
                      </a:cxn>
                      <a:cxn ang="0">
                        <a:pos x="192" y="2"/>
                      </a:cxn>
                      <a:cxn ang="0">
                        <a:pos x="214" y="13"/>
                      </a:cxn>
                      <a:cxn ang="0">
                        <a:pos x="235" y="8"/>
                      </a:cxn>
                      <a:cxn ang="0">
                        <a:pos x="259" y="7"/>
                      </a:cxn>
                      <a:cxn ang="0">
                        <a:pos x="277" y="19"/>
                      </a:cxn>
                      <a:cxn ang="0">
                        <a:pos x="283" y="43"/>
                      </a:cxn>
                      <a:cxn ang="0">
                        <a:pos x="272" y="63"/>
                      </a:cxn>
                      <a:cxn ang="0">
                        <a:pos x="274" y="75"/>
                      </a:cxn>
                      <a:cxn ang="0">
                        <a:pos x="292" y="88"/>
                      </a:cxn>
                      <a:cxn ang="0">
                        <a:pos x="299" y="103"/>
                      </a:cxn>
                      <a:cxn ang="0">
                        <a:pos x="294" y="123"/>
                      </a:cxn>
                      <a:cxn ang="0">
                        <a:pos x="274" y="136"/>
                      </a:cxn>
                      <a:cxn ang="0">
                        <a:pos x="271" y="142"/>
                      </a:cxn>
                      <a:cxn ang="0">
                        <a:pos x="283" y="153"/>
                      </a:cxn>
                      <a:cxn ang="0">
                        <a:pos x="281" y="174"/>
                      </a:cxn>
                      <a:cxn ang="0">
                        <a:pos x="268" y="181"/>
                      </a:cxn>
                      <a:cxn ang="0">
                        <a:pos x="259" y="198"/>
                      </a:cxn>
                      <a:cxn ang="0">
                        <a:pos x="250" y="220"/>
                      </a:cxn>
                      <a:cxn ang="0">
                        <a:pos x="232" y="229"/>
                      </a:cxn>
                      <a:cxn ang="0">
                        <a:pos x="218" y="239"/>
                      </a:cxn>
                      <a:cxn ang="0">
                        <a:pos x="201" y="257"/>
                      </a:cxn>
                      <a:cxn ang="0">
                        <a:pos x="175" y="261"/>
                      </a:cxn>
                      <a:cxn ang="0">
                        <a:pos x="148" y="259"/>
                      </a:cxn>
                      <a:cxn ang="0">
                        <a:pos x="104" y="260"/>
                      </a:cxn>
                      <a:cxn ang="0">
                        <a:pos x="80" y="253"/>
                      </a:cxn>
                      <a:cxn ang="0">
                        <a:pos x="45" y="246"/>
                      </a:cxn>
                      <a:cxn ang="0">
                        <a:pos x="25" y="235"/>
                      </a:cxn>
                      <a:cxn ang="0">
                        <a:pos x="6" y="209"/>
                      </a:cxn>
                      <a:cxn ang="0">
                        <a:pos x="0" y="180"/>
                      </a:cxn>
                      <a:cxn ang="0">
                        <a:pos x="0" y="151"/>
                      </a:cxn>
                      <a:cxn ang="0">
                        <a:pos x="2" y="123"/>
                      </a:cxn>
                      <a:cxn ang="0">
                        <a:pos x="10" y="103"/>
                      </a:cxn>
                    </a:cxnLst>
                    <a:rect l="0" t="0" r="r" b="b"/>
                    <a:pathLst>
                      <a:path w="299" h="268">
                        <a:moveTo>
                          <a:pt x="10" y="103"/>
                        </a:moveTo>
                        <a:lnTo>
                          <a:pt x="14" y="96"/>
                        </a:lnTo>
                        <a:lnTo>
                          <a:pt x="23" y="93"/>
                        </a:lnTo>
                        <a:lnTo>
                          <a:pt x="31" y="92"/>
                        </a:lnTo>
                        <a:lnTo>
                          <a:pt x="39" y="92"/>
                        </a:lnTo>
                        <a:lnTo>
                          <a:pt x="38" y="85"/>
                        </a:lnTo>
                        <a:lnTo>
                          <a:pt x="41" y="75"/>
                        </a:lnTo>
                        <a:lnTo>
                          <a:pt x="45" y="63"/>
                        </a:lnTo>
                        <a:lnTo>
                          <a:pt x="49" y="56"/>
                        </a:lnTo>
                        <a:lnTo>
                          <a:pt x="56" y="48"/>
                        </a:lnTo>
                        <a:lnTo>
                          <a:pt x="62" y="42"/>
                        </a:lnTo>
                        <a:lnTo>
                          <a:pt x="71" y="37"/>
                        </a:lnTo>
                        <a:lnTo>
                          <a:pt x="84" y="33"/>
                        </a:lnTo>
                        <a:lnTo>
                          <a:pt x="95" y="33"/>
                        </a:lnTo>
                        <a:lnTo>
                          <a:pt x="104" y="37"/>
                        </a:lnTo>
                        <a:lnTo>
                          <a:pt x="110" y="39"/>
                        </a:lnTo>
                        <a:lnTo>
                          <a:pt x="118" y="45"/>
                        </a:lnTo>
                        <a:lnTo>
                          <a:pt x="123" y="31"/>
                        </a:lnTo>
                        <a:lnTo>
                          <a:pt x="132" y="20"/>
                        </a:lnTo>
                        <a:lnTo>
                          <a:pt x="139" y="11"/>
                        </a:lnTo>
                        <a:lnTo>
                          <a:pt x="151" y="6"/>
                        </a:lnTo>
                        <a:lnTo>
                          <a:pt x="163" y="2"/>
                        </a:lnTo>
                        <a:lnTo>
                          <a:pt x="177" y="0"/>
                        </a:lnTo>
                        <a:lnTo>
                          <a:pt x="192" y="2"/>
                        </a:lnTo>
                        <a:lnTo>
                          <a:pt x="204" y="6"/>
                        </a:lnTo>
                        <a:lnTo>
                          <a:pt x="214" y="13"/>
                        </a:lnTo>
                        <a:lnTo>
                          <a:pt x="224" y="9"/>
                        </a:lnTo>
                        <a:lnTo>
                          <a:pt x="235" y="8"/>
                        </a:lnTo>
                        <a:lnTo>
                          <a:pt x="246" y="5"/>
                        </a:lnTo>
                        <a:lnTo>
                          <a:pt x="259" y="7"/>
                        </a:lnTo>
                        <a:lnTo>
                          <a:pt x="270" y="13"/>
                        </a:lnTo>
                        <a:lnTo>
                          <a:pt x="277" y="19"/>
                        </a:lnTo>
                        <a:lnTo>
                          <a:pt x="281" y="30"/>
                        </a:lnTo>
                        <a:lnTo>
                          <a:pt x="283" y="43"/>
                        </a:lnTo>
                        <a:lnTo>
                          <a:pt x="280" y="56"/>
                        </a:lnTo>
                        <a:lnTo>
                          <a:pt x="272" y="63"/>
                        </a:lnTo>
                        <a:lnTo>
                          <a:pt x="265" y="72"/>
                        </a:lnTo>
                        <a:lnTo>
                          <a:pt x="274" y="75"/>
                        </a:lnTo>
                        <a:lnTo>
                          <a:pt x="284" y="81"/>
                        </a:lnTo>
                        <a:lnTo>
                          <a:pt x="292" y="88"/>
                        </a:lnTo>
                        <a:lnTo>
                          <a:pt x="297" y="95"/>
                        </a:lnTo>
                        <a:lnTo>
                          <a:pt x="299" y="103"/>
                        </a:lnTo>
                        <a:lnTo>
                          <a:pt x="298" y="115"/>
                        </a:lnTo>
                        <a:lnTo>
                          <a:pt x="294" y="123"/>
                        </a:lnTo>
                        <a:lnTo>
                          <a:pt x="285" y="130"/>
                        </a:lnTo>
                        <a:lnTo>
                          <a:pt x="274" y="136"/>
                        </a:lnTo>
                        <a:lnTo>
                          <a:pt x="260" y="138"/>
                        </a:lnTo>
                        <a:lnTo>
                          <a:pt x="271" y="142"/>
                        </a:lnTo>
                        <a:lnTo>
                          <a:pt x="279" y="147"/>
                        </a:lnTo>
                        <a:lnTo>
                          <a:pt x="283" y="153"/>
                        </a:lnTo>
                        <a:lnTo>
                          <a:pt x="284" y="164"/>
                        </a:lnTo>
                        <a:lnTo>
                          <a:pt x="281" y="174"/>
                        </a:lnTo>
                        <a:lnTo>
                          <a:pt x="277" y="179"/>
                        </a:lnTo>
                        <a:lnTo>
                          <a:pt x="268" y="181"/>
                        </a:lnTo>
                        <a:lnTo>
                          <a:pt x="257" y="179"/>
                        </a:lnTo>
                        <a:lnTo>
                          <a:pt x="259" y="198"/>
                        </a:lnTo>
                        <a:lnTo>
                          <a:pt x="257" y="210"/>
                        </a:lnTo>
                        <a:lnTo>
                          <a:pt x="250" y="220"/>
                        </a:lnTo>
                        <a:lnTo>
                          <a:pt x="242" y="226"/>
                        </a:lnTo>
                        <a:lnTo>
                          <a:pt x="232" y="229"/>
                        </a:lnTo>
                        <a:lnTo>
                          <a:pt x="222" y="226"/>
                        </a:lnTo>
                        <a:lnTo>
                          <a:pt x="218" y="239"/>
                        </a:lnTo>
                        <a:lnTo>
                          <a:pt x="210" y="250"/>
                        </a:lnTo>
                        <a:lnTo>
                          <a:pt x="201" y="257"/>
                        </a:lnTo>
                        <a:lnTo>
                          <a:pt x="189" y="260"/>
                        </a:lnTo>
                        <a:lnTo>
                          <a:pt x="175" y="261"/>
                        </a:lnTo>
                        <a:lnTo>
                          <a:pt x="157" y="262"/>
                        </a:lnTo>
                        <a:lnTo>
                          <a:pt x="148" y="259"/>
                        </a:lnTo>
                        <a:lnTo>
                          <a:pt x="128" y="268"/>
                        </a:lnTo>
                        <a:lnTo>
                          <a:pt x="104" y="260"/>
                        </a:lnTo>
                        <a:lnTo>
                          <a:pt x="93" y="254"/>
                        </a:lnTo>
                        <a:lnTo>
                          <a:pt x="80" y="253"/>
                        </a:lnTo>
                        <a:lnTo>
                          <a:pt x="63" y="251"/>
                        </a:lnTo>
                        <a:lnTo>
                          <a:pt x="45" y="246"/>
                        </a:lnTo>
                        <a:lnTo>
                          <a:pt x="32" y="240"/>
                        </a:lnTo>
                        <a:lnTo>
                          <a:pt x="25" y="235"/>
                        </a:lnTo>
                        <a:lnTo>
                          <a:pt x="13" y="221"/>
                        </a:lnTo>
                        <a:lnTo>
                          <a:pt x="6" y="209"/>
                        </a:lnTo>
                        <a:lnTo>
                          <a:pt x="4" y="202"/>
                        </a:lnTo>
                        <a:lnTo>
                          <a:pt x="0" y="180"/>
                        </a:lnTo>
                        <a:lnTo>
                          <a:pt x="0" y="165"/>
                        </a:lnTo>
                        <a:lnTo>
                          <a:pt x="0" y="151"/>
                        </a:lnTo>
                        <a:lnTo>
                          <a:pt x="0" y="137"/>
                        </a:lnTo>
                        <a:lnTo>
                          <a:pt x="2" y="123"/>
                        </a:lnTo>
                        <a:lnTo>
                          <a:pt x="4" y="112"/>
                        </a:lnTo>
                        <a:lnTo>
                          <a:pt x="10" y="103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485" name="Freeform 101"/>
                  <p:cNvSpPr>
                    <a:spLocks/>
                  </p:cNvSpPr>
                  <p:nvPr/>
                </p:nvSpPr>
                <p:spPr bwMode="auto">
                  <a:xfrm>
                    <a:off x="3573" y="2416"/>
                    <a:ext cx="208" cy="216"/>
                  </a:xfrm>
                  <a:custGeom>
                    <a:avLst/>
                    <a:gdLst/>
                    <a:ahLst/>
                    <a:cxnLst>
                      <a:cxn ang="0">
                        <a:pos x="10" y="77"/>
                      </a:cxn>
                      <a:cxn ang="0">
                        <a:pos x="22" y="73"/>
                      </a:cxn>
                      <a:cxn ang="0">
                        <a:pos x="27" y="67"/>
                      </a:cxn>
                      <a:cxn ang="0">
                        <a:pos x="32" y="50"/>
                      </a:cxn>
                      <a:cxn ang="0">
                        <a:pos x="39" y="37"/>
                      </a:cxn>
                      <a:cxn ang="0">
                        <a:pos x="50" y="30"/>
                      </a:cxn>
                      <a:cxn ang="0">
                        <a:pos x="67" y="27"/>
                      </a:cxn>
                      <a:cxn ang="0">
                        <a:pos x="77" y="30"/>
                      </a:cxn>
                      <a:cxn ang="0">
                        <a:pos x="86" y="24"/>
                      </a:cxn>
                      <a:cxn ang="0">
                        <a:pos x="97" y="8"/>
                      </a:cxn>
                      <a:cxn ang="0">
                        <a:pos x="114" y="1"/>
                      </a:cxn>
                      <a:cxn ang="0">
                        <a:pos x="134" y="1"/>
                      </a:cxn>
                      <a:cxn ang="0">
                        <a:pos x="149" y="10"/>
                      </a:cxn>
                      <a:cxn ang="0">
                        <a:pos x="164" y="6"/>
                      </a:cxn>
                      <a:cxn ang="0">
                        <a:pos x="181" y="6"/>
                      </a:cxn>
                      <a:cxn ang="0">
                        <a:pos x="194" y="15"/>
                      </a:cxn>
                      <a:cxn ang="0">
                        <a:pos x="197" y="33"/>
                      </a:cxn>
                      <a:cxn ang="0">
                        <a:pos x="190" y="50"/>
                      </a:cxn>
                      <a:cxn ang="0">
                        <a:pos x="191" y="60"/>
                      </a:cxn>
                      <a:cxn ang="0">
                        <a:pos x="203" y="70"/>
                      </a:cxn>
                      <a:cxn ang="0">
                        <a:pos x="208" y="82"/>
                      </a:cxn>
                      <a:cxn ang="0">
                        <a:pos x="205" y="99"/>
                      </a:cxn>
                      <a:cxn ang="0">
                        <a:pos x="191" y="109"/>
                      </a:cxn>
                      <a:cxn ang="0">
                        <a:pos x="188" y="114"/>
                      </a:cxn>
                      <a:cxn ang="0">
                        <a:pos x="197" y="123"/>
                      </a:cxn>
                      <a:cxn ang="0">
                        <a:pos x="195" y="139"/>
                      </a:cxn>
                      <a:cxn ang="0">
                        <a:pos x="187" y="145"/>
                      </a:cxn>
                      <a:cxn ang="0">
                        <a:pos x="181" y="160"/>
                      </a:cxn>
                      <a:cxn ang="0">
                        <a:pos x="174" y="177"/>
                      </a:cxn>
                      <a:cxn ang="0">
                        <a:pos x="162" y="184"/>
                      </a:cxn>
                      <a:cxn ang="0">
                        <a:pos x="152" y="193"/>
                      </a:cxn>
                      <a:cxn ang="0">
                        <a:pos x="140" y="207"/>
                      </a:cxn>
                      <a:cxn ang="0">
                        <a:pos x="123" y="210"/>
                      </a:cxn>
                      <a:cxn ang="0">
                        <a:pos x="104" y="208"/>
                      </a:cxn>
                      <a:cxn ang="0">
                        <a:pos x="73" y="209"/>
                      </a:cxn>
                      <a:cxn ang="0">
                        <a:pos x="56" y="204"/>
                      </a:cxn>
                      <a:cxn ang="0">
                        <a:pos x="32" y="199"/>
                      </a:cxn>
                      <a:cxn ang="0">
                        <a:pos x="17" y="189"/>
                      </a:cxn>
                      <a:cxn ang="0">
                        <a:pos x="4" y="169"/>
                      </a:cxn>
                      <a:cxn ang="0">
                        <a:pos x="1" y="145"/>
                      </a:cxn>
                      <a:cxn ang="0">
                        <a:pos x="1" y="121"/>
                      </a:cxn>
                      <a:cxn ang="0">
                        <a:pos x="2" y="99"/>
                      </a:cxn>
                      <a:cxn ang="0">
                        <a:pos x="7" y="82"/>
                      </a:cxn>
                    </a:cxnLst>
                    <a:rect l="0" t="0" r="r" b="b"/>
                    <a:pathLst>
                      <a:path w="208" h="216">
                        <a:moveTo>
                          <a:pt x="7" y="82"/>
                        </a:moveTo>
                        <a:lnTo>
                          <a:pt x="10" y="77"/>
                        </a:lnTo>
                        <a:lnTo>
                          <a:pt x="16" y="74"/>
                        </a:lnTo>
                        <a:lnTo>
                          <a:pt x="22" y="73"/>
                        </a:lnTo>
                        <a:lnTo>
                          <a:pt x="27" y="73"/>
                        </a:lnTo>
                        <a:lnTo>
                          <a:pt x="27" y="67"/>
                        </a:lnTo>
                        <a:lnTo>
                          <a:pt x="29" y="60"/>
                        </a:lnTo>
                        <a:lnTo>
                          <a:pt x="32" y="50"/>
                        </a:lnTo>
                        <a:lnTo>
                          <a:pt x="34" y="43"/>
                        </a:lnTo>
                        <a:lnTo>
                          <a:pt x="39" y="37"/>
                        </a:lnTo>
                        <a:lnTo>
                          <a:pt x="44" y="33"/>
                        </a:lnTo>
                        <a:lnTo>
                          <a:pt x="50" y="30"/>
                        </a:lnTo>
                        <a:lnTo>
                          <a:pt x="58" y="26"/>
                        </a:lnTo>
                        <a:lnTo>
                          <a:pt x="67" y="27"/>
                        </a:lnTo>
                        <a:lnTo>
                          <a:pt x="73" y="30"/>
                        </a:lnTo>
                        <a:lnTo>
                          <a:pt x="77" y="30"/>
                        </a:lnTo>
                        <a:lnTo>
                          <a:pt x="82" y="35"/>
                        </a:lnTo>
                        <a:lnTo>
                          <a:pt x="86" y="24"/>
                        </a:lnTo>
                        <a:lnTo>
                          <a:pt x="92" y="16"/>
                        </a:lnTo>
                        <a:lnTo>
                          <a:pt x="97" y="8"/>
                        </a:lnTo>
                        <a:lnTo>
                          <a:pt x="106" y="4"/>
                        </a:lnTo>
                        <a:lnTo>
                          <a:pt x="114" y="1"/>
                        </a:lnTo>
                        <a:lnTo>
                          <a:pt x="124" y="0"/>
                        </a:lnTo>
                        <a:lnTo>
                          <a:pt x="134" y="1"/>
                        </a:lnTo>
                        <a:lnTo>
                          <a:pt x="142" y="4"/>
                        </a:lnTo>
                        <a:lnTo>
                          <a:pt x="149" y="10"/>
                        </a:lnTo>
                        <a:lnTo>
                          <a:pt x="156" y="7"/>
                        </a:lnTo>
                        <a:lnTo>
                          <a:pt x="164" y="6"/>
                        </a:lnTo>
                        <a:lnTo>
                          <a:pt x="171" y="4"/>
                        </a:lnTo>
                        <a:lnTo>
                          <a:pt x="181" y="6"/>
                        </a:lnTo>
                        <a:lnTo>
                          <a:pt x="188" y="10"/>
                        </a:lnTo>
                        <a:lnTo>
                          <a:pt x="194" y="15"/>
                        </a:lnTo>
                        <a:lnTo>
                          <a:pt x="195" y="24"/>
                        </a:lnTo>
                        <a:lnTo>
                          <a:pt x="197" y="33"/>
                        </a:lnTo>
                        <a:lnTo>
                          <a:pt x="195" y="43"/>
                        </a:lnTo>
                        <a:lnTo>
                          <a:pt x="190" y="50"/>
                        </a:lnTo>
                        <a:lnTo>
                          <a:pt x="184" y="57"/>
                        </a:lnTo>
                        <a:lnTo>
                          <a:pt x="191" y="60"/>
                        </a:lnTo>
                        <a:lnTo>
                          <a:pt x="199" y="65"/>
                        </a:lnTo>
                        <a:lnTo>
                          <a:pt x="203" y="70"/>
                        </a:lnTo>
                        <a:lnTo>
                          <a:pt x="207" y="77"/>
                        </a:lnTo>
                        <a:lnTo>
                          <a:pt x="208" y="82"/>
                        </a:lnTo>
                        <a:lnTo>
                          <a:pt x="208" y="92"/>
                        </a:lnTo>
                        <a:lnTo>
                          <a:pt x="205" y="99"/>
                        </a:lnTo>
                        <a:lnTo>
                          <a:pt x="199" y="105"/>
                        </a:lnTo>
                        <a:lnTo>
                          <a:pt x="191" y="109"/>
                        </a:lnTo>
                        <a:lnTo>
                          <a:pt x="182" y="111"/>
                        </a:lnTo>
                        <a:lnTo>
                          <a:pt x="188" y="114"/>
                        </a:lnTo>
                        <a:lnTo>
                          <a:pt x="194" y="118"/>
                        </a:lnTo>
                        <a:lnTo>
                          <a:pt x="197" y="123"/>
                        </a:lnTo>
                        <a:lnTo>
                          <a:pt x="199" y="132"/>
                        </a:lnTo>
                        <a:lnTo>
                          <a:pt x="195" y="139"/>
                        </a:lnTo>
                        <a:lnTo>
                          <a:pt x="194" y="144"/>
                        </a:lnTo>
                        <a:lnTo>
                          <a:pt x="187" y="145"/>
                        </a:lnTo>
                        <a:lnTo>
                          <a:pt x="179" y="144"/>
                        </a:lnTo>
                        <a:lnTo>
                          <a:pt x="181" y="160"/>
                        </a:lnTo>
                        <a:lnTo>
                          <a:pt x="179" y="169"/>
                        </a:lnTo>
                        <a:lnTo>
                          <a:pt x="174" y="177"/>
                        </a:lnTo>
                        <a:lnTo>
                          <a:pt x="169" y="181"/>
                        </a:lnTo>
                        <a:lnTo>
                          <a:pt x="162" y="184"/>
                        </a:lnTo>
                        <a:lnTo>
                          <a:pt x="155" y="181"/>
                        </a:lnTo>
                        <a:lnTo>
                          <a:pt x="152" y="193"/>
                        </a:lnTo>
                        <a:lnTo>
                          <a:pt x="146" y="200"/>
                        </a:lnTo>
                        <a:lnTo>
                          <a:pt x="140" y="207"/>
                        </a:lnTo>
                        <a:lnTo>
                          <a:pt x="132" y="209"/>
                        </a:lnTo>
                        <a:lnTo>
                          <a:pt x="123" y="210"/>
                        </a:lnTo>
                        <a:lnTo>
                          <a:pt x="110" y="211"/>
                        </a:lnTo>
                        <a:lnTo>
                          <a:pt x="104" y="208"/>
                        </a:lnTo>
                        <a:lnTo>
                          <a:pt x="89" y="216"/>
                        </a:lnTo>
                        <a:lnTo>
                          <a:pt x="73" y="209"/>
                        </a:lnTo>
                        <a:lnTo>
                          <a:pt x="65" y="204"/>
                        </a:lnTo>
                        <a:lnTo>
                          <a:pt x="56" y="204"/>
                        </a:lnTo>
                        <a:lnTo>
                          <a:pt x="44" y="203"/>
                        </a:lnTo>
                        <a:lnTo>
                          <a:pt x="32" y="199"/>
                        </a:lnTo>
                        <a:lnTo>
                          <a:pt x="22" y="193"/>
                        </a:lnTo>
                        <a:lnTo>
                          <a:pt x="17" y="189"/>
                        </a:lnTo>
                        <a:lnTo>
                          <a:pt x="10" y="179"/>
                        </a:lnTo>
                        <a:lnTo>
                          <a:pt x="4" y="169"/>
                        </a:lnTo>
                        <a:lnTo>
                          <a:pt x="3" y="162"/>
                        </a:lnTo>
                        <a:lnTo>
                          <a:pt x="1" y="145"/>
                        </a:lnTo>
                        <a:lnTo>
                          <a:pt x="0" y="133"/>
                        </a:lnTo>
                        <a:lnTo>
                          <a:pt x="1" y="121"/>
                        </a:lnTo>
                        <a:lnTo>
                          <a:pt x="0" y="109"/>
                        </a:lnTo>
                        <a:lnTo>
                          <a:pt x="2" y="99"/>
                        </a:lnTo>
                        <a:lnTo>
                          <a:pt x="3" y="90"/>
                        </a:lnTo>
                        <a:lnTo>
                          <a:pt x="7" y="82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486" name="Freeform 102"/>
                  <p:cNvSpPr>
                    <a:spLocks/>
                  </p:cNvSpPr>
                  <p:nvPr/>
                </p:nvSpPr>
                <p:spPr bwMode="auto">
                  <a:xfrm>
                    <a:off x="3587" y="2481"/>
                    <a:ext cx="135" cy="140"/>
                  </a:xfrm>
                  <a:custGeom>
                    <a:avLst/>
                    <a:gdLst/>
                    <a:ahLst/>
                    <a:cxnLst>
                      <a:cxn ang="0">
                        <a:pos x="6" y="50"/>
                      </a:cxn>
                      <a:cxn ang="0">
                        <a:pos x="14" y="48"/>
                      </a:cxn>
                      <a:cxn ang="0">
                        <a:pos x="18" y="43"/>
                      </a:cxn>
                      <a:cxn ang="0">
                        <a:pos x="21" y="32"/>
                      </a:cxn>
                      <a:cxn ang="0">
                        <a:pos x="25" y="24"/>
                      </a:cxn>
                      <a:cxn ang="0">
                        <a:pos x="32" y="19"/>
                      </a:cxn>
                      <a:cxn ang="0">
                        <a:pos x="43" y="17"/>
                      </a:cxn>
                      <a:cxn ang="0">
                        <a:pos x="50" y="19"/>
                      </a:cxn>
                      <a:cxn ang="0">
                        <a:pos x="56" y="16"/>
                      </a:cxn>
                      <a:cxn ang="0">
                        <a:pos x="63" y="5"/>
                      </a:cxn>
                      <a:cxn ang="0">
                        <a:pos x="74" y="1"/>
                      </a:cxn>
                      <a:cxn ang="0">
                        <a:pos x="87" y="1"/>
                      </a:cxn>
                      <a:cxn ang="0">
                        <a:pos x="97" y="6"/>
                      </a:cxn>
                      <a:cxn ang="0">
                        <a:pos x="107" y="3"/>
                      </a:cxn>
                      <a:cxn ang="0">
                        <a:pos x="117" y="3"/>
                      </a:cxn>
                      <a:cxn ang="0">
                        <a:pos x="125" y="9"/>
                      </a:cxn>
                      <a:cxn ang="0">
                        <a:pos x="127" y="22"/>
                      </a:cxn>
                      <a:cxn ang="0">
                        <a:pos x="123" y="32"/>
                      </a:cxn>
                      <a:cxn ang="0">
                        <a:pos x="124" y="38"/>
                      </a:cxn>
                      <a:cxn ang="0">
                        <a:pos x="132" y="45"/>
                      </a:cxn>
                      <a:cxn ang="0">
                        <a:pos x="135" y="54"/>
                      </a:cxn>
                      <a:cxn ang="0">
                        <a:pos x="132" y="65"/>
                      </a:cxn>
                      <a:cxn ang="0">
                        <a:pos x="124" y="71"/>
                      </a:cxn>
                      <a:cxn ang="0">
                        <a:pos x="122" y="74"/>
                      </a:cxn>
                      <a:cxn ang="0">
                        <a:pos x="127" y="80"/>
                      </a:cxn>
                      <a:cxn ang="0">
                        <a:pos x="126" y="91"/>
                      </a:cxn>
                      <a:cxn ang="0">
                        <a:pos x="120" y="94"/>
                      </a:cxn>
                      <a:cxn ang="0">
                        <a:pos x="117" y="104"/>
                      </a:cxn>
                      <a:cxn ang="0">
                        <a:pos x="113" y="115"/>
                      </a:cxn>
                      <a:cxn ang="0">
                        <a:pos x="105" y="120"/>
                      </a:cxn>
                      <a:cxn ang="0">
                        <a:pos x="99" y="125"/>
                      </a:cxn>
                      <a:cxn ang="0">
                        <a:pos x="91" y="134"/>
                      </a:cxn>
                      <a:cxn ang="0">
                        <a:pos x="80" y="136"/>
                      </a:cxn>
                      <a:cxn ang="0">
                        <a:pos x="67" y="135"/>
                      </a:cxn>
                      <a:cxn ang="0">
                        <a:pos x="47" y="135"/>
                      </a:cxn>
                      <a:cxn ang="0">
                        <a:pos x="36" y="132"/>
                      </a:cxn>
                      <a:cxn ang="0">
                        <a:pos x="21" y="128"/>
                      </a:cxn>
                      <a:cxn ang="0">
                        <a:pos x="12" y="122"/>
                      </a:cxn>
                      <a:cxn ang="0">
                        <a:pos x="3" y="110"/>
                      </a:cxn>
                      <a:cxn ang="0">
                        <a:pos x="0" y="94"/>
                      </a:cxn>
                      <a:cxn ang="0">
                        <a:pos x="0" y="79"/>
                      </a:cxn>
                      <a:cxn ang="0">
                        <a:pos x="1" y="64"/>
                      </a:cxn>
                      <a:cxn ang="0">
                        <a:pos x="5" y="54"/>
                      </a:cxn>
                    </a:cxnLst>
                    <a:rect l="0" t="0" r="r" b="b"/>
                    <a:pathLst>
                      <a:path w="135" h="140">
                        <a:moveTo>
                          <a:pt x="5" y="54"/>
                        </a:moveTo>
                        <a:lnTo>
                          <a:pt x="6" y="50"/>
                        </a:lnTo>
                        <a:lnTo>
                          <a:pt x="11" y="49"/>
                        </a:lnTo>
                        <a:lnTo>
                          <a:pt x="14" y="48"/>
                        </a:lnTo>
                        <a:lnTo>
                          <a:pt x="18" y="48"/>
                        </a:lnTo>
                        <a:lnTo>
                          <a:pt x="18" y="43"/>
                        </a:lnTo>
                        <a:lnTo>
                          <a:pt x="18" y="38"/>
                        </a:lnTo>
                        <a:lnTo>
                          <a:pt x="21" y="32"/>
                        </a:lnTo>
                        <a:lnTo>
                          <a:pt x="22" y="28"/>
                        </a:lnTo>
                        <a:lnTo>
                          <a:pt x="25" y="24"/>
                        </a:lnTo>
                        <a:lnTo>
                          <a:pt x="28" y="21"/>
                        </a:lnTo>
                        <a:lnTo>
                          <a:pt x="32" y="19"/>
                        </a:lnTo>
                        <a:lnTo>
                          <a:pt x="38" y="17"/>
                        </a:lnTo>
                        <a:lnTo>
                          <a:pt x="43" y="17"/>
                        </a:lnTo>
                        <a:lnTo>
                          <a:pt x="47" y="19"/>
                        </a:lnTo>
                        <a:lnTo>
                          <a:pt x="50" y="19"/>
                        </a:lnTo>
                        <a:lnTo>
                          <a:pt x="54" y="23"/>
                        </a:lnTo>
                        <a:lnTo>
                          <a:pt x="56" y="16"/>
                        </a:lnTo>
                        <a:lnTo>
                          <a:pt x="60" y="10"/>
                        </a:lnTo>
                        <a:lnTo>
                          <a:pt x="63" y="5"/>
                        </a:lnTo>
                        <a:lnTo>
                          <a:pt x="69" y="2"/>
                        </a:lnTo>
                        <a:lnTo>
                          <a:pt x="74" y="1"/>
                        </a:lnTo>
                        <a:lnTo>
                          <a:pt x="81" y="0"/>
                        </a:lnTo>
                        <a:lnTo>
                          <a:pt x="87" y="1"/>
                        </a:lnTo>
                        <a:lnTo>
                          <a:pt x="93" y="2"/>
                        </a:lnTo>
                        <a:lnTo>
                          <a:pt x="97" y="6"/>
                        </a:lnTo>
                        <a:lnTo>
                          <a:pt x="102" y="5"/>
                        </a:lnTo>
                        <a:lnTo>
                          <a:pt x="107" y="3"/>
                        </a:lnTo>
                        <a:lnTo>
                          <a:pt x="112" y="2"/>
                        </a:lnTo>
                        <a:lnTo>
                          <a:pt x="117" y="3"/>
                        </a:lnTo>
                        <a:lnTo>
                          <a:pt x="121" y="6"/>
                        </a:lnTo>
                        <a:lnTo>
                          <a:pt x="125" y="9"/>
                        </a:lnTo>
                        <a:lnTo>
                          <a:pt x="126" y="15"/>
                        </a:lnTo>
                        <a:lnTo>
                          <a:pt x="127" y="22"/>
                        </a:lnTo>
                        <a:lnTo>
                          <a:pt x="126" y="28"/>
                        </a:lnTo>
                        <a:lnTo>
                          <a:pt x="123" y="32"/>
                        </a:lnTo>
                        <a:lnTo>
                          <a:pt x="120" y="37"/>
                        </a:lnTo>
                        <a:lnTo>
                          <a:pt x="124" y="38"/>
                        </a:lnTo>
                        <a:lnTo>
                          <a:pt x="128" y="42"/>
                        </a:lnTo>
                        <a:lnTo>
                          <a:pt x="132" y="45"/>
                        </a:lnTo>
                        <a:lnTo>
                          <a:pt x="134" y="49"/>
                        </a:lnTo>
                        <a:lnTo>
                          <a:pt x="135" y="54"/>
                        </a:lnTo>
                        <a:lnTo>
                          <a:pt x="135" y="60"/>
                        </a:lnTo>
                        <a:lnTo>
                          <a:pt x="132" y="65"/>
                        </a:lnTo>
                        <a:lnTo>
                          <a:pt x="128" y="68"/>
                        </a:lnTo>
                        <a:lnTo>
                          <a:pt x="124" y="71"/>
                        </a:lnTo>
                        <a:lnTo>
                          <a:pt x="117" y="73"/>
                        </a:lnTo>
                        <a:lnTo>
                          <a:pt x="122" y="74"/>
                        </a:lnTo>
                        <a:lnTo>
                          <a:pt x="126" y="77"/>
                        </a:lnTo>
                        <a:lnTo>
                          <a:pt x="127" y="80"/>
                        </a:lnTo>
                        <a:lnTo>
                          <a:pt x="128" y="86"/>
                        </a:lnTo>
                        <a:lnTo>
                          <a:pt x="126" y="91"/>
                        </a:lnTo>
                        <a:lnTo>
                          <a:pt x="125" y="93"/>
                        </a:lnTo>
                        <a:lnTo>
                          <a:pt x="120" y="94"/>
                        </a:lnTo>
                        <a:lnTo>
                          <a:pt x="116" y="93"/>
                        </a:lnTo>
                        <a:lnTo>
                          <a:pt x="117" y="104"/>
                        </a:lnTo>
                        <a:lnTo>
                          <a:pt x="116" y="110"/>
                        </a:lnTo>
                        <a:lnTo>
                          <a:pt x="113" y="115"/>
                        </a:lnTo>
                        <a:lnTo>
                          <a:pt x="110" y="117"/>
                        </a:lnTo>
                        <a:lnTo>
                          <a:pt x="105" y="120"/>
                        </a:lnTo>
                        <a:lnTo>
                          <a:pt x="101" y="117"/>
                        </a:lnTo>
                        <a:lnTo>
                          <a:pt x="99" y="125"/>
                        </a:lnTo>
                        <a:lnTo>
                          <a:pt x="96" y="130"/>
                        </a:lnTo>
                        <a:lnTo>
                          <a:pt x="91" y="134"/>
                        </a:lnTo>
                        <a:lnTo>
                          <a:pt x="86" y="135"/>
                        </a:lnTo>
                        <a:lnTo>
                          <a:pt x="80" y="136"/>
                        </a:lnTo>
                        <a:lnTo>
                          <a:pt x="72" y="136"/>
                        </a:lnTo>
                        <a:lnTo>
                          <a:pt x="67" y="135"/>
                        </a:lnTo>
                        <a:lnTo>
                          <a:pt x="58" y="140"/>
                        </a:lnTo>
                        <a:lnTo>
                          <a:pt x="47" y="135"/>
                        </a:lnTo>
                        <a:lnTo>
                          <a:pt x="42" y="132"/>
                        </a:lnTo>
                        <a:lnTo>
                          <a:pt x="36" y="132"/>
                        </a:lnTo>
                        <a:lnTo>
                          <a:pt x="29" y="132"/>
                        </a:lnTo>
                        <a:lnTo>
                          <a:pt x="21" y="128"/>
                        </a:lnTo>
                        <a:lnTo>
                          <a:pt x="14" y="125"/>
                        </a:lnTo>
                        <a:lnTo>
                          <a:pt x="12" y="122"/>
                        </a:lnTo>
                        <a:lnTo>
                          <a:pt x="6" y="116"/>
                        </a:lnTo>
                        <a:lnTo>
                          <a:pt x="3" y="110"/>
                        </a:lnTo>
                        <a:lnTo>
                          <a:pt x="2" y="105"/>
                        </a:lnTo>
                        <a:lnTo>
                          <a:pt x="0" y="94"/>
                        </a:lnTo>
                        <a:lnTo>
                          <a:pt x="0" y="86"/>
                        </a:lnTo>
                        <a:lnTo>
                          <a:pt x="0" y="79"/>
                        </a:lnTo>
                        <a:lnTo>
                          <a:pt x="0" y="71"/>
                        </a:lnTo>
                        <a:lnTo>
                          <a:pt x="1" y="64"/>
                        </a:lnTo>
                        <a:lnTo>
                          <a:pt x="2" y="59"/>
                        </a:lnTo>
                        <a:lnTo>
                          <a:pt x="5" y="54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</p:grpSp>
          <p:grpSp>
            <p:nvGrpSpPr>
              <p:cNvPr id="16487" name="Group 103"/>
              <p:cNvGrpSpPr>
                <a:grpSpLocks/>
              </p:cNvGrpSpPr>
              <p:nvPr/>
            </p:nvGrpSpPr>
            <p:grpSpPr bwMode="auto">
              <a:xfrm>
                <a:off x="2088" y="2172"/>
                <a:ext cx="1543" cy="784"/>
                <a:chOff x="2088" y="2172"/>
                <a:chExt cx="1543" cy="784"/>
              </a:xfrm>
            </p:grpSpPr>
            <p:grpSp>
              <p:nvGrpSpPr>
                <p:cNvPr id="16488" name="Group 104"/>
                <p:cNvGrpSpPr>
                  <a:grpSpLocks/>
                </p:cNvGrpSpPr>
                <p:nvPr/>
              </p:nvGrpSpPr>
              <p:grpSpPr bwMode="auto">
                <a:xfrm>
                  <a:off x="2192" y="2217"/>
                  <a:ext cx="1344" cy="100"/>
                  <a:chOff x="2192" y="2217"/>
                  <a:chExt cx="1344" cy="100"/>
                </a:xfrm>
              </p:grpSpPr>
              <p:sp>
                <p:nvSpPr>
                  <p:cNvPr id="16489" name="Rectangle 105"/>
                  <p:cNvSpPr>
                    <a:spLocks noChangeArrowheads="1"/>
                  </p:cNvSpPr>
                  <p:nvPr/>
                </p:nvSpPr>
                <p:spPr bwMode="auto">
                  <a:xfrm>
                    <a:off x="3437" y="2217"/>
                    <a:ext cx="99" cy="100"/>
                  </a:xfrm>
                  <a:prstGeom prst="rect">
                    <a:avLst/>
                  </a:prstGeom>
                  <a:solidFill>
                    <a:srgbClr val="000000"/>
                  </a:solidFill>
                  <a:ln w="1270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490" name="Rectangle 106"/>
                  <p:cNvSpPr>
                    <a:spLocks noChangeArrowheads="1"/>
                  </p:cNvSpPr>
                  <p:nvPr/>
                </p:nvSpPr>
                <p:spPr bwMode="auto">
                  <a:xfrm>
                    <a:off x="2192" y="2221"/>
                    <a:ext cx="81" cy="90"/>
                  </a:xfrm>
                  <a:prstGeom prst="rect">
                    <a:avLst/>
                  </a:prstGeom>
                  <a:solidFill>
                    <a:srgbClr val="000000"/>
                  </a:solidFill>
                  <a:ln w="1270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16491" name="Group 107"/>
                <p:cNvGrpSpPr>
                  <a:grpSpLocks/>
                </p:cNvGrpSpPr>
                <p:nvPr/>
              </p:nvGrpSpPr>
              <p:grpSpPr bwMode="auto">
                <a:xfrm>
                  <a:off x="2285" y="2172"/>
                  <a:ext cx="1147" cy="72"/>
                  <a:chOff x="2285" y="2172"/>
                  <a:chExt cx="1147" cy="72"/>
                </a:xfrm>
              </p:grpSpPr>
              <p:sp>
                <p:nvSpPr>
                  <p:cNvPr id="16492" name="Oval 108"/>
                  <p:cNvSpPr>
                    <a:spLocks noChangeArrowheads="1"/>
                  </p:cNvSpPr>
                  <p:nvPr/>
                </p:nvSpPr>
                <p:spPr bwMode="auto">
                  <a:xfrm>
                    <a:off x="3227" y="2172"/>
                    <a:ext cx="205" cy="72"/>
                  </a:xfrm>
                  <a:prstGeom prst="ellipse">
                    <a:avLst/>
                  </a:prstGeom>
                  <a:solidFill>
                    <a:srgbClr val="000000"/>
                  </a:solidFill>
                  <a:ln w="12700">
                    <a:solidFill>
                      <a:srgbClr val="8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493" name="Oval 109"/>
                  <p:cNvSpPr>
                    <a:spLocks noChangeArrowheads="1"/>
                  </p:cNvSpPr>
                  <p:nvPr/>
                </p:nvSpPr>
                <p:spPr bwMode="auto">
                  <a:xfrm>
                    <a:off x="2285" y="2172"/>
                    <a:ext cx="206" cy="72"/>
                  </a:xfrm>
                  <a:prstGeom prst="ellipse">
                    <a:avLst/>
                  </a:prstGeom>
                  <a:solidFill>
                    <a:srgbClr val="000000"/>
                  </a:solidFill>
                  <a:ln w="12700">
                    <a:solidFill>
                      <a:srgbClr val="8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16494" name="Group 110"/>
                <p:cNvGrpSpPr>
                  <a:grpSpLocks/>
                </p:cNvGrpSpPr>
                <p:nvPr/>
              </p:nvGrpSpPr>
              <p:grpSpPr bwMode="auto">
                <a:xfrm>
                  <a:off x="2859" y="2211"/>
                  <a:ext cx="772" cy="736"/>
                  <a:chOff x="2859" y="2211"/>
                  <a:chExt cx="772" cy="736"/>
                </a:xfrm>
              </p:grpSpPr>
              <p:sp>
                <p:nvSpPr>
                  <p:cNvPr id="16495" name="Freeform 111"/>
                  <p:cNvSpPr>
                    <a:spLocks/>
                  </p:cNvSpPr>
                  <p:nvPr/>
                </p:nvSpPr>
                <p:spPr bwMode="auto">
                  <a:xfrm>
                    <a:off x="2859" y="2211"/>
                    <a:ext cx="772" cy="736"/>
                  </a:xfrm>
                  <a:custGeom>
                    <a:avLst/>
                    <a:gdLst/>
                    <a:ahLst/>
                    <a:cxnLst>
                      <a:cxn ang="0">
                        <a:pos x="589" y="0"/>
                      </a:cxn>
                      <a:cxn ang="0">
                        <a:pos x="589" y="129"/>
                      </a:cxn>
                      <a:cxn ang="0">
                        <a:pos x="772" y="368"/>
                      </a:cxn>
                      <a:cxn ang="0">
                        <a:pos x="0" y="736"/>
                      </a:cxn>
                      <a:cxn ang="0">
                        <a:pos x="0" y="0"/>
                      </a:cxn>
                      <a:cxn ang="0">
                        <a:pos x="589" y="0"/>
                      </a:cxn>
                    </a:cxnLst>
                    <a:rect l="0" t="0" r="r" b="b"/>
                    <a:pathLst>
                      <a:path w="772" h="736">
                        <a:moveTo>
                          <a:pt x="589" y="0"/>
                        </a:moveTo>
                        <a:lnTo>
                          <a:pt x="589" y="129"/>
                        </a:lnTo>
                        <a:lnTo>
                          <a:pt x="772" y="368"/>
                        </a:lnTo>
                        <a:lnTo>
                          <a:pt x="0" y="736"/>
                        </a:lnTo>
                        <a:lnTo>
                          <a:pt x="0" y="0"/>
                        </a:lnTo>
                        <a:lnTo>
                          <a:pt x="589" y="0"/>
                        </a:lnTo>
                        <a:close/>
                      </a:path>
                    </a:pathLst>
                  </a:custGeom>
                  <a:solidFill>
                    <a:srgbClr val="A0000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496" name="Line 11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202" y="2713"/>
                    <a:ext cx="35" cy="16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grpSp>
                <p:nvGrpSpPr>
                  <p:cNvPr id="16497" name="Group 113"/>
                  <p:cNvGrpSpPr>
                    <a:grpSpLocks/>
                  </p:cNvGrpSpPr>
                  <p:nvPr/>
                </p:nvGrpSpPr>
                <p:grpSpPr bwMode="auto">
                  <a:xfrm>
                    <a:off x="2897" y="2266"/>
                    <a:ext cx="615" cy="527"/>
                    <a:chOff x="2897" y="2266"/>
                    <a:chExt cx="615" cy="527"/>
                  </a:xfrm>
                </p:grpSpPr>
                <p:sp>
                  <p:nvSpPr>
                    <p:cNvPr id="16498" name="Freeform 114"/>
                    <p:cNvSpPr>
                      <a:spLocks/>
                    </p:cNvSpPr>
                    <p:nvPr/>
                  </p:nvSpPr>
                  <p:spPr bwMode="auto">
                    <a:xfrm>
                      <a:off x="2897" y="2266"/>
                      <a:ext cx="53" cy="527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0" y="527"/>
                        </a:cxn>
                        <a:cxn ang="0">
                          <a:pos x="53" y="507"/>
                        </a:cxn>
                        <a:cxn ang="0">
                          <a:pos x="19" y="1"/>
                        </a:cxn>
                        <a:cxn ang="0">
                          <a:pos x="0" y="0"/>
                        </a:cxn>
                      </a:cxnLst>
                      <a:rect l="0" t="0" r="r" b="b"/>
                      <a:pathLst>
                        <a:path w="53" h="527">
                          <a:moveTo>
                            <a:pt x="0" y="0"/>
                          </a:moveTo>
                          <a:lnTo>
                            <a:pt x="0" y="527"/>
                          </a:lnTo>
                          <a:lnTo>
                            <a:pt x="53" y="507"/>
                          </a:lnTo>
                          <a:lnTo>
                            <a:pt x="19" y="1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1270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499" name="Freeform 115"/>
                    <p:cNvSpPr>
                      <a:spLocks/>
                    </p:cNvSpPr>
                    <p:nvPr/>
                  </p:nvSpPr>
                  <p:spPr bwMode="auto">
                    <a:xfrm>
                      <a:off x="2952" y="2267"/>
                      <a:ext cx="78" cy="489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19" y="0"/>
                        </a:cxn>
                        <a:cxn ang="0">
                          <a:pos x="78" y="471"/>
                        </a:cxn>
                        <a:cxn ang="0">
                          <a:pos x="37" y="489"/>
                        </a:cxn>
                        <a:cxn ang="0">
                          <a:pos x="0" y="0"/>
                        </a:cxn>
                      </a:cxnLst>
                      <a:rect l="0" t="0" r="r" b="b"/>
                      <a:pathLst>
                        <a:path w="78" h="489">
                          <a:moveTo>
                            <a:pt x="0" y="0"/>
                          </a:moveTo>
                          <a:lnTo>
                            <a:pt x="19" y="0"/>
                          </a:lnTo>
                          <a:lnTo>
                            <a:pt x="78" y="471"/>
                          </a:lnTo>
                          <a:lnTo>
                            <a:pt x="37" y="489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1270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500" name="Freeform 116"/>
                    <p:cNvSpPr>
                      <a:spLocks/>
                    </p:cNvSpPr>
                    <p:nvPr/>
                  </p:nvSpPr>
                  <p:spPr bwMode="auto">
                    <a:xfrm>
                      <a:off x="3008" y="2267"/>
                      <a:ext cx="109" cy="455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18" y="0"/>
                        </a:cxn>
                        <a:cxn ang="0">
                          <a:pos x="109" y="436"/>
                        </a:cxn>
                        <a:cxn ang="0">
                          <a:pos x="64" y="455"/>
                        </a:cxn>
                        <a:cxn ang="0">
                          <a:pos x="0" y="0"/>
                        </a:cxn>
                      </a:cxnLst>
                      <a:rect l="0" t="0" r="r" b="b"/>
                      <a:pathLst>
                        <a:path w="109" h="455">
                          <a:moveTo>
                            <a:pt x="0" y="0"/>
                          </a:moveTo>
                          <a:lnTo>
                            <a:pt x="18" y="0"/>
                          </a:lnTo>
                          <a:lnTo>
                            <a:pt x="109" y="436"/>
                          </a:lnTo>
                          <a:lnTo>
                            <a:pt x="64" y="455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1270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501" name="Freeform 117"/>
                    <p:cNvSpPr>
                      <a:spLocks/>
                    </p:cNvSpPr>
                    <p:nvPr/>
                  </p:nvSpPr>
                  <p:spPr bwMode="auto">
                    <a:xfrm>
                      <a:off x="3062" y="2267"/>
                      <a:ext cx="131" cy="422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18" y="0"/>
                        </a:cxn>
                        <a:cxn ang="0">
                          <a:pos x="131" y="409"/>
                        </a:cxn>
                        <a:cxn ang="0">
                          <a:pos x="91" y="422"/>
                        </a:cxn>
                        <a:cxn ang="0">
                          <a:pos x="0" y="0"/>
                        </a:cxn>
                      </a:cxnLst>
                      <a:rect l="0" t="0" r="r" b="b"/>
                      <a:pathLst>
                        <a:path w="131" h="422">
                          <a:moveTo>
                            <a:pt x="0" y="0"/>
                          </a:moveTo>
                          <a:lnTo>
                            <a:pt x="18" y="0"/>
                          </a:lnTo>
                          <a:lnTo>
                            <a:pt x="131" y="409"/>
                          </a:lnTo>
                          <a:lnTo>
                            <a:pt x="91" y="422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1270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502" name="Freeform 118"/>
                    <p:cNvSpPr>
                      <a:spLocks/>
                    </p:cNvSpPr>
                    <p:nvPr/>
                  </p:nvSpPr>
                  <p:spPr bwMode="auto">
                    <a:xfrm>
                      <a:off x="3117" y="2267"/>
                      <a:ext cx="165" cy="385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19" y="0"/>
                        </a:cxn>
                        <a:cxn ang="0">
                          <a:pos x="165" y="370"/>
                        </a:cxn>
                        <a:cxn ang="0">
                          <a:pos x="124" y="385"/>
                        </a:cxn>
                        <a:cxn ang="0">
                          <a:pos x="0" y="0"/>
                        </a:cxn>
                      </a:cxnLst>
                      <a:rect l="0" t="0" r="r" b="b"/>
                      <a:pathLst>
                        <a:path w="165" h="385">
                          <a:moveTo>
                            <a:pt x="0" y="0"/>
                          </a:moveTo>
                          <a:lnTo>
                            <a:pt x="19" y="0"/>
                          </a:lnTo>
                          <a:lnTo>
                            <a:pt x="165" y="370"/>
                          </a:lnTo>
                          <a:lnTo>
                            <a:pt x="124" y="385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1270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503" name="Freeform 119"/>
                    <p:cNvSpPr>
                      <a:spLocks/>
                    </p:cNvSpPr>
                    <p:nvPr/>
                  </p:nvSpPr>
                  <p:spPr bwMode="auto">
                    <a:xfrm>
                      <a:off x="3172" y="2267"/>
                      <a:ext cx="181" cy="356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18" y="0"/>
                        </a:cxn>
                        <a:cxn ang="0">
                          <a:pos x="181" y="344"/>
                        </a:cxn>
                        <a:cxn ang="0">
                          <a:pos x="147" y="356"/>
                        </a:cxn>
                        <a:cxn ang="0">
                          <a:pos x="0" y="0"/>
                        </a:cxn>
                      </a:cxnLst>
                      <a:rect l="0" t="0" r="r" b="b"/>
                      <a:pathLst>
                        <a:path w="181" h="356">
                          <a:moveTo>
                            <a:pt x="0" y="0"/>
                          </a:moveTo>
                          <a:lnTo>
                            <a:pt x="18" y="0"/>
                          </a:lnTo>
                          <a:lnTo>
                            <a:pt x="181" y="344"/>
                          </a:lnTo>
                          <a:lnTo>
                            <a:pt x="147" y="356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1270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504" name="Freeform 120"/>
                    <p:cNvSpPr>
                      <a:spLocks/>
                    </p:cNvSpPr>
                    <p:nvPr/>
                  </p:nvSpPr>
                  <p:spPr bwMode="auto">
                    <a:xfrm>
                      <a:off x="3227" y="2267"/>
                      <a:ext cx="203" cy="328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18" y="0"/>
                        </a:cxn>
                        <a:cxn ang="0">
                          <a:pos x="203" y="312"/>
                        </a:cxn>
                        <a:cxn ang="0">
                          <a:pos x="166" y="328"/>
                        </a:cxn>
                        <a:cxn ang="0">
                          <a:pos x="0" y="0"/>
                        </a:cxn>
                      </a:cxnLst>
                      <a:rect l="0" t="0" r="r" b="b"/>
                      <a:pathLst>
                        <a:path w="203" h="328">
                          <a:moveTo>
                            <a:pt x="0" y="0"/>
                          </a:moveTo>
                          <a:lnTo>
                            <a:pt x="18" y="0"/>
                          </a:lnTo>
                          <a:lnTo>
                            <a:pt x="203" y="312"/>
                          </a:lnTo>
                          <a:lnTo>
                            <a:pt x="166" y="328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1270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505" name="Freeform 121"/>
                    <p:cNvSpPr>
                      <a:spLocks/>
                    </p:cNvSpPr>
                    <p:nvPr/>
                  </p:nvSpPr>
                  <p:spPr bwMode="auto">
                    <a:xfrm>
                      <a:off x="3291" y="2267"/>
                      <a:ext cx="221" cy="289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18" y="0"/>
                        </a:cxn>
                        <a:cxn ang="0">
                          <a:pos x="221" y="275"/>
                        </a:cxn>
                        <a:cxn ang="0">
                          <a:pos x="182" y="289"/>
                        </a:cxn>
                        <a:cxn ang="0">
                          <a:pos x="0" y="0"/>
                        </a:cxn>
                      </a:cxnLst>
                      <a:rect l="0" t="0" r="r" b="b"/>
                      <a:pathLst>
                        <a:path w="221" h="289">
                          <a:moveTo>
                            <a:pt x="0" y="0"/>
                          </a:moveTo>
                          <a:lnTo>
                            <a:pt x="18" y="0"/>
                          </a:lnTo>
                          <a:lnTo>
                            <a:pt x="221" y="275"/>
                          </a:lnTo>
                          <a:lnTo>
                            <a:pt x="182" y="289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1270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</p:grpSp>
            </p:grpSp>
            <p:grpSp>
              <p:nvGrpSpPr>
                <p:cNvPr id="16506" name="Group 122"/>
                <p:cNvGrpSpPr>
                  <a:grpSpLocks/>
                </p:cNvGrpSpPr>
                <p:nvPr/>
              </p:nvGrpSpPr>
              <p:grpSpPr bwMode="auto">
                <a:xfrm>
                  <a:off x="2088" y="2221"/>
                  <a:ext cx="771" cy="735"/>
                  <a:chOff x="2088" y="2221"/>
                  <a:chExt cx="771" cy="735"/>
                </a:xfrm>
              </p:grpSpPr>
              <p:sp>
                <p:nvSpPr>
                  <p:cNvPr id="16507" name="Freeform 123"/>
                  <p:cNvSpPr>
                    <a:spLocks/>
                  </p:cNvSpPr>
                  <p:nvPr/>
                </p:nvSpPr>
                <p:spPr bwMode="auto">
                  <a:xfrm>
                    <a:off x="2088" y="2221"/>
                    <a:ext cx="771" cy="735"/>
                  </a:xfrm>
                  <a:custGeom>
                    <a:avLst/>
                    <a:gdLst/>
                    <a:ahLst/>
                    <a:cxnLst>
                      <a:cxn ang="0">
                        <a:pos x="183" y="0"/>
                      </a:cxn>
                      <a:cxn ang="0">
                        <a:pos x="183" y="128"/>
                      </a:cxn>
                      <a:cxn ang="0">
                        <a:pos x="0" y="367"/>
                      </a:cxn>
                      <a:cxn ang="0">
                        <a:pos x="771" y="735"/>
                      </a:cxn>
                      <a:cxn ang="0">
                        <a:pos x="771" y="0"/>
                      </a:cxn>
                      <a:cxn ang="0">
                        <a:pos x="183" y="0"/>
                      </a:cxn>
                    </a:cxnLst>
                    <a:rect l="0" t="0" r="r" b="b"/>
                    <a:pathLst>
                      <a:path w="771" h="735">
                        <a:moveTo>
                          <a:pt x="183" y="0"/>
                        </a:moveTo>
                        <a:lnTo>
                          <a:pt x="183" y="128"/>
                        </a:lnTo>
                        <a:lnTo>
                          <a:pt x="0" y="367"/>
                        </a:lnTo>
                        <a:lnTo>
                          <a:pt x="771" y="735"/>
                        </a:lnTo>
                        <a:lnTo>
                          <a:pt x="771" y="0"/>
                        </a:lnTo>
                        <a:lnTo>
                          <a:pt x="183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grpSp>
                <p:nvGrpSpPr>
                  <p:cNvPr id="16508" name="Group 124"/>
                  <p:cNvGrpSpPr>
                    <a:grpSpLocks/>
                  </p:cNvGrpSpPr>
                  <p:nvPr/>
                </p:nvGrpSpPr>
                <p:grpSpPr bwMode="auto">
                  <a:xfrm>
                    <a:off x="2207" y="2276"/>
                    <a:ext cx="615" cy="527"/>
                    <a:chOff x="2207" y="2276"/>
                    <a:chExt cx="615" cy="527"/>
                  </a:xfrm>
                </p:grpSpPr>
                <p:sp>
                  <p:nvSpPr>
                    <p:cNvPr id="16509" name="Freeform 125"/>
                    <p:cNvSpPr>
                      <a:spLocks/>
                    </p:cNvSpPr>
                    <p:nvPr/>
                  </p:nvSpPr>
                  <p:spPr bwMode="auto">
                    <a:xfrm>
                      <a:off x="2770" y="2276"/>
                      <a:ext cx="52" cy="527"/>
                    </a:xfrm>
                    <a:custGeom>
                      <a:avLst/>
                      <a:gdLst/>
                      <a:ahLst/>
                      <a:cxnLst>
                        <a:cxn ang="0">
                          <a:pos x="52" y="0"/>
                        </a:cxn>
                        <a:cxn ang="0">
                          <a:pos x="52" y="527"/>
                        </a:cxn>
                        <a:cxn ang="0">
                          <a:pos x="0" y="506"/>
                        </a:cxn>
                        <a:cxn ang="0">
                          <a:pos x="34" y="0"/>
                        </a:cxn>
                        <a:cxn ang="0">
                          <a:pos x="52" y="0"/>
                        </a:cxn>
                      </a:cxnLst>
                      <a:rect l="0" t="0" r="r" b="b"/>
                      <a:pathLst>
                        <a:path w="52" h="527">
                          <a:moveTo>
                            <a:pt x="52" y="0"/>
                          </a:moveTo>
                          <a:lnTo>
                            <a:pt x="52" y="527"/>
                          </a:lnTo>
                          <a:lnTo>
                            <a:pt x="0" y="506"/>
                          </a:lnTo>
                          <a:lnTo>
                            <a:pt x="34" y="0"/>
                          </a:lnTo>
                          <a:lnTo>
                            <a:pt x="52" y="0"/>
                          </a:lnTo>
                          <a:close/>
                        </a:path>
                      </a:pathLst>
                    </a:custGeom>
                    <a:solidFill>
                      <a:srgbClr val="A00000"/>
                    </a:solidFill>
                    <a:ln w="1270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510" name="Freeform 126"/>
                    <p:cNvSpPr>
                      <a:spLocks/>
                    </p:cNvSpPr>
                    <p:nvPr/>
                  </p:nvSpPr>
                  <p:spPr bwMode="auto">
                    <a:xfrm>
                      <a:off x="2689" y="2276"/>
                      <a:ext cx="78" cy="489"/>
                    </a:xfrm>
                    <a:custGeom>
                      <a:avLst/>
                      <a:gdLst/>
                      <a:ahLst/>
                      <a:cxnLst>
                        <a:cxn ang="0">
                          <a:pos x="78" y="0"/>
                        </a:cxn>
                        <a:cxn ang="0">
                          <a:pos x="60" y="0"/>
                        </a:cxn>
                        <a:cxn ang="0">
                          <a:pos x="0" y="471"/>
                        </a:cxn>
                        <a:cxn ang="0">
                          <a:pos x="41" y="489"/>
                        </a:cxn>
                        <a:cxn ang="0">
                          <a:pos x="78" y="0"/>
                        </a:cxn>
                      </a:cxnLst>
                      <a:rect l="0" t="0" r="r" b="b"/>
                      <a:pathLst>
                        <a:path w="78" h="489">
                          <a:moveTo>
                            <a:pt x="78" y="0"/>
                          </a:moveTo>
                          <a:lnTo>
                            <a:pt x="60" y="0"/>
                          </a:lnTo>
                          <a:lnTo>
                            <a:pt x="0" y="471"/>
                          </a:lnTo>
                          <a:lnTo>
                            <a:pt x="41" y="489"/>
                          </a:lnTo>
                          <a:lnTo>
                            <a:pt x="78" y="0"/>
                          </a:lnTo>
                          <a:close/>
                        </a:path>
                      </a:pathLst>
                    </a:custGeom>
                    <a:solidFill>
                      <a:srgbClr val="A00000"/>
                    </a:solidFill>
                    <a:ln w="1270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511" name="Freeform 127"/>
                    <p:cNvSpPr>
                      <a:spLocks/>
                    </p:cNvSpPr>
                    <p:nvPr/>
                  </p:nvSpPr>
                  <p:spPr bwMode="auto">
                    <a:xfrm>
                      <a:off x="2602" y="2276"/>
                      <a:ext cx="110" cy="455"/>
                    </a:xfrm>
                    <a:custGeom>
                      <a:avLst/>
                      <a:gdLst/>
                      <a:ahLst/>
                      <a:cxnLst>
                        <a:cxn ang="0">
                          <a:pos x="110" y="0"/>
                        </a:cxn>
                        <a:cxn ang="0">
                          <a:pos x="91" y="0"/>
                        </a:cxn>
                        <a:cxn ang="0">
                          <a:pos x="0" y="436"/>
                        </a:cxn>
                        <a:cxn ang="0">
                          <a:pos x="46" y="455"/>
                        </a:cxn>
                        <a:cxn ang="0">
                          <a:pos x="110" y="0"/>
                        </a:cxn>
                      </a:cxnLst>
                      <a:rect l="0" t="0" r="r" b="b"/>
                      <a:pathLst>
                        <a:path w="110" h="455">
                          <a:moveTo>
                            <a:pt x="110" y="0"/>
                          </a:moveTo>
                          <a:lnTo>
                            <a:pt x="91" y="0"/>
                          </a:lnTo>
                          <a:lnTo>
                            <a:pt x="0" y="436"/>
                          </a:lnTo>
                          <a:lnTo>
                            <a:pt x="46" y="455"/>
                          </a:lnTo>
                          <a:lnTo>
                            <a:pt x="110" y="0"/>
                          </a:lnTo>
                          <a:close/>
                        </a:path>
                      </a:pathLst>
                    </a:custGeom>
                    <a:solidFill>
                      <a:srgbClr val="A00000"/>
                    </a:solidFill>
                    <a:ln w="1270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512" name="Freeform 128"/>
                    <p:cNvSpPr>
                      <a:spLocks/>
                    </p:cNvSpPr>
                    <p:nvPr/>
                  </p:nvSpPr>
                  <p:spPr bwMode="auto">
                    <a:xfrm>
                      <a:off x="2527" y="2276"/>
                      <a:ext cx="129" cy="423"/>
                    </a:xfrm>
                    <a:custGeom>
                      <a:avLst/>
                      <a:gdLst/>
                      <a:ahLst/>
                      <a:cxnLst>
                        <a:cxn ang="0">
                          <a:pos x="129" y="0"/>
                        </a:cxn>
                        <a:cxn ang="0">
                          <a:pos x="111" y="0"/>
                        </a:cxn>
                        <a:cxn ang="0">
                          <a:pos x="0" y="409"/>
                        </a:cxn>
                        <a:cxn ang="0">
                          <a:pos x="39" y="423"/>
                        </a:cxn>
                        <a:cxn ang="0">
                          <a:pos x="129" y="0"/>
                        </a:cxn>
                      </a:cxnLst>
                      <a:rect l="0" t="0" r="r" b="b"/>
                      <a:pathLst>
                        <a:path w="129" h="423">
                          <a:moveTo>
                            <a:pt x="129" y="0"/>
                          </a:moveTo>
                          <a:lnTo>
                            <a:pt x="111" y="0"/>
                          </a:lnTo>
                          <a:lnTo>
                            <a:pt x="0" y="409"/>
                          </a:lnTo>
                          <a:lnTo>
                            <a:pt x="39" y="423"/>
                          </a:lnTo>
                          <a:lnTo>
                            <a:pt x="129" y="0"/>
                          </a:lnTo>
                          <a:close/>
                        </a:path>
                      </a:pathLst>
                    </a:custGeom>
                    <a:solidFill>
                      <a:srgbClr val="A00000"/>
                    </a:solidFill>
                    <a:ln w="1270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513" name="Freeform 129"/>
                    <p:cNvSpPr>
                      <a:spLocks/>
                    </p:cNvSpPr>
                    <p:nvPr/>
                  </p:nvSpPr>
                  <p:spPr bwMode="auto">
                    <a:xfrm>
                      <a:off x="2437" y="2276"/>
                      <a:ext cx="165" cy="386"/>
                    </a:xfrm>
                    <a:custGeom>
                      <a:avLst/>
                      <a:gdLst/>
                      <a:ahLst/>
                      <a:cxnLst>
                        <a:cxn ang="0">
                          <a:pos x="165" y="0"/>
                        </a:cxn>
                        <a:cxn ang="0">
                          <a:pos x="148" y="0"/>
                        </a:cxn>
                        <a:cxn ang="0">
                          <a:pos x="0" y="369"/>
                        </a:cxn>
                        <a:cxn ang="0">
                          <a:pos x="42" y="386"/>
                        </a:cxn>
                        <a:cxn ang="0">
                          <a:pos x="165" y="0"/>
                        </a:cxn>
                      </a:cxnLst>
                      <a:rect l="0" t="0" r="r" b="b"/>
                      <a:pathLst>
                        <a:path w="165" h="386">
                          <a:moveTo>
                            <a:pt x="165" y="0"/>
                          </a:moveTo>
                          <a:lnTo>
                            <a:pt x="148" y="0"/>
                          </a:lnTo>
                          <a:lnTo>
                            <a:pt x="0" y="369"/>
                          </a:lnTo>
                          <a:lnTo>
                            <a:pt x="42" y="386"/>
                          </a:lnTo>
                          <a:lnTo>
                            <a:pt x="165" y="0"/>
                          </a:lnTo>
                          <a:close/>
                        </a:path>
                      </a:pathLst>
                    </a:custGeom>
                    <a:solidFill>
                      <a:srgbClr val="A00000"/>
                    </a:solidFill>
                    <a:ln w="1270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514" name="Freeform 130"/>
                    <p:cNvSpPr>
                      <a:spLocks/>
                    </p:cNvSpPr>
                    <p:nvPr/>
                  </p:nvSpPr>
                  <p:spPr bwMode="auto">
                    <a:xfrm>
                      <a:off x="2366" y="2276"/>
                      <a:ext cx="182" cy="356"/>
                    </a:xfrm>
                    <a:custGeom>
                      <a:avLst/>
                      <a:gdLst/>
                      <a:ahLst/>
                      <a:cxnLst>
                        <a:cxn ang="0">
                          <a:pos x="182" y="0"/>
                        </a:cxn>
                        <a:cxn ang="0">
                          <a:pos x="163" y="0"/>
                        </a:cxn>
                        <a:cxn ang="0">
                          <a:pos x="0" y="345"/>
                        </a:cxn>
                        <a:cxn ang="0">
                          <a:pos x="34" y="356"/>
                        </a:cxn>
                        <a:cxn ang="0">
                          <a:pos x="182" y="0"/>
                        </a:cxn>
                      </a:cxnLst>
                      <a:rect l="0" t="0" r="r" b="b"/>
                      <a:pathLst>
                        <a:path w="182" h="356">
                          <a:moveTo>
                            <a:pt x="182" y="0"/>
                          </a:moveTo>
                          <a:lnTo>
                            <a:pt x="163" y="0"/>
                          </a:lnTo>
                          <a:lnTo>
                            <a:pt x="0" y="345"/>
                          </a:lnTo>
                          <a:lnTo>
                            <a:pt x="34" y="356"/>
                          </a:lnTo>
                          <a:lnTo>
                            <a:pt x="182" y="0"/>
                          </a:lnTo>
                          <a:close/>
                        </a:path>
                      </a:pathLst>
                    </a:custGeom>
                    <a:solidFill>
                      <a:srgbClr val="A00000"/>
                    </a:solidFill>
                    <a:ln w="1270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515" name="Freeform 131"/>
                    <p:cNvSpPr>
                      <a:spLocks/>
                    </p:cNvSpPr>
                    <p:nvPr/>
                  </p:nvSpPr>
                  <p:spPr bwMode="auto">
                    <a:xfrm>
                      <a:off x="2290" y="2276"/>
                      <a:ext cx="203" cy="328"/>
                    </a:xfrm>
                    <a:custGeom>
                      <a:avLst/>
                      <a:gdLst/>
                      <a:ahLst/>
                      <a:cxnLst>
                        <a:cxn ang="0">
                          <a:pos x="203" y="0"/>
                        </a:cxn>
                        <a:cxn ang="0">
                          <a:pos x="184" y="0"/>
                        </a:cxn>
                        <a:cxn ang="0">
                          <a:pos x="0" y="312"/>
                        </a:cxn>
                        <a:cxn ang="0">
                          <a:pos x="37" y="328"/>
                        </a:cxn>
                        <a:cxn ang="0">
                          <a:pos x="203" y="0"/>
                        </a:cxn>
                      </a:cxnLst>
                      <a:rect l="0" t="0" r="r" b="b"/>
                      <a:pathLst>
                        <a:path w="203" h="328">
                          <a:moveTo>
                            <a:pt x="203" y="0"/>
                          </a:moveTo>
                          <a:lnTo>
                            <a:pt x="184" y="0"/>
                          </a:lnTo>
                          <a:lnTo>
                            <a:pt x="0" y="312"/>
                          </a:lnTo>
                          <a:lnTo>
                            <a:pt x="37" y="328"/>
                          </a:lnTo>
                          <a:lnTo>
                            <a:pt x="203" y="0"/>
                          </a:lnTo>
                          <a:close/>
                        </a:path>
                      </a:pathLst>
                    </a:custGeom>
                    <a:solidFill>
                      <a:srgbClr val="A00000"/>
                    </a:solidFill>
                    <a:ln w="1270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516" name="Freeform 132"/>
                    <p:cNvSpPr>
                      <a:spLocks/>
                    </p:cNvSpPr>
                    <p:nvPr/>
                  </p:nvSpPr>
                  <p:spPr bwMode="auto">
                    <a:xfrm>
                      <a:off x="2207" y="2276"/>
                      <a:ext cx="221" cy="290"/>
                    </a:xfrm>
                    <a:custGeom>
                      <a:avLst/>
                      <a:gdLst/>
                      <a:ahLst/>
                      <a:cxnLst>
                        <a:cxn ang="0">
                          <a:pos x="221" y="0"/>
                        </a:cxn>
                        <a:cxn ang="0">
                          <a:pos x="203" y="0"/>
                        </a:cxn>
                        <a:cxn ang="0">
                          <a:pos x="0" y="275"/>
                        </a:cxn>
                        <a:cxn ang="0">
                          <a:pos x="39" y="290"/>
                        </a:cxn>
                        <a:cxn ang="0">
                          <a:pos x="221" y="0"/>
                        </a:cxn>
                      </a:cxnLst>
                      <a:rect l="0" t="0" r="r" b="b"/>
                      <a:pathLst>
                        <a:path w="221" h="290">
                          <a:moveTo>
                            <a:pt x="221" y="0"/>
                          </a:moveTo>
                          <a:lnTo>
                            <a:pt x="203" y="0"/>
                          </a:lnTo>
                          <a:lnTo>
                            <a:pt x="0" y="275"/>
                          </a:lnTo>
                          <a:lnTo>
                            <a:pt x="39" y="290"/>
                          </a:lnTo>
                          <a:lnTo>
                            <a:pt x="221" y="0"/>
                          </a:lnTo>
                          <a:close/>
                        </a:path>
                      </a:pathLst>
                    </a:custGeom>
                    <a:solidFill>
                      <a:srgbClr val="A00000"/>
                    </a:solidFill>
                    <a:ln w="1270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</p:grpSp>
              <p:sp>
                <p:nvSpPr>
                  <p:cNvPr id="16517" name="Freeform 133"/>
                  <p:cNvSpPr>
                    <a:spLocks/>
                  </p:cNvSpPr>
                  <p:nvPr/>
                </p:nvSpPr>
                <p:spPr bwMode="auto">
                  <a:xfrm>
                    <a:off x="2091" y="2554"/>
                    <a:ext cx="768" cy="397"/>
                  </a:xfrm>
                  <a:custGeom>
                    <a:avLst/>
                    <a:gdLst/>
                    <a:ahLst/>
                    <a:cxnLst>
                      <a:cxn ang="0">
                        <a:pos x="0" y="29"/>
                      </a:cxn>
                      <a:cxn ang="0">
                        <a:pos x="768" y="397"/>
                      </a:cxn>
                      <a:cxn ang="0">
                        <a:pos x="768" y="328"/>
                      </a:cxn>
                      <a:cxn ang="0">
                        <a:pos x="22" y="0"/>
                      </a:cxn>
                      <a:cxn ang="0">
                        <a:pos x="0" y="29"/>
                      </a:cxn>
                    </a:cxnLst>
                    <a:rect l="0" t="0" r="r" b="b"/>
                    <a:pathLst>
                      <a:path w="768" h="397">
                        <a:moveTo>
                          <a:pt x="0" y="29"/>
                        </a:moveTo>
                        <a:lnTo>
                          <a:pt x="768" y="397"/>
                        </a:lnTo>
                        <a:lnTo>
                          <a:pt x="768" y="328"/>
                        </a:lnTo>
                        <a:lnTo>
                          <a:pt x="22" y="0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A0000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</p:grp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63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i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Зайчик пробегает между елочками, находит лакомство и съедает его.</a:t>
            </a:r>
          </a:p>
        </p:txBody>
      </p:sp>
      <p:sp>
        <p:nvSpPr>
          <p:cNvPr id="89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B3EE2-F1D8-430B-8C9B-A06313ADBD85}" type="slidenum">
              <a:rPr lang="ru-RU"/>
              <a:pPr/>
              <a:t>2</a:t>
            </a:fld>
            <a:endParaRPr lang="ru-RU"/>
          </a:p>
        </p:txBody>
      </p:sp>
      <p:sp>
        <p:nvSpPr>
          <p:cNvPr id="3079" name="Tree"/>
          <p:cNvSpPr>
            <a:spLocks noEditPoints="1" noChangeArrowheads="1"/>
          </p:cNvSpPr>
          <p:nvPr/>
        </p:nvSpPr>
        <p:spPr bwMode="auto">
          <a:xfrm>
            <a:off x="6156325" y="1106488"/>
            <a:ext cx="1809750" cy="1809750"/>
          </a:xfrm>
          <a:custGeom>
            <a:avLst/>
            <a:gdLst>
              <a:gd name="G0" fmla="+- 0 0 0"/>
              <a:gd name="G1" fmla="*/ 18900 1 3"/>
              <a:gd name="G2" fmla="*/ 18900 2 3"/>
              <a:gd name="G3" fmla="+- 18900 0 0"/>
              <a:gd name="T0" fmla="*/ 10800 w 21600"/>
              <a:gd name="T1" fmla="*/ 0 h 21600"/>
              <a:gd name="T2" fmla="*/ 6171 w 21600"/>
              <a:gd name="T3" fmla="*/ 6300 h 21600"/>
              <a:gd name="T4" fmla="*/ 3086 w 21600"/>
              <a:gd name="T5" fmla="*/ 12600 h 21600"/>
              <a:gd name="T6" fmla="*/ 0 w 21600"/>
              <a:gd name="T7" fmla="*/ 18900 h 21600"/>
              <a:gd name="T8" fmla="*/ 15429 w 21600"/>
              <a:gd name="T9" fmla="*/ 6300 h 21600"/>
              <a:gd name="T10" fmla="*/ 18514 w 21600"/>
              <a:gd name="T11" fmla="*/ 12600 h 21600"/>
              <a:gd name="T12" fmla="*/ 21600 w 21600"/>
              <a:gd name="T13" fmla="*/ 18900 h 21600"/>
              <a:gd name="T14" fmla="*/ 17694720 60000 65536"/>
              <a:gd name="T15" fmla="*/ 11796480 60000 65536"/>
              <a:gd name="T16" fmla="*/ 11796480 60000 65536"/>
              <a:gd name="T17" fmla="*/ 11796480 60000 65536"/>
              <a:gd name="T18" fmla="*/ 0 60000 65536"/>
              <a:gd name="T19" fmla="*/ 0 60000 65536"/>
              <a:gd name="T20" fmla="*/ 0 60000 65536"/>
              <a:gd name="T21" fmla="*/ 761 w 21600"/>
              <a:gd name="T22" fmla="*/ 22454 h 21600"/>
              <a:gd name="T23" fmla="*/ 21069 w 21600"/>
              <a:gd name="T24" fmla="*/ 28282 h 216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00" h="21600">
                <a:moveTo>
                  <a:pt x="0" y="18900"/>
                </a:moveTo>
                <a:lnTo>
                  <a:pt x="9257" y="18900"/>
                </a:lnTo>
                <a:lnTo>
                  <a:pt x="9257" y="21600"/>
                </a:lnTo>
                <a:lnTo>
                  <a:pt x="12343" y="21600"/>
                </a:lnTo>
                <a:lnTo>
                  <a:pt x="12343" y="18900"/>
                </a:lnTo>
                <a:lnTo>
                  <a:pt x="21600" y="18900"/>
                </a:lnTo>
                <a:lnTo>
                  <a:pt x="12343" y="12600"/>
                </a:lnTo>
                <a:lnTo>
                  <a:pt x="18514" y="12600"/>
                </a:lnTo>
                <a:lnTo>
                  <a:pt x="12343" y="6300"/>
                </a:lnTo>
                <a:lnTo>
                  <a:pt x="15429" y="6300"/>
                </a:lnTo>
                <a:lnTo>
                  <a:pt x="10800" y="0"/>
                </a:lnTo>
                <a:lnTo>
                  <a:pt x="6171" y="6300"/>
                </a:lnTo>
                <a:lnTo>
                  <a:pt x="9257" y="6300"/>
                </a:lnTo>
                <a:lnTo>
                  <a:pt x="3086" y="12600"/>
                </a:lnTo>
                <a:lnTo>
                  <a:pt x="9257" y="12600"/>
                </a:lnTo>
                <a:close/>
              </a:path>
            </a:pathLst>
          </a:custGeom>
          <a:solidFill>
            <a:srgbClr val="0080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ru-RU"/>
          </a:p>
        </p:txBody>
      </p:sp>
      <p:grpSp>
        <p:nvGrpSpPr>
          <p:cNvPr id="3244" name="Group 172"/>
          <p:cNvGrpSpPr>
            <a:grpSpLocks/>
          </p:cNvGrpSpPr>
          <p:nvPr/>
        </p:nvGrpSpPr>
        <p:grpSpPr bwMode="auto">
          <a:xfrm rot="-707281">
            <a:off x="250825" y="404813"/>
            <a:ext cx="1816100" cy="1639887"/>
            <a:chOff x="931" y="2676"/>
            <a:chExt cx="1144" cy="1033"/>
          </a:xfrm>
        </p:grpSpPr>
        <p:sp>
          <p:nvSpPr>
            <p:cNvPr id="3166" name="Freeform 94"/>
            <p:cNvSpPr>
              <a:spLocks/>
            </p:cNvSpPr>
            <p:nvPr/>
          </p:nvSpPr>
          <p:spPr bwMode="auto">
            <a:xfrm>
              <a:off x="946" y="2701"/>
              <a:ext cx="859" cy="997"/>
            </a:xfrm>
            <a:custGeom>
              <a:avLst/>
              <a:gdLst/>
              <a:ahLst/>
              <a:cxnLst>
                <a:cxn ang="0">
                  <a:pos x="183" y="1248"/>
                </a:cxn>
                <a:cxn ang="0">
                  <a:pos x="88" y="1328"/>
                </a:cxn>
                <a:cxn ang="0">
                  <a:pos x="8" y="1293"/>
                </a:cxn>
                <a:cxn ang="0">
                  <a:pos x="0" y="1309"/>
                </a:cxn>
                <a:cxn ang="0">
                  <a:pos x="19" y="1426"/>
                </a:cxn>
                <a:cxn ang="0">
                  <a:pos x="103" y="1550"/>
                </a:cxn>
                <a:cxn ang="0">
                  <a:pos x="282" y="1584"/>
                </a:cxn>
                <a:cxn ang="0">
                  <a:pos x="384" y="1677"/>
                </a:cxn>
                <a:cxn ang="0">
                  <a:pos x="503" y="1770"/>
                </a:cxn>
                <a:cxn ang="0">
                  <a:pos x="547" y="1830"/>
                </a:cxn>
                <a:cxn ang="0">
                  <a:pos x="591" y="1876"/>
                </a:cxn>
                <a:cxn ang="0">
                  <a:pos x="713" y="1896"/>
                </a:cxn>
                <a:cxn ang="0">
                  <a:pos x="782" y="1836"/>
                </a:cxn>
                <a:cxn ang="0">
                  <a:pos x="726" y="1774"/>
                </a:cxn>
                <a:cxn ang="0">
                  <a:pos x="740" y="1716"/>
                </a:cxn>
                <a:cxn ang="0">
                  <a:pos x="817" y="1707"/>
                </a:cxn>
                <a:cxn ang="0">
                  <a:pos x="882" y="1823"/>
                </a:cxn>
                <a:cxn ang="0">
                  <a:pos x="969" y="1966"/>
                </a:cxn>
                <a:cxn ang="0">
                  <a:pos x="1029" y="1991"/>
                </a:cxn>
                <a:cxn ang="0">
                  <a:pos x="1091" y="1995"/>
                </a:cxn>
                <a:cxn ang="0">
                  <a:pos x="1147" y="1988"/>
                </a:cxn>
                <a:cxn ang="0">
                  <a:pos x="1201" y="1952"/>
                </a:cxn>
                <a:cxn ang="0">
                  <a:pos x="1158" y="1880"/>
                </a:cxn>
                <a:cxn ang="0">
                  <a:pos x="1125" y="1836"/>
                </a:cxn>
                <a:cxn ang="0">
                  <a:pos x="1196" y="1854"/>
                </a:cxn>
                <a:cxn ang="0">
                  <a:pos x="1283" y="1847"/>
                </a:cxn>
                <a:cxn ang="0">
                  <a:pos x="1358" y="1831"/>
                </a:cxn>
                <a:cxn ang="0">
                  <a:pos x="1419" y="1849"/>
                </a:cxn>
                <a:cxn ang="0">
                  <a:pos x="1462" y="1921"/>
                </a:cxn>
                <a:cxn ang="0">
                  <a:pos x="1581" y="1898"/>
                </a:cxn>
                <a:cxn ang="0">
                  <a:pos x="1564" y="1822"/>
                </a:cxn>
                <a:cxn ang="0">
                  <a:pos x="1496" y="1791"/>
                </a:cxn>
                <a:cxn ang="0">
                  <a:pos x="1540" y="1709"/>
                </a:cxn>
                <a:cxn ang="0">
                  <a:pos x="1555" y="1624"/>
                </a:cxn>
                <a:cxn ang="0">
                  <a:pos x="1618" y="1631"/>
                </a:cxn>
                <a:cxn ang="0">
                  <a:pos x="1645" y="1581"/>
                </a:cxn>
                <a:cxn ang="0">
                  <a:pos x="1581" y="1536"/>
                </a:cxn>
                <a:cxn ang="0">
                  <a:pos x="1648" y="1504"/>
                </a:cxn>
                <a:cxn ang="0">
                  <a:pos x="1719" y="1255"/>
                </a:cxn>
                <a:cxn ang="0">
                  <a:pos x="1701" y="1085"/>
                </a:cxn>
                <a:cxn ang="0">
                  <a:pos x="1607" y="949"/>
                </a:cxn>
                <a:cxn ang="0">
                  <a:pos x="1493" y="849"/>
                </a:cxn>
                <a:cxn ang="0">
                  <a:pos x="1512" y="716"/>
                </a:cxn>
                <a:cxn ang="0">
                  <a:pos x="1542" y="485"/>
                </a:cxn>
                <a:cxn ang="0">
                  <a:pos x="1466" y="75"/>
                </a:cxn>
                <a:cxn ang="0">
                  <a:pos x="1344" y="83"/>
                </a:cxn>
                <a:cxn ang="0">
                  <a:pos x="1276" y="360"/>
                </a:cxn>
                <a:cxn ang="0">
                  <a:pos x="1319" y="700"/>
                </a:cxn>
                <a:cxn ang="0">
                  <a:pos x="1290" y="746"/>
                </a:cxn>
                <a:cxn ang="0">
                  <a:pos x="1169" y="672"/>
                </a:cxn>
                <a:cxn ang="0">
                  <a:pos x="1109" y="568"/>
                </a:cxn>
                <a:cxn ang="0">
                  <a:pos x="1026" y="414"/>
                </a:cxn>
                <a:cxn ang="0">
                  <a:pos x="931" y="280"/>
                </a:cxn>
                <a:cxn ang="0">
                  <a:pos x="826" y="208"/>
                </a:cxn>
                <a:cxn ang="0">
                  <a:pos x="729" y="176"/>
                </a:cxn>
                <a:cxn ang="0">
                  <a:pos x="675" y="195"/>
                </a:cxn>
                <a:cxn ang="0">
                  <a:pos x="722" y="378"/>
                </a:cxn>
                <a:cxn ang="0">
                  <a:pos x="813" y="618"/>
                </a:cxn>
                <a:cxn ang="0">
                  <a:pos x="692" y="640"/>
                </a:cxn>
                <a:cxn ang="0">
                  <a:pos x="442" y="770"/>
                </a:cxn>
                <a:cxn ang="0">
                  <a:pos x="230" y="1102"/>
                </a:cxn>
              </a:cxnLst>
              <a:rect l="0" t="0" r="r" b="b"/>
              <a:pathLst>
                <a:path w="1719" h="1995">
                  <a:moveTo>
                    <a:pt x="207" y="1201"/>
                  </a:moveTo>
                  <a:lnTo>
                    <a:pt x="206" y="1204"/>
                  </a:lnTo>
                  <a:lnTo>
                    <a:pt x="202" y="1215"/>
                  </a:lnTo>
                  <a:lnTo>
                    <a:pt x="194" y="1230"/>
                  </a:lnTo>
                  <a:lnTo>
                    <a:pt x="183" y="1248"/>
                  </a:lnTo>
                  <a:lnTo>
                    <a:pt x="169" y="1268"/>
                  </a:lnTo>
                  <a:lnTo>
                    <a:pt x="153" y="1287"/>
                  </a:lnTo>
                  <a:lnTo>
                    <a:pt x="134" y="1306"/>
                  </a:lnTo>
                  <a:lnTo>
                    <a:pt x="111" y="1320"/>
                  </a:lnTo>
                  <a:lnTo>
                    <a:pt x="88" y="1328"/>
                  </a:lnTo>
                  <a:lnTo>
                    <a:pt x="66" y="1328"/>
                  </a:lnTo>
                  <a:lnTo>
                    <a:pt x="47" y="1322"/>
                  </a:lnTo>
                  <a:lnTo>
                    <a:pt x="31" y="1313"/>
                  </a:lnTo>
                  <a:lnTo>
                    <a:pt x="19" y="1304"/>
                  </a:lnTo>
                  <a:lnTo>
                    <a:pt x="8" y="1293"/>
                  </a:lnTo>
                  <a:lnTo>
                    <a:pt x="2" y="1286"/>
                  </a:lnTo>
                  <a:lnTo>
                    <a:pt x="0" y="1283"/>
                  </a:lnTo>
                  <a:lnTo>
                    <a:pt x="0" y="1286"/>
                  </a:lnTo>
                  <a:lnTo>
                    <a:pt x="0" y="1294"/>
                  </a:lnTo>
                  <a:lnTo>
                    <a:pt x="0" y="1309"/>
                  </a:lnTo>
                  <a:lnTo>
                    <a:pt x="1" y="1327"/>
                  </a:lnTo>
                  <a:lnTo>
                    <a:pt x="2" y="1348"/>
                  </a:lnTo>
                  <a:lnTo>
                    <a:pt x="6" y="1373"/>
                  </a:lnTo>
                  <a:lnTo>
                    <a:pt x="12" y="1399"/>
                  </a:lnTo>
                  <a:lnTo>
                    <a:pt x="19" y="1426"/>
                  </a:lnTo>
                  <a:lnTo>
                    <a:pt x="29" y="1453"/>
                  </a:lnTo>
                  <a:lnTo>
                    <a:pt x="42" y="1480"/>
                  </a:lnTo>
                  <a:lnTo>
                    <a:pt x="59" y="1505"/>
                  </a:lnTo>
                  <a:lnTo>
                    <a:pt x="78" y="1529"/>
                  </a:lnTo>
                  <a:lnTo>
                    <a:pt x="103" y="1550"/>
                  </a:lnTo>
                  <a:lnTo>
                    <a:pt x="131" y="1567"/>
                  </a:lnTo>
                  <a:lnTo>
                    <a:pt x="165" y="1580"/>
                  </a:lnTo>
                  <a:lnTo>
                    <a:pt x="203" y="1587"/>
                  </a:lnTo>
                  <a:lnTo>
                    <a:pt x="279" y="1580"/>
                  </a:lnTo>
                  <a:lnTo>
                    <a:pt x="282" y="1584"/>
                  </a:lnTo>
                  <a:lnTo>
                    <a:pt x="291" y="1594"/>
                  </a:lnTo>
                  <a:lnTo>
                    <a:pt x="306" y="1609"/>
                  </a:lnTo>
                  <a:lnTo>
                    <a:pt x="327" y="1628"/>
                  </a:lnTo>
                  <a:lnTo>
                    <a:pt x="353" y="1652"/>
                  </a:lnTo>
                  <a:lnTo>
                    <a:pt x="384" y="1677"/>
                  </a:lnTo>
                  <a:lnTo>
                    <a:pt x="418" y="1703"/>
                  </a:lnTo>
                  <a:lnTo>
                    <a:pt x="456" y="1730"/>
                  </a:lnTo>
                  <a:lnTo>
                    <a:pt x="475" y="1744"/>
                  </a:lnTo>
                  <a:lnTo>
                    <a:pt x="491" y="1756"/>
                  </a:lnTo>
                  <a:lnTo>
                    <a:pt x="503" y="1770"/>
                  </a:lnTo>
                  <a:lnTo>
                    <a:pt x="515" y="1783"/>
                  </a:lnTo>
                  <a:lnTo>
                    <a:pt x="524" y="1796"/>
                  </a:lnTo>
                  <a:lnTo>
                    <a:pt x="532" y="1807"/>
                  </a:lnTo>
                  <a:lnTo>
                    <a:pt x="539" y="1820"/>
                  </a:lnTo>
                  <a:lnTo>
                    <a:pt x="547" y="1830"/>
                  </a:lnTo>
                  <a:lnTo>
                    <a:pt x="554" y="1842"/>
                  </a:lnTo>
                  <a:lnTo>
                    <a:pt x="561" y="1851"/>
                  </a:lnTo>
                  <a:lnTo>
                    <a:pt x="570" y="1860"/>
                  </a:lnTo>
                  <a:lnTo>
                    <a:pt x="579" y="1869"/>
                  </a:lnTo>
                  <a:lnTo>
                    <a:pt x="591" y="1876"/>
                  </a:lnTo>
                  <a:lnTo>
                    <a:pt x="605" y="1883"/>
                  </a:lnTo>
                  <a:lnTo>
                    <a:pt x="621" y="1888"/>
                  </a:lnTo>
                  <a:lnTo>
                    <a:pt x="640" y="1892"/>
                  </a:lnTo>
                  <a:lnTo>
                    <a:pt x="680" y="1897"/>
                  </a:lnTo>
                  <a:lnTo>
                    <a:pt x="713" y="1896"/>
                  </a:lnTo>
                  <a:lnTo>
                    <a:pt x="741" y="1890"/>
                  </a:lnTo>
                  <a:lnTo>
                    <a:pt x="761" y="1881"/>
                  </a:lnTo>
                  <a:lnTo>
                    <a:pt x="776" y="1868"/>
                  </a:lnTo>
                  <a:lnTo>
                    <a:pt x="783" y="1853"/>
                  </a:lnTo>
                  <a:lnTo>
                    <a:pt x="782" y="1836"/>
                  </a:lnTo>
                  <a:lnTo>
                    <a:pt x="774" y="1819"/>
                  </a:lnTo>
                  <a:lnTo>
                    <a:pt x="761" y="1804"/>
                  </a:lnTo>
                  <a:lnTo>
                    <a:pt x="748" y="1791"/>
                  </a:lnTo>
                  <a:lnTo>
                    <a:pt x="736" y="1782"/>
                  </a:lnTo>
                  <a:lnTo>
                    <a:pt x="726" y="1774"/>
                  </a:lnTo>
                  <a:lnTo>
                    <a:pt x="719" y="1766"/>
                  </a:lnTo>
                  <a:lnTo>
                    <a:pt x="715" y="1755"/>
                  </a:lnTo>
                  <a:lnTo>
                    <a:pt x="718" y="1745"/>
                  </a:lnTo>
                  <a:lnTo>
                    <a:pt x="727" y="1730"/>
                  </a:lnTo>
                  <a:lnTo>
                    <a:pt x="740" y="1716"/>
                  </a:lnTo>
                  <a:lnTo>
                    <a:pt x="754" y="1706"/>
                  </a:lnTo>
                  <a:lnTo>
                    <a:pt x="769" y="1699"/>
                  </a:lnTo>
                  <a:lnTo>
                    <a:pt x="786" y="1696"/>
                  </a:lnTo>
                  <a:lnTo>
                    <a:pt x="802" y="1699"/>
                  </a:lnTo>
                  <a:lnTo>
                    <a:pt x="817" y="1707"/>
                  </a:lnTo>
                  <a:lnTo>
                    <a:pt x="832" y="1720"/>
                  </a:lnTo>
                  <a:lnTo>
                    <a:pt x="844" y="1738"/>
                  </a:lnTo>
                  <a:lnTo>
                    <a:pt x="857" y="1762"/>
                  </a:lnTo>
                  <a:lnTo>
                    <a:pt x="870" y="1791"/>
                  </a:lnTo>
                  <a:lnTo>
                    <a:pt x="882" y="1823"/>
                  </a:lnTo>
                  <a:lnTo>
                    <a:pt x="897" y="1857"/>
                  </a:lnTo>
                  <a:lnTo>
                    <a:pt x="912" y="1890"/>
                  </a:lnTo>
                  <a:lnTo>
                    <a:pt x="930" y="1920"/>
                  </a:lnTo>
                  <a:lnTo>
                    <a:pt x="948" y="1947"/>
                  </a:lnTo>
                  <a:lnTo>
                    <a:pt x="969" y="1966"/>
                  </a:lnTo>
                  <a:lnTo>
                    <a:pt x="980" y="1974"/>
                  </a:lnTo>
                  <a:lnTo>
                    <a:pt x="992" y="1980"/>
                  </a:lnTo>
                  <a:lnTo>
                    <a:pt x="1004" y="1986"/>
                  </a:lnTo>
                  <a:lnTo>
                    <a:pt x="1016" y="1989"/>
                  </a:lnTo>
                  <a:lnTo>
                    <a:pt x="1029" y="1991"/>
                  </a:lnTo>
                  <a:lnTo>
                    <a:pt x="1041" y="1994"/>
                  </a:lnTo>
                  <a:lnTo>
                    <a:pt x="1053" y="1995"/>
                  </a:lnTo>
                  <a:lnTo>
                    <a:pt x="1065" y="1995"/>
                  </a:lnTo>
                  <a:lnTo>
                    <a:pt x="1078" y="1995"/>
                  </a:lnTo>
                  <a:lnTo>
                    <a:pt x="1091" y="1995"/>
                  </a:lnTo>
                  <a:lnTo>
                    <a:pt x="1102" y="1994"/>
                  </a:lnTo>
                  <a:lnTo>
                    <a:pt x="1114" y="1993"/>
                  </a:lnTo>
                  <a:lnTo>
                    <a:pt x="1125" y="1991"/>
                  </a:lnTo>
                  <a:lnTo>
                    <a:pt x="1137" y="1989"/>
                  </a:lnTo>
                  <a:lnTo>
                    <a:pt x="1147" y="1988"/>
                  </a:lnTo>
                  <a:lnTo>
                    <a:pt x="1158" y="1987"/>
                  </a:lnTo>
                  <a:lnTo>
                    <a:pt x="1179" y="1982"/>
                  </a:lnTo>
                  <a:lnTo>
                    <a:pt x="1193" y="1974"/>
                  </a:lnTo>
                  <a:lnTo>
                    <a:pt x="1200" y="1965"/>
                  </a:lnTo>
                  <a:lnTo>
                    <a:pt x="1201" y="1952"/>
                  </a:lnTo>
                  <a:lnTo>
                    <a:pt x="1198" y="1938"/>
                  </a:lnTo>
                  <a:lnTo>
                    <a:pt x="1191" y="1924"/>
                  </a:lnTo>
                  <a:lnTo>
                    <a:pt x="1181" y="1909"/>
                  </a:lnTo>
                  <a:lnTo>
                    <a:pt x="1170" y="1894"/>
                  </a:lnTo>
                  <a:lnTo>
                    <a:pt x="1158" y="1880"/>
                  </a:lnTo>
                  <a:lnTo>
                    <a:pt x="1146" y="1866"/>
                  </a:lnTo>
                  <a:lnTo>
                    <a:pt x="1137" y="1854"/>
                  </a:lnTo>
                  <a:lnTo>
                    <a:pt x="1129" y="1845"/>
                  </a:lnTo>
                  <a:lnTo>
                    <a:pt x="1125" y="1839"/>
                  </a:lnTo>
                  <a:lnTo>
                    <a:pt x="1125" y="1836"/>
                  </a:lnTo>
                  <a:lnTo>
                    <a:pt x="1132" y="1837"/>
                  </a:lnTo>
                  <a:lnTo>
                    <a:pt x="1145" y="1842"/>
                  </a:lnTo>
                  <a:lnTo>
                    <a:pt x="1161" y="1847"/>
                  </a:lnTo>
                  <a:lnTo>
                    <a:pt x="1178" y="1852"/>
                  </a:lnTo>
                  <a:lnTo>
                    <a:pt x="1196" y="1854"/>
                  </a:lnTo>
                  <a:lnTo>
                    <a:pt x="1213" y="1856"/>
                  </a:lnTo>
                  <a:lnTo>
                    <a:pt x="1231" y="1854"/>
                  </a:lnTo>
                  <a:lnTo>
                    <a:pt x="1249" y="1853"/>
                  </a:lnTo>
                  <a:lnTo>
                    <a:pt x="1266" y="1851"/>
                  </a:lnTo>
                  <a:lnTo>
                    <a:pt x="1283" y="1847"/>
                  </a:lnTo>
                  <a:lnTo>
                    <a:pt x="1299" y="1844"/>
                  </a:lnTo>
                  <a:lnTo>
                    <a:pt x="1315" y="1841"/>
                  </a:lnTo>
                  <a:lnTo>
                    <a:pt x="1330" y="1837"/>
                  </a:lnTo>
                  <a:lnTo>
                    <a:pt x="1345" y="1834"/>
                  </a:lnTo>
                  <a:lnTo>
                    <a:pt x="1358" y="1831"/>
                  </a:lnTo>
                  <a:lnTo>
                    <a:pt x="1371" y="1830"/>
                  </a:lnTo>
                  <a:lnTo>
                    <a:pt x="1382" y="1829"/>
                  </a:lnTo>
                  <a:lnTo>
                    <a:pt x="1393" y="1830"/>
                  </a:lnTo>
                  <a:lnTo>
                    <a:pt x="1409" y="1837"/>
                  </a:lnTo>
                  <a:lnTo>
                    <a:pt x="1419" y="1849"/>
                  </a:lnTo>
                  <a:lnTo>
                    <a:pt x="1427" y="1865"/>
                  </a:lnTo>
                  <a:lnTo>
                    <a:pt x="1434" y="1881"/>
                  </a:lnTo>
                  <a:lnTo>
                    <a:pt x="1441" y="1897"/>
                  </a:lnTo>
                  <a:lnTo>
                    <a:pt x="1449" y="1912"/>
                  </a:lnTo>
                  <a:lnTo>
                    <a:pt x="1462" y="1921"/>
                  </a:lnTo>
                  <a:lnTo>
                    <a:pt x="1480" y="1926"/>
                  </a:lnTo>
                  <a:lnTo>
                    <a:pt x="1520" y="1925"/>
                  </a:lnTo>
                  <a:lnTo>
                    <a:pt x="1549" y="1920"/>
                  </a:lnTo>
                  <a:lnTo>
                    <a:pt x="1570" y="1911"/>
                  </a:lnTo>
                  <a:lnTo>
                    <a:pt x="1581" y="1898"/>
                  </a:lnTo>
                  <a:lnTo>
                    <a:pt x="1587" y="1884"/>
                  </a:lnTo>
                  <a:lnTo>
                    <a:pt x="1587" y="1868"/>
                  </a:lnTo>
                  <a:lnTo>
                    <a:pt x="1583" y="1851"/>
                  </a:lnTo>
                  <a:lnTo>
                    <a:pt x="1575" y="1832"/>
                  </a:lnTo>
                  <a:lnTo>
                    <a:pt x="1564" y="1822"/>
                  </a:lnTo>
                  <a:lnTo>
                    <a:pt x="1550" y="1814"/>
                  </a:lnTo>
                  <a:lnTo>
                    <a:pt x="1533" y="1809"/>
                  </a:lnTo>
                  <a:lnTo>
                    <a:pt x="1517" y="1805"/>
                  </a:lnTo>
                  <a:lnTo>
                    <a:pt x="1504" y="1799"/>
                  </a:lnTo>
                  <a:lnTo>
                    <a:pt x="1496" y="1791"/>
                  </a:lnTo>
                  <a:lnTo>
                    <a:pt x="1495" y="1778"/>
                  </a:lnTo>
                  <a:lnTo>
                    <a:pt x="1504" y="1759"/>
                  </a:lnTo>
                  <a:lnTo>
                    <a:pt x="1518" y="1738"/>
                  </a:lnTo>
                  <a:lnTo>
                    <a:pt x="1531" y="1723"/>
                  </a:lnTo>
                  <a:lnTo>
                    <a:pt x="1540" y="1709"/>
                  </a:lnTo>
                  <a:lnTo>
                    <a:pt x="1548" y="1696"/>
                  </a:lnTo>
                  <a:lnTo>
                    <a:pt x="1553" y="1684"/>
                  </a:lnTo>
                  <a:lnTo>
                    <a:pt x="1556" y="1669"/>
                  </a:lnTo>
                  <a:lnTo>
                    <a:pt x="1556" y="1649"/>
                  </a:lnTo>
                  <a:lnTo>
                    <a:pt x="1555" y="1624"/>
                  </a:lnTo>
                  <a:lnTo>
                    <a:pt x="1557" y="1604"/>
                  </a:lnTo>
                  <a:lnTo>
                    <a:pt x="1566" y="1601"/>
                  </a:lnTo>
                  <a:lnTo>
                    <a:pt x="1581" y="1607"/>
                  </a:lnTo>
                  <a:lnTo>
                    <a:pt x="1600" y="1618"/>
                  </a:lnTo>
                  <a:lnTo>
                    <a:pt x="1618" y="1631"/>
                  </a:lnTo>
                  <a:lnTo>
                    <a:pt x="1634" y="1639"/>
                  </a:lnTo>
                  <a:lnTo>
                    <a:pt x="1647" y="1637"/>
                  </a:lnTo>
                  <a:lnTo>
                    <a:pt x="1654" y="1622"/>
                  </a:lnTo>
                  <a:lnTo>
                    <a:pt x="1653" y="1600"/>
                  </a:lnTo>
                  <a:lnTo>
                    <a:pt x="1645" y="1581"/>
                  </a:lnTo>
                  <a:lnTo>
                    <a:pt x="1633" y="1566"/>
                  </a:lnTo>
                  <a:lnTo>
                    <a:pt x="1618" y="1555"/>
                  </a:lnTo>
                  <a:lnTo>
                    <a:pt x="1603" y="1546"/>
                  </a:lnTo>
                  <a:lnTo>
                    <a:pt x="1591" y="1540"/>
                  </a:lnTo>
                  <a:lnTo>
                    <a:pt x="1581" y="1536"/>
                  </a:lnTo>
                  <a:lnTo>
                    <a:pt x="1578" y="1535"/>
                  </a:lnTo>
                  <a:lnTo>
                    <a:pt x="1584" y="1535"/>
                  </a:lnTo>
                  <a:lnTo>
                    <a:pt x="1600" y="1531"/>
                  </a:lnTo>
                  <a:lnTo>
                    <a:pt x="1623" y="1522"/>
                  </a:lnTo>
                  <a:lnTo>
                    <a:pt x="1648" y="1504"/>
                  </a:lnTo>
                  <a:lnTo>
                    <a:pt x="1674" y="1476"/>
                  </a:lnTo>
                  <a:lnTo>
                    <a:pt x="1697" y="1434"/>
                  </a:lnTo>
                  <a:lnTo>
                    <a:pt x="1713" y="1375"/>
                  </a:lnTo>
                  <a:lnTo>
                    <a:pt x="1719" y="1298"/>
                  </a:lnTo>
                  <a:lnTo>
                    <a:pt x="1719" y="1255"/>
                  </a:lnTo>
                  <a:lnTo>
                    <a:pt x="1719" y="1216"/>
                  </a:lnTo>
                  <a:lnTo>
                    <a:pt x="1717" y="1179"/>
                  </a:lnTo>
                  <a:lnTo>
                    <a:pt x="1715" y="1146"/>
                  </a:lnTo>
                  <a:lnTo>
                    <a:pt x="1709" y="1115"/>
                  </a:lnTo>
                  <a:lnTo>
                    <a:pt x="1701" y="1085"/>
                  </a:lnTo>
                  <a:lnTo>
                    <a:pt x="1691" y="1056"/>
                  </a:lnTo>
                  <a:lnTo>
                    <a:pt x="1676" y="1028"/>
                  </a:lnTo>
                  <a:lnTo>
                    <a:pt x="1656" y="1000"/>
                  </a:lnTo>
                  <a:lnTo>
                    <a:pt x="1633" y="974"/>
                  </a:lnTo>
                  <a:lnTo>
                    <a:pt x="1607" y="949"/>
                  </a:lnTo>
                  <a:lnTo>
                    <a:pt x="1580" y="924"/>
                  </a:lnTo>
                  <a:lnTo>
                    <a:pt x="1554" y="902"/>
                  </a:lnTo>
                  <a:lnTo>
                    <a:pt x="1530" y="882"/>
                  </a:lnTo>
                  <a:lnTo>
                    <a:pt x="1509" y="864"/>
                  </a:lnTo>
                  <a:lnTo>
                    <a:pt x="1493" y="849"/>
                  </a:lnTo>
                  <a:lnTo>
                    <a:pt x="1485" y="832"/>
                  </a:lnTo>
                  <a:lnTo>
                    <a:pt x="1485" y="809"/>
                  </a:lnTo>
                  <a:lnTo>
                    <a:pt x="1490" y="781"/>
                  </a:lnTo>
                  <a:lnTo>
                    <a:pt x="1500" y="750"/>
                  </a:lnTo>
                  <a:lnTo>
                    <a:pt x="1512" y="716"/>
                  </a:lnTo>
                  <a:lnTo>
                    <a:pt x="1525" y="679"/>
                  </a:lnTo>
                  <a:lnTo>
                    <a:pt x="1537" y="641"/>
                  </a:lnTo>
                  <a:lnTo>
                    <a:pt x="1545" y="603"/>
                  </a:lnTo>
                  <a:lnTo>
                    <a:pt x="1547" y="553"/>
                  </a:lnTo>
                  <a:lnTo>
                    <a:pt x="1542" y="485"/>
                  </a:lnTo>
                  <a:lnTo>
                    <a:pt x="1533" y="403"/>
                  </a:lnTo>
                  <a:lnTo>
                    <a:pt x="1519" y="316"/>
                  </a:lnTo>
                  <a:lnTo>
                    <a:pt x="1502" y="228"/>
                  </a:lnTo>
                  <a:lnTo>
                    <a:pt x="1485" y="145"/>
                  </a:lnTo>
                  <a:lnTo>
                    <a:pt x="1466" y="75"/>
                  </a:lnTo>
                  <a:lnTo>
                    <a:pt x="1449" y="23"/>
                  </a:lnTo>
                  <a:lnTo>
                    <a:pt x="1428" y="0"/>
                  </a:lnTo>
                  <a:lnTo>
                    <a:pt x="1403" y="6"/>
                  </a:lnTo>
                  <a:lnTo>
                    <a:pt x="1374" y="36"/>
                  </a:lnTo>
                  <a:lnTo>
                    <a:pt x="1344" y="83"/>
                  </a:lnTo>
                  <a:lnTo>
                    <a:pt x="1317" y="141"/>
                  </a:lnTo>
                  <a:lnTo>
                    <a:pt x="1295" y="203"/>
                  </a:lnTo>
                  <a:lnTo>
                    <a:pt x="1279" y="264"/>
                  </a:lnTo>
                  <a:lnTo>
                    <a:pt x="1274" y="317"/>
                  </a:lnTo>
                  <a:lnTo>
                    <a:pt x="1276" y="360"/>
                  </a:lnTo>
                  <a:lnTo>
                    <a:pt x="1283" y="420"/>
                  </a:lnTo>
                  <a:lnTo>
                    <a:pt x="1291" y="492"/>
                  </a:lnTo>
                  <a:lnTo>
                    <a:pt x="1300" y="567"/>
                  </a:lnTo>
                  <a:lnTo>
                    <a:pt x="1311" y="640"/>
                  </a:lnTo>
                  <a:lnTo>
                    <a:pt x="1319" y="700"/>
                  </a:lnTo>
                  <a:lnTo>
                    <a:pt x="1325" y="741"/>
                  </a:lnTo>
                  <a:lnTo>
                    <a:pt x="1327" y="757"/>
                  </a:lnTo>
                  <a:lnTo>
                    <a:pt x="1322" y="756"/>
                  </a:lnTo>
                  <a:lnTo>
                    <a:pt x="1310" y="751"/>
                  </a:lnTo>
                  <a:lnTo>
                    <a:pt x="1290" y="746"/>
                  </a:lnTo>
                  <a:lnTo>
                    <a:pt x="1266" y="737"/>
                  </a:lnTo>
                  <a:lnTo>
                    <a:pt x="1241" y="724"/>
                  </a:lnTo>
                  <a:lnTo>
                    <a:pt x="1214" y="710"/>
                  </a:lnTo>
                  <a:lnTo>
                    <a:pt x="1190" y="693"/>
                  </a:lnTo>
                  <a:lnTo>
                    <a:pt x="1169" y="672"/>
                  </a:lnTo>
                  <a:lnTo>
                    <a:pt x="1160" y="659"/>
                  </a:lnTo>
                  <a:lnTo>
                    <a:pt x="1148" y="641"/>
                  </a:lnTo>
                  <a:lnTo>
                    <a:pt x="1137" y="620"/>
                  </a:lnTo>
                  <a:lnTo>
                    <a:pt x="1123" y="596"/>
                  </a:lnTo>
                  <a:lnTo>
                    <a:pt x="1109" y="568"/>
                  </a:lnTo>
                  <a:lnTo>
                    <a:pt x="1094" y="539"/>
                  </a:lnTo>
                  <a:lnTo>
                    <a:pt x="1078" y="509"/>
                  </a:lnTo>
                  <a:lnTo>
                    <a:pt x="1062" y="477"/>
                  </a:lnTo>
                  <a:lnTo>
                    <a:pt x="1045" y="446"/>
                  </a:lnTo>
                  <a:lnTo>
                    <a:pt x="1026" y="414"/>
                  </a:lnTo>
                  <a:lnTo>
                    <a:pt x="1008" y="384"/>
                  </a:lnTo>
                  <a:lnTo>
                    <a:pt x="989" y="354"/>
                  </a:lnTo>
                  <a:lnTo>
                    <a:pt x="970" y="326"/>
                  </a:lnTo>
                  <a:lnTo>
                    <a:pt x="950" y="302"/>
                  </a:lnTo>
                  <a:lnTo>
                    <a:pt x="931" y="280"/>
                  </a:lnTo>
                  <a:lnTo>
                    <a:pt x="910" y="262"/>
                  </a:lnTo>
                  <a:lnTo>
                    <a:pt x="889" y="246"/>
                  </a:lnTo>
                  <a:lnTo>
                    <a:pt x="869" y="232"/>
                  </a:lnTo>
                  <a:lnTo>
                    <a:pt x="847" y="219"/>
                  </a:lnTo>
                  <a:lnTo>
                    <a:pt x="826" y="208"/>
                  </a:lnTo>
                  <a:lnTo>
                    <a:pt x="805" y="198"/>
                  </a:lnTo>
                  <a:lnTo>
                    <a:pt x="784" y="190"/>
                  </a:lnTo>
                  <a:lnTo>
                    <a:pt x="765" y="183"/>
                  </a:lnTo>
                  <a:lnTo>
                    <a:pt x="746" y="179"/>
                  </a:lnTo>
                  <a:lnTo>
                    <a:pt x="729" y="176"/>
                  </a:lnTo>
                  <a:lnTo>
                    <a:pt x="714" y="176"/>
                  </a:lnTo>
                  <a:lnTo>
                    <a:pt x="700" y="178"/>
                  </a:lnTo>
                  <a:lnTo>
                    <a:pt x="690" y="181"/>
                  </a:lnTo>
                  <a:lnTo>
                    <a:pt x="681" y="187"/>
                  </a:lnTo>
                  <a:lnTo>
                    <a:pt x="675" y="195"/>
                  </a:lnTo>
                  <a:lnTo>
                    <a:pt x="673" y="205"/>
                  </a:lnTo>
                  <a:lnTo>
                    <a:pt x="673" y="218"/>
                  </a:lnTo>
                  <a:lnTo>
                    <a:pt x="682" y="257"/>
                  </a:lnTo>
                  <a:lnTo>
                    <a:pt x="699" y="312"/>
                  </a:lnTo>
                  <a:lnTo>
                    <a:pt x="722" y="378"/>
                  </a:lnTo>
                  <a:lnTo>
                    <a:pt x="746" y="446"/>
                  </a:lnTo>
                  <a:lnTo>
                    <a:pt x="772" y="512"/>
                  </a:lnTo>
                  <a:lnTo>
                    <a:pt x="793" y="566"/>
                  </a:lnTo>
                  <a:lnTo>
                    <a:pt x="807" y="604"/>
                  </a:lnTo>
                  <a:lnTo>
                    <a:pt x="813" y="618"/>
                  </a:lnTo>
                  <a:lnTo>
                    <a:pt x="807" y="618"/>
                  </a:lnTo>
                  <a:lnTo>
                    <a:pt x="791" y="620"/>
                  </a:lnTo>
                  <a:lnTo>
                    <a:pt x="766" y="624"/>
                  </a:lnTo>
                  <a:lnTo>
                    <a:pt x="733" y="630"/>
                  </a:lnTo>
                  <a:lnTo>
                    <a:pt x="692" y="640"/>
                  </a:lnTo>
                  <a:lnTo>
                    <a:pt x="647" y="655"/>
                  </a:lnTo>
                  <a:lnTo>
                    <a:pt x="599" y="674"/>
                  </a:lnTo>
                  <a:lnTo>
                    <a:pt x="547" y="698"/>
                  </a:lnTo>
                  <a:lnTo>
                    <a:pt x="494" y="731"/>
                  </a:lnTo>
                  <a:lnTo>
                    <a:pt x="442" y="770"/>
                  </a:lnTo>
                  <a:lnTo>
                    <a:pt x="392" y="817"/>
                  </a:lnTo>
                  <a:lnTo>
                    <a:pt x="343" y="873"/>
                  </a:lnTo>
                  <a:lnTo>
                    <a:pt x="300" y="938"/>
                  </a:lnTo>
                  <a:lnTo>
                    <a:pt x="262" y="1014"/>
                  </a:lnTo>
                  <a:lnTo>
                    <a:pt x="230" y="1102"/>
                  </a:lnTo>
                  <a:lnTo>
                    <a:pt x="207" y="1201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67" name="Freeform 95"/>
            <p:cNvSpPr>
              <a:spLocks/>
            </p:cNvSpPr>
            <p:nvPr/>
          </p:nvSpPr>
          <p:spPr bwMode="auto">
            <a:xfrm>
              <a:off x="1559" y="3454"/>
              <a:ext cx="220" cy="143"/>
            </a:xfrm>
            <a:custGeom>
              <a:avLst/>
              <a:gdLst/>
              <a:ahLst/>
              <a:cxnLst>
                <a:cxn ang="0">
                  <a:pos x="197" y="23"/>
                </a:cxn>
                <a:cxn ang="0">
                  <a:pos x="183" y="19"/>
                </a:cxn>
                <a:cxn ang="0">
                  <a:pos x="158" y="14"/>
                </a:cxn>
                <a:cxn ang="0">
                  <a:pos x="125" y="11"/>
                </a:cxn>
                <a:cxn ang="0">
                  <a:pos x="90" y="12"/>
                </a:cxn>
                <a:cxn ang="0">
                  <a:pos x="56" y="18"/>
                </a:cxn>
                <a:cxn ang="0">
                  <a:pos x="27" y="33"/>
                </a:cxn>
                <a:cxn ang="0">
                  <a:pos x="8" y="59"/>
                </a:cxn>
                <a:cxn ang="0">
                  <a:pos x="0" y="113"/>
                </a:cxn>
                <a:cxn ang="0">
                  <a:pos x="8" y="162"/>
                </a:cxn>
                <a:cxn ang="0">
                  <a:pos x="29" y="186"/>
                </a:cxn>
                <a:cxn ang="0">
                  <a:pos x="55" y="193"/>
                </a:cxn>
                <a:cxn ang="0">
                  <a:pos x="79" y="193"/>
                </a:cxn>
                <a:cxn ang="0">
                  <a:pos x="86" y="202"/>
                </a:cxn>
                <a:cxn ang="0">
                  <a:pos x="80" y="216"/>
                </a:cxn>
                <a:cxn ang="0">
                  <a:pos x="70" y="227"/>
                </a:cxn>
                <a:cxn ang="0">
                  <a:pos x="63" y="233"/>
                </a:cxn>
                <a:cxn ang="0">
                  <a:pos x="57" y="241"/>
                </a:cxn>
                <a:cxn ang="0">
                  <a:pos x="58" y="250"/>
                </a:cxn>
                <a:cxn ang="0">
                  <a:pos x="71" y="264"/>
                </a:cxn>
                <a:cxn ang="0">
                  <a:pos x="99" y="278"/>
                </a:cxn>
                <a:cxn ang="0">
                  <a:pos x="125" y="285"/>
                </a:cxn>
                <a:cxn ang="0">
                  <a:pos x="145" y="283"/>
                </a:cxn>
                <a:cxn ang="0">
                  <a:pos x="155" y="268"/>
                </a:cxn>
                <a:cxn ang="0">
                  <a:pos x="155" y="235"/>
                </a:cxn>
                <a:cxn ang="0">
                  <a:pos x="159" y="190"/>
                </a:cxn>
                <a:cxn ang="0">
                  <a:pos x="169" y="144"/>
                </a:cxn>
                <a:cxn ang="0">
                  <a:pos x="185" y="109"/>
                </a:cxn>
                <a:cxn ang="0">
                  <a:pos x="207" y="95"/>
                </a:cxn>
                <a:cxn ang="0">
                  <a:pos x="229" y="95"/>
                </a:cxn>
                <a:cxn ang="0">
                  <a:pos x="249" y="97"/>
                </a:cxn>
                <a:cxn ang="0">
                  <a:pos x="266" y="94"/>
                </a:cxn>
                <a:cxn ang="0">
                  <a:pos x="281" y="79"/>
                </a:cxn>
                <a:cxn ang="0">
                  <a:pos x="293" y="66"/>
                </a:cxn>
                <a:cxn ang="0">
                  <a:pos x="304" y="60"/>
                </a:cxn>
                <a:cxn ang="0">
                  <a:pos x="315" y="65"/>
                </a:cxn>
                <a:cxn ang="0">
                  <a:pos x="330" y="84"/>
                </a:cxn>
                <a:cxn ang="0">
                  <a:pos x="350" y="112"/>
                </a:cxn>
                <a:cxn ang="0">
                  <a:pos x="374" y="141"/>
                </a:cxn>
                <a:cxn ang="0">
                  <a:pos x="397" y="157"/>
                </a:cxn>
                <a:cxn ang="0">
                  <a:pos x="417" y="154"/>
                </a:cxn>
                <a:cxn ang="0">
                  <a:pos x="432" y="135"/>
                </a:cxn>
                <a:cxn ang="0">
                  <a:pos x="441" y="108"/>
                </a:cxn>
                <a:cxn ang="0">
                  <a:pos x="439" y="75"/>
                </a:cxn>
                <a:cxn ang="0">
                  <a:pos x="422" y="48"/>
                </a:cxn>
                <a:cxn ang="0">
                  <a:pos x="403" y="31"/>
                </a:cxn>
                <a:cxn ang="0">
                  <a:pos x="380" y="25"/>
                </a:cxn>
                <a:cxn ang="0">
                  <a:pos x="353" y="22"/>
                </a:cxn>
                <a:cxn ang="0">
                  <a:pos x="323" y="16"/>
                </a:cxn>
                <a:cxn ang="0">
                  <a:pos x="284" y="6"/>
                </a:cxn>
                <a:cxn ang="0">
                  <a:pos x="243" y="0"/>
                </a:cxn>
                <a:cxn ang="0">
                  <a:pos x="209" y="10"/>
                </a:cxn>
              </a:cxnLst>
              <a:rect l="0" t="0" r="r" b="b"/>
              <a:pathLst>
                <a:path w="441" h="286">
                  <a:moveTo>
                    <a:pt x="199" y="23"/>
                  </a:moveTo>
                  <a:lnTo>
                    <a:pt x="197" y="23"/>
                  </a:lnTo>
                  <a:lnTo>
                    <a:pt x="191" y="21"/>
                  </a:lnTo>
                  <a:lnTo>
                    <a:pt x="183" y="19"/>
                  </a:lnTo>
                  <a:lnTo>
                    <a:pt x="171" y="16"/>
                  </a:lnTo>
                  <a:lnTo>
                    <a:pt x="158" y="14"/>
                  </a:lnTo>
                  <a:lnTo>
                    <a:pt x="141" y="13"/>
                  </a:lnTo>
                  <a:lnTo>
                    <a:pt x="125" y="11"/>
                  </a:lnTo>
                  <a:lnTo>
                    <a:pt x="108" y="11"/>
                  </a:lnTo>
                  <a:lnTo>
                    <a:pt x="90" y="12"/>
                  </a:lnTo>
                  <a:lnTo>
                    <a:pt x="72" y="14"/>
                  </a:lnTo>
                  <a:lnTo>
                    <a:pt x="56" y="18"/>
                  </a:lnTo>
                  <a:lnTo>
                    <a:pt x="41" y="25"/>
                  </a:lnTo>
                  <a:lnTo>
                    <a:pt x="27" y="33"/>
                  </a:lnTo>
                  <a:lnTo>
                    <a:pt x="17" y="45"/>
                  </a:lnTo>
                  <a:lnTo>
                    <a:pt x="8" y="59"/>
                  </a:lnTo>
                  <a:lnTo>
                    <a:pt x="3" y="78"/>
                  </a:lnTo>
                  <a:lnTo>
                    <a:pt x="0" y="113"/>
                  </a:lnTo>
                  <a:lnTo>
                    <a:pt x="1" y="141"/>
                  </a:lnTo>
                  <a:lnTo>
                    <a:pt x="8" y="162"/>
                  </a:lnTo>
                  <a:lnTo>
                    <a:pt x="17" y="177"/>
                  </a:lnTo>
                  <a:lnTo>
                    <a:pt x="29" y="186"/>
                  </a:lnTo>
                  <a:lnTo>
                    <a:pt x="41" y="192"/>
                  </a:lnTo>
                  <a:lnTo>
                    <a:pt x="55" y="193"/>
                  </a:lnTo>
                  <a:lnTo>
                    <a:pt x="69" y="193"/>
                  </a:lnTo>
                  <a:lnTo>
                    <a:pt x="79" y="193"/>
                  </a:lnTo>
                  <a:lnTo>
                    <a:pt x="85" y="196"/>
                  </a:lnTo>
                  <a:lnTo>
                    <a:pt x="86" y="202"/>
                  </a:lnTo>
                  <a:lnTo>
                    <a:pt x="84" y="208"/>
                  </a:lnTo>
                  <a:lnTo>
                    <a:pt x="80" y="216"/>
                  </a:lnTo>
                  <a:lnTo>
                    <a:pt x="76" y="222"/>
                  </a:lnTo>
                  <a:lnTo>
                    <a:pt x="70" y="227"/>
                  </a:lnTo>
                  <a:lnTo>
                    <a:pt x="67" y="231"/>
                  </a:lnTo>
                  <a:lnTo>
                    <a:pt x="63" y="233"/>
                  </a:lnTo>
                  <a:lnTo>
                    <a:pt x="60" y="237"/>
                  </a:lnTo>
                  <a:lnTo>
                    <a:pt x="57" y="241"/>
                  </a:lnTo>
                  <a:lnTo>
                    <a:pt x="56" y="246"/>
                  </a:lnTo>
                  <a:lnTo>
                    <a:pt x="58" y="250"/>
                  </a:lnTo>
                  <a:lnTo>
                    <a:pt x="63" y="257"/>
                  </a:lnTo>
                  <a:lnTo>
                    <a:pt x="71" y="264"/>
                  </a:lnTo>
                  <a:lnTo>
                    <a:pt x="84" y="271"/>
                  </a:lnTo>
                  <a:lnTo>
                    <a:pt x="99" y="278"/>
                  </a:lnTo>
                  <a:lnTo>
                    <a:pt x="113" y="283"/>
                  </a:lnTo>
                  <a:lnTo>
                    <a:pt x="125" y="285"/>
                  </a:lnTo>
                  <a:lnTo>
                    <a:pt x="136" y="286"/>
                  </a:lnTo>
                  <a:lnTo>
                    <a:pt x="145" y="283"/>
                  </a:lnTo>
                  <a:lnTo>
                    <a:pt x="152" y="277"/>
                  </a:lnTo>
                  <a:lnTo>
                    <a:pt x="155" y="268"/>
                  </a:lnTo>
                  <a:lnTo>
                    <a:pt x="155" y="254"/>
                  </a:lnTo>
                  <a:lnTo>
                    <a:pt x="155" y="235"/>
                  </a:lnTo>
                  <a:lnTo>
                    <a:pt x="156" y="214"/>
                  </a:lnTo>
                  <a:lnTo>
                    <a:pt x="159" y="190"/>
                  </a:lnTo>
                  <a:lnTo>
                    <a:pt x="163" y="166"/>
                  </a:lnTo>
                  <a:lnTo>
                    <a:pt x="169" y="144"/>
                  </a:lnTo>
                  <a:lnTo>
                    <a:pt x="176" y="124"/>
                  </a:lnTo>
                  <a:lnTo>
                    <a:pt x="185" y="109"/>
                  </a:lnTo>
                  <a:lnTo>
                    <a:pt x="196" y="99"/>
                  </a:lnTo>
                  <a:lnTo>
                    <a:pt x="207" y="95"/>
                  </a:lnTo>
                  <a:lnTo>
                    <a:pt x="219" y="94"/>
                  </a:lnTo>
                  <a:lnTo>
                    <a:pt x="229" y="95"/>
                  </a:lnTo>
                  <a:lnTo>
                    <a:pt x="239" y="96"/>
                  </a:lnTo>
                  <a:lnTo>
                    <a:pt x="249" y="97"/>
                  </a:lnTo>
                  <a:lnTo>
                    <a:pt x="258" y="96"/>
                  </a:lnTo>
                  <a:lnTo>
                    <a:pt x="266" y="94"/>
                  </a:lnTo>
                  <a:lnTo>
                    <a:pt x="274" y="87"/>
                  </a:lnTo>
                  <a:lnTo>
                    <a:pt x="281" y="79"/>
                  </a:lnTo>
                  <a:lnTo>
                    <a:pt x="287" y="72"/>
                  </a:lnTo>
                  <a:lnTo>
                    <a:pt x="293" y="66"/>
                  </a:lnTo>
                  <a:lnTo>
                    <a:pt x="298" y="61"/>
                  </a:lnTo>
                  <a:lnTo>
                    <a:pt x="304" y="60"/>
                  </a:lnTo>
                  <a:lnTo>
                    <a:pt x="310" y="61"/>
                  </a:lnTo>
                  <a:lnTo>
                    <a:pt x="315" y="65"/>
                  </a:lnTo>
                  <a:lnTo>
                    <a:pt x="322" y="73"/>
                  </a:lnTo>
                  <a:lnTo>
                    <a:pt x="330" y="84"/>
                  </a:lnTo>
                  <a:lnTo>
                    <a:pt x="339" y="98"/>
                  </a:lnTo>
                  <a:lnTo>
                    <a:pt x="350" y="112"/>
                  </a:lnTo>
                  <a:lnTo>
                    <a:pt x="363" y="127"/>
                  </a:lnTo>
                  <a:lnTo>
                    <a:pt x="374" y="141"/>
                  </a:lnTo>
                  <a:lnTo>
                    <a:pt x="387" y="151"/>
                  </a:lnTo>
                  <a:lnTo>
                    <a:pt x="397" y="157"/>
                  </a:lnTo>
                  <a:lnTo>
                    <a:pt x="407" y="158"/>
                  </a:lnTo>
                  <a:lnTo>
                    <a:pt x="417" y="154"/>
                  </a:lnTo>
                  <a:lnTo>
                    <a:pt x="425" y="147"/>
                  </a:lnTo>
                  <a:lnTo>
                    <a:pt x="432" y="135"/>
                  </a:lnTo>
                  <a:lnTo>
                    <a:pt x="437" y="122"/>
                  </a:lnTo>
                  <a:lnTo>
                    <a:pt x="441" y="108"/>
                  </a:lnTo>
                  <a:lnTo>
                    <a:pt x="441" y="91"/>
                  </a:lnTo>
                  <a:lnTo>
                    <a:pt x="439" y="75"/>
                  </a:lnTo>
                  <a:lnTo>
                    <a:pt x="432" y="60"/>
                  </a:lnTo>
                  <a:lnTo>
                    <a:pt x="422" y="48"/>
                  </a:lnTo>
                  <a:lnTo>
                    <a:pt x="413" y="37"/>
                  </a:lnTo>
                  <a:lnTo>
                    <a:pt x="403" y="31"/>
                  </a:lnTo>
                  <a:lnTo>
                    <a:pt x="391" y="27"/>
                  </a:lnTo>
                  <a:lnTo>
                    <a:pt x="380" y="25"/>
                  </a:lnTo>
                  <a:lnTo>
                    <a:pt x="367" y="23"/>
                  </a:lnTo>
                  <a:lnTo>
                    <a:pt x="353" y="22"/>
                  </a:lnTo>
                  <a:lnTo>
                    <a:pt x="339" y="20"/>
                  </a:lnTo>
                  <a:lnTo>
                    <a:pt x="323" y="16"/>
                  </a:lnTo>
                  <a:lnTo>
                    <a:pt x="305" y="12"/>
                  </a:lnTo>
                  <a:lnTo>
                    <a:pt x="284" y="6"/>
                  </a:lnTo>
                  <a:lnTo>
                    <a:pt x="262" y="3"/>
                  </a:lnTo>
                  <a:lnTo>
                    <a:pt x="243" y="0"/>
                  </a:lnTo>
                  <a:lnTo>
                    <a:pt x="224" y="3"/>
                  </a:lnTo>
                  <a:lnTo>
                    <a:pt x="209" y="10"/>
                  </a:lnTo>
                  <a:lnTo>
                    <a:pt x="199" y="23"/>
                  </a:lnTo>
                  <a:close/>
                </a:path>
              </a:pathLst>
            </a:custGeom>
            <a:solidFill>
              <a:srgbClr val="FFBAE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68" name="Freeform 96"/>
            <p:cNvSpPr>
              <a:spLocks/>
            </p:cNvSpPr>
            <p:nvPr/>
          </p:nvSpPr>
          <p:spPr bwMode="auto">
            <a:xfrm>
              <a:off x="1658" y="3095"/>
              <a:ext cx="147" cy="19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5" y="10"/>
                </a:cxn>
                <a:cxn ang="0">
                  <a:pos x="29" y="18"/>
                </a:cxn>
                <a:cxn ang="0">
                  <a:pos x="42" y="27"/>
                </a:cxn>
                <a:cxn ang="0">
                  <a:pos x="56" y="36"/>
                </a:cxn>
                <a:cxn ang="0">
                  <a:pos x="69" y="46"/>
                </a:cxn>
                <a:cxn ang="0">
                  <a:pos x="82" y="56"/>
                </a:cxn>
                <a:cxn ang="0">
                  <a:pos x="94" y="66"/>
                </a:cxn>
                <a:cxn ang="0">
                  <a:pos x="107" y="78"/>
                </a:cxn>
                <a:cxn ang="0">
                  <a:pos x="120" y="88"/>
                </a:cxn>
                <a:cxn ang="0">
                  <a:pos x="132" y="99"/>
                </a:cxn>
                <a:cxn ang="0">
                  <a:pos x="144" y="110"/>
                </a:cxn>
                <a:cxn ang="0">
                  <a:pos x="156" y="121"/>
                </a:cxn>
                <a:cxn ang="0">
                  <a:pos x="168" y="133"/>
                </a:cxn>
                <a:cxn ang="0">
                  <a:pos x="181" y="143"/>
                </a:cxn>
                <a:cxn ang="0">
                  <a:pos x="193" y="155"/>
                </a:cxn>
                <a:cxn ang="0">
                  <a:pos x="206" y="165"/>
                </a:cxn>
                <a:cxn ang="0">
                  <a:pos x="228" y="187"/>
                </a:cxn>
                <a:cxn ang="0">
                  <a:pos x="244" y="214"/>
                </a:cxn>
                <a:cxn ang="0">
                  <a:pos x="256" y="241"/>
                </a:cxn>
                <a:cxn ang="0">
                  <a:pos x="265" y="271"/>
                </a:cxn>
                <a:cxn ang="0">
                  <a:pos x="272" y="302"/>
                </a:cxn>
                <a:cxn ang="0">
                  <a:pos x="276" y="335"/>
                </a:cxn>
                <a:cxn ang="0">
                  <a:pos x="282" y="365"/>
                </a:cxn>
                <a:cxn ang="0">
                  <a:pos x="288" y="395"/>
                </a:cxn>
                <a:cxn ang="0">
                  <a:pos x="289" y="397"/>
                </a:cxn>
                <a:cxn ang="0">
                  <a:pos x="291" y="396"/>
                </a:cxn>
                <a:cxn ang="0">
                  <a:pos x="292" y="393"/>
                </a:cxn>
                <a:cxn ang="0">
                  <a:pos x="294" y="390"/>
                </a:cxn>
                <a:cxn ang="0">
                  <a:pos x="290" y="360"/>
                </a:cxn>
                <a:cxn ang="0">
                  <a:pos x="287" y="331"/>
                </a:cxn>
                <a:cxn ang="0">
                  <a:pos x="282" y="301"/>
                </a:cxn>
                <a:cxn ang="0">
                  <a:pos x="275" y="272"/>
                </a:cxn>
                <a:cxn ang="0">
                  <a:pos x="267" y="244"/>
                </a:cxn>
                <a:cxn ang="0">
                  <a:pos x="256" y="217"/>
                </a:cxn>
                <a:cxn ang="0">
                  <a:pos x="242" y="191"/>
                </a:cxn>
                <a:cxn ang="0">
                  <a:pos x="223" y="166"/>
                </a:cxn>
                <a:cxn ang="0">
                  <a:pos x="212" y="154"/>
                </a:cxn>
                <a:cxn ang="0">
                  <a:pos x="199" y="142"/>
                </a:cxn>
                <a:cxn ang="0">
                  <a:pos x="186" y="131"/>
                </a:cxn>
                <a:cxn ang="0">
                  <a:pos x="173" y="119"/>
                </a:cxn>
                <a:cxn ang="0">
                  <a:pos x="159" y="109"/>
                </a:cxn>
                <a:cxn ang="0">
                  <a:pos x="145" y="98"/>
                </a:cxn>
                <a:cxn ang="0">
                  <a:pos x="131" y="87"/>
                </a:cxn>
                <a:cxn ang="0">
                  <a:pos x="117" y="76"/>
                </a:cxn>
                <a:cxn ang="0">
                  <a:pos x="103" y="65"/>
                </a:cxn>
                <a:cxn ang="0">
                  <a:pos x="90" y="55"/>
                </a:cxn>
                <a:cxn ang="0">
                  <a:pos x="76" y="44"/>
                </a:cxn>
                <a:cxn ang="0">
                  <a:pos x="62" y="34"/>
                </a:cxn>
                <a:cxn ang="0">
                  <a:pos x="47" y="25"/>
                </a:cxn>
                <a:cxn ang="0">
                  <a:pos x="32" y="17"/>
                </a:cxn>
                <a:cxn ang="0">
                  <a:pos x="16" y="8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294" h="397">
                  <a:moveTo>
                    <a:pt x="0" y="2"/>
                  </a:moveTo>
                  <a:lnTo>
                    <a:pt x="15" y="10"/>
                  </a:lnTo>
                  <a:lnTo>
                    <a:pt x="29" y="18"/>
                  </a:lnTo>
                  <a:lnTo>
                    <a:pt x="42" y="27"/>
                  </a:lnTo>
                  <a:lnTo>
                    <a:pt x="56" y="36"/>
                  </a:lnTo>
                  <a:lnTo>
                    <a:pt x="69" y="46"/>
                  </a:lnTo>
                  <a:lnTo>
                    <a:pt x="82" y="56"/>
                  </a:lnTo>
                  <a:lnTo>
                    <a:pt x="94" y="66"/>
                  </a:lnTo>
                  <a:lnTo>
                    <a:pt x="107" y="78"/>
                  </a:lnTo>
                  <a:lnTo>
                    <a:pt x="120" y="88"/>
                  </a:lnTo>
                  <a:lnTo>
                    <a:pt x="132" y="99"/>
                  </a:lnTo>
                  <a:lnTo>
                    <a:pt x="144" y="110"/>
                  </a:lnTo>
                  <a:lnTo>
                    <a:pt x="156" y="121"/>
                  </a:lnTo>
                  <a:lnTo>
                    <a:pt x="168" y="133"/>
                  </a:lnTo>
                  <a:lnTo>
                    <a:pt x="181" y="143"/>
                  </a:lnTo>
                  <a:lnTo>
                    <a:pt x="193" y="155"/>
                  </a:lnTo>
                  <a:lnTo>
                    <a:pt x="206" y="165"/>
                  </a:lnTo>
                  <a:lnTo>
                    <a:pt x="228" y="187"/>
                  </a:lnTo>
                  <a:lnTo>
                    <a:pt x="244" y="214"/>
                  </a:lnTo>
                  <a:lnTo>
                    <a:pt x="256" y="241"/>
                  </a:lnTo>
                  <a:lnTo>
                    <a:pt x="265" y="271"/>
                  </a:lnTo>
                  <a:lnTo>
                    <a:pt x="272" y="302"/>
                  </a:lnTo>
                  <a:lnTo>
                    <a:pt x="276" y="335"/>
                  </a:lnTo>
                  <a:lnTo>
                    <a:pt x="282" y="365"/>
                  </a:lnTo>
                  <a:lnTo>
                    <a:pt x="288" y="395"/>
                  </a:lnTo>
                  <a:lnTo>
                    <a:pt x="289" y="397"/>
                  </a:lnTo>
                  <a:lnTo>
                    <a:pt x="291" y="396"/>
                  </a:lnTo>
                  <a:lnTo>
                    <a:pt x="292" y="393"/>
                  </a:lnTo>
                  <a:lnTo>
                    <a:pt x="294" y="390"/>
                  </a:lnTo>
                  <a:lnTo>
                    <a:pt x="290" y="360"/>
                  </a:lnTo>
                  <a:lnTo>
                    <a:pt x="287" y="331"/>
                  </a:lnTo>
                  <a:lnTo>
                    <a:pt x="282" y="301"/>
                  </a:lnTo>
                  <a:lnTo>
                    <a:pt x="275" y="272"/>
                  </a:lnTo>
                  <a:lnTo>
                    <a:pt x="267" y="244"/>
                  </a:lnTo>
                  <a:lnTo>
                    <a:pt x="256" y="217"/>
                  </a:lnTo>
                  <a:lnTo>
                    <a:pt x="242" y="191"/>
                  </a:lnTo>
                  <a:lnTo>
                    <a:pt x="223" y="166"/>
                  </a:lnTo>
                  <a:lnTo>
                    <a:pt x="212" y="154"/>
                  </a:lnTo>
                  <a:lnTo>
                    <a:pt x="199" y="142"/>
                  </a:lnTo>
                  <a:lnTo>
                    <a:pt x="186" y="131"/>
                  </a:lnTo>
                  <a:lnTo>
                    <a:pt x="173" y="119"/>
                  </a:lnTo>
                  <a:lnTo>
                    <a:pt x="159" y="109"/>
                  </a:lnTo>
                  <a:lnTo>
                    <a:pt x="145" y="98"/>
                  </a:lnTo>
                  <a:lnTo>
                    <a:pt x="131" y="87"/>
                  </a:lnTo>
                  <a:lnTo>
                    <a:pt x="117" y="76"/>
                  </a:lnTo>
                  <a:lnTo>
                    <a:pt x="103" y="65"/>
                  </a:lnTo>
                  <a:lnTo>
                    <a:pt x="90" y="55"/>
                  </a:lnTo>
                  <a:lnTo>
                    <a:pt x="76" y="44"/>
                  </a:lnTo>
                  <a:lnTo>
                    <a:pt x="62" y="34"/>
                  </a:lnTo>
                  <a:lnTo>
                    <a:pt x="47" y="25"/>
                  </a:lnTo>
                  <a:lnTo>
                    <a:pt x="32" y="17"/>
                  </a:lnTo>
                  <a:lnTo>
                    <a:pt x="16" y="8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69" name="Freeform 97"/>
            <p:cNvSpPr>
              <a:spLocks/>
            </p:cNvSpPr>
            <p:nvPr/>
          </p:nvSpPr>
          <p:spPr bwMode="auto">
            <a:xfrm>
              <a:off x="1775" y="3315"/>
              <a:ext cx="44" cy="135"/>
            </a:xfrm>
            <a:custGeom>
              <a:avLst/>
              <a:gdLst/>
              <a:ahLst/>
              <a:cxnLst>
                <a:cxn ang="0">
                  <a:pos x="69" y="0"/>
                </a:cxn>
                <a:cxn ang="0">
                  <a:pos x="79" y="33"/>
                </a:cxn>
                <a:cxn ang="0">
                  <a:pos x="82" y="68"/>
                </a:cxn>
                <a:cxn ang="0">
                  <a:pos x="78" y="103"/>
                </a:cxn>
                <a:cxn ang="0">
                  <a:pos x="70" y="139"/>
                </a:cxn>
                <a:cxn ang="0">
                  <a:pos x="56" y="174"/>
                </a:cxn>
                <a:cxn ang="0">
                  <a:pos x="40" y="207"/>
                </a:cxn>
                <a:cxn ang="0">
                  <a:pos x="22" y="237"/>
                </a:cxn>
                <a:cxn ang="0">
                  <a:pos x="1" y="264"/>
                </a:cxn>
                <a:cxn ang="0">
                  <a:pos x="0" y="267"/>
                </a:cxn>
                <a:cxn ang="0">
                  <a:pos x="2" y="268"/>
                </a:cxn>
                <a:cxn ang="0">
                  <a:pos x="6" y="268"/>
                </a:cxn>
                <a:cxn ang="0">
                  <a:pos x="9" y="267"/>
                </a:cxn>
                <a:cxn ang="0">
                  <a:pos x="22" y="254"/>
                </a:cxn>
                <a:cxn ang="0">
                  <a:pos x="33" y="242"/>
                </a:cxn>
                <a:cxn ang="0">
                  <a:pos x="45" y="228"/>
                </a:cxn>
                <a:cxn ang="0">
                  <a:pos x="54" y="214"/>
                </a:cxn>
                <a:cxn ang="0">
                  <a:pos x="62" y="200"/>
                </a:cxn>
                <a:cxn ang="0">
                  <a:pos x="69" y="185"/>
                </a:cxn>
                <a:cxn ang="0">
                  <a:pos x="76" y="169"/>
                </a:cxn>
                <a:cxn ang="0">
                  <a:pos x="80" y="152"/>
                </a:cxn>
                <a:cxn ang="0">
                  <a:pos x="86" y="114"/>
                </a:cxn>
                <a:cxn ang="0">
                  <a:pos x="87" y="73"/>
                </a:cxn>
                <a:cxn ang="0">
                  <a:pos x="83" y="34"/>
                </a:cxn>
                <a:cxn ang="0">
                  <a:pos x="70" y="0"/>
                </a:cxn>
                <a:cxn ang="0">
                  <a:pos x="69" y="0"/>
                </a:cxn>
                <a:cxn ang="0">
                  <a:pos x="69" y="0"/>
                </a:cxn>
                <a:cxn ang="0">
                  <a:pos x="69" y="0"/>
                </a:cxn>
                <a:cxn ang="0">
                  <a:pos x="69" y="0"/>
                </a:cxn>
                <a:cxn ang="0">
                  <a:pos x="69" y="0"/>
                </a:cxn>
              </a:cxnLst>
              <a:rect l="0" t="0" r="r" b="b"/>
              <a:pathLst>
                <a:path w="87" h="268">
                  <a:moveTo>
                    <a:pt x="69" y="0"/>
                  </a:moveTo>
                  <a:lnTo>
                    <a:pt x="79" y="33"/>
                  </a:lnTo>
                  <a:lnTo>
                    <a:pt x="82" y="68"/>
                  </a:lnTo>
                  <a:lnTo>
                    <a:pt x="78" y="103"/>
                  </a:lnTo>
                  <a:lnTo>
                    <a:pt x="70" y="139"/>
                  </a:lnTo>
                  <a:lnTo>
                    <a:pt x="56" y="174"/>
                  </a:lnTo>
                  <a:lnTo>
                    <a:pt x="40" y="207"/>
                  </a:lnTo>
                  <a:lnTo>
                    <a:pt x="22" y="237"/>
                  </a:lnTo>
                  <a:lnTo>
                    <a:pt x="1" y="264"/>
                  </a:lnTo>
                  <a:lnTo>
                    <a:pt x="0" y="267"/>
                  </a:lnTo>
                  <a:lnTo>
                    <a:pt x="2" y="268"/>
                  </a:lnTo>
                  <a:lnTo>
                    <a:pt x="6" y="268"/>
                  </a:lnTo>
                  <a:lnTo>
                    <a:pt x="9" y="267"/>
                  </a:lnTo>
                  <a:lnTo>
                    <a:pt x="22" y="254"/>
                  </a:lnTo>
                  <a:lnTo>
                    <a:pt x="33" y="242"/>
                  </a:lnTo>
                  <a:lnTo>
                    <a:pt x="45" y="228"/>
                  </a:lnTo>
                  <a:lnTo>
                    <a:pt x="54" y="214"/>
                  </a:lnTo>
                  <a:lnTo>
                    <a:pt x="62" y="200"/>
                  </a:lnTo>
                  <a:lnTo>
                    <a:pt x="69" y="185"/>
                  </a:lnTo>
                  <a:lnTo>
                    <a:pt x="76" y="169"/>
                  </a:lnTo>
                  <a:lnTo>
                    <a:pt x="80" y="152"/>
                  </a:lnTo>
                  <a:lnTo>
                    <a:pt x="86" y="114"/>
                  </a:lnTo>
                  <a:lnTo>
                    <a:pt x="87" y="73"/>
                  </a:lnTo>
                  <a:lnTo>
                    <a:pt x="83" y="34"/>
                  </a:lnTo>
                  <a:lnTo>
                    <a:pt x="70" y="0"/>
                  </a:lnTo>
                  <a:lnTo>
                    <a:pt x="69" y="0"/>
                  </a:lnTo>
                  <a:lnTo>
                    <a:pt x="69" y="0"/>
                  </a:lnTo>
                  <a:lnTo>
                    <a:pt x="69" y="0"/>
                  </a:lnTo>
                  <a:lnTo>
                    <a:pt x="69" y="0"/>
                  </a:lnTo>
                  <a:lnTo>
                    <a:pt x="69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70" name="Freeform 98"/>
            <p:cNvSpPr>
              <a:spLocks/>
            </p:cNvSpPr>
            <p:nvPr/>
          </p:nvSpPr>
          <p:spPr bwMode="auto">
            <a:xfrm>
              <a:off x="1516" y="3329"/>
              <a:ext cx="71" cy="9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31"/>
                </a:cxn>
                <a:cxn ang="0">
                  <a:pos x="3" y="60"/>
                </a:cxn>
                <a:cxn ang="0">
                  <a:pos x="9" y="90"/>
                </a:cxn>
                <a:cxn ang="0">
                  <a:pos x="22" y="118"/>
                </a:cxn>
                <a:cxn ang="0">
                  <a:pos x="34" y="133"/>
                </a:cxn>
                <a:cxn ang="0">
                  <a:pos x="45" y="145"/>
                </a:cxn>
                <a:cxn ang="0">
                  <a:pos x="58" y="156"/>
                </a:cxn>
                <a:cxn ang="0">
                  <a:pos x="72" y="165"/>
                </a:cxn>
                <a:cxn ang="0">
                  <a:pos x="86" y="172"/>
                </a:cxn>
                <a:cxn ang="0">
                  <a:pos x="101" y="179"/>
                </a:cxn>
                <a:cxn ang="0">
                  <a:pos x="118" y="184"/>
                </a:cxn>
                <a:cxn ang="0">
                  <a:pos x="135" y="190"/>
                </a:cxn>
                <a:cxn ang="0">
                  <a:pos x="138" y="189"/>
                </a:cxn>
                <a:cxn ang="0">
                  <a:pos x="141" y="187"/>
                </a:cxn>
                <a:cxn ang="0">
                  <a:pos x="141" y="183"/>
                </a:cxn>
                <a:cxn ang="0">
                  <a:pos x="140" y="181"/>
                </a:cxn>
                <a:cxn ang="0">
                  <a:pos x="127" y="173"/>
                </a:cxn>
                <a:cxn ang="0">
                  <a:pos x="113" y="166"/>
                </a:cxn>
                <a:cxn ang="0">
                  <a:pos x="101" y="158"/>
                </a:cxn>
                <a:cxn ang="0">
                  <a:pos x="89" y="151"/>
                </a:cxn>
                <a:cxn ang="0">
                  <a:pos x="77" y="143"/>
                </a:cxn>
                <a:cxn ang="0">
                  <a:pos x="65" y="134"/>
                </a:cxn>
                <a:cxn ang="0">
                  <a:pos x="53" y="125"/>
                </a:cxn>
                <a:cxn ang="0">
                  <a:pos x="42" y="114"/>
                </a:cxn>
                <a:cxn ang="0">
                  <a:pos x="30" y="102"/>
                </a:cxn>
                <a:cxn ang="0">
                  <a:pos x="21" y="89"/>
                </a:cxn>
                <a:cxn ang="0">
                  <a:pos x="14" y="75"/>
                </a:cxn>
                <a:cxn ang="0">
                  <a:pos x="10" y="61"/>
                </a:cxn>
                <a:cxn ang="0">
                  <a:pos x="5" y="47"/>
                </a:cxn>
                <a:cxn ang="0">
                  <a:pos x="3" y="32"/>
                </a:cxn>
                <a:cxn ang="0">
                  <a:pos x="2" y="16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41" h="190">
                  <a:moveTo>
                    <a:pt x="0" y="0"/>
                  </a:moveTo>
                  <a:lnTo>
                    <a:pt x="0" y="31"/>
                  </a:lnTo>
                  <a:lnTo>
                    <a:pt x="3" y="60"/>
                  </a:lnTo>
                  <a:lnTo>
                    <a:pt x="9" y="90"/>
                  </a:lnTo>
                  <a:lnTo>
                    <a:pt x="22" y="118"/>
                  </a:lnTo>
                  <a:lnTo>
                    <a:pt x="34" y="133"/>
                  </a:lnTo>
                  <a:lnTo>
                    <a:pt x="45" y="145"/>
                  </a:lnTo>
                  <a:lnTo>
                    <a:pt x="58" y="156"/>
                  </a:lnTo>
                  <a:lnTo>
                    <a:pt x="72" y="165"/>
                  </a:lnTo>
                  <a:lnTo>
                    <a:pt x="86" y="172"/>
                  </a:lnTo>
                  <a:lnTo>
                    <a:pt x="101" y="179"/>
                  </a:lnTo>
                  <a:lnTo>
                    <a:pt x="118" y="184"/>
                  </a:lnTo>
                  <a:lnTo>
                    <a:pt x="135" y="190"/>
                  </a:lnTo>
                  <a:lnTo>
                    <a:pt x="138" y="189"/>
                  </a:lnTo>
                  <a:lnTo>
                    <a:pt x="141" y="187"/>
                  </a:lnTo>
                  <a:lnTo>
                    <a:pt x="141" y="183"/>
                  </a:lnTo>
                  <a:lnTo>
                    <a:pt x="140" y="181"/>
                  </a:lnTo>
                  <a:lnTo>
                    <a:pt x="127" y="173"/>
                  </a:lnTo>
                  <a:lnTo>
                    <a:pt x="113" y="166"/>
                  </a:lnTo>
                  <a:lnTo>
                    <a:pt x="101" y="158"/>
                  </a:lnTo>
                  <a:lnTo>
                    <a:pt x="89" y="151"/>
                  </a:lnTo>
                  <a:lnTo>
                    <a:pt x="77" y="143"/>
                  </a:lnTo>
                  <a:lnTo>
                    <a:pt x="65" y="134"/>
                  </a:lnTo>
                  <a:lnTo>
                    <a:pt x="53" y="125"/>
                  </a:lnTo>
                  <a:lnTo>
                    <a:pt x="42" y="114"/>
                  </a:lnTo>
                  <a:lnTo>
                    <a:pt x="30" y="102"/>
                  </a:lnTo>
                  <a:lnTo>
                    <a:pt x="21" y="89"/>
                  </a:lnTo>
                  <a:lnTo>
                    <a:pt x="14" y="75"/>
                  </a:lnTo>
                  <a:lnTo>
                    <a:pt x="10" y="61"/>
                  </a:lnTo>
                  <a:lnTo>
                    <a:pt x="5" y="47"/>
                  </a:lnTo>
                  <a:lnTo>
                    <a:pt x="3" y="32"/>
                  </a:lnTo>
                  <a:lnTo>
                    <a:pt x="2" y="16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71" name="Freeform 99"/>
            <p:cNvSpPr>
              <a:spLocks/>
            </p:cNvSpPr>
            <p:nvPr/>
          </p:nvSpPr>
          <p:spPr bwMode="auto">
            <a:xfrm>
              <a:off x="1287" y="2754"/>
              <a:ext cx="290" cy="360"/>
            </a:xfrm>
            <a:custGeom>
              <a:avLst/>
              <a:gdLst/>
              <a:ahLst/>
              <a:cxnLst>
                <a:cxn ang="0">
                  <a:pos x="564" y="689"/>
                </a:cxn>
                <a:cxn ang="0">
                  <a:pos x="536" y="629"/>
                </a:cxn>
                <a:cxn ang="0">
                  <a:pos x="508" y="568"/>
                </a:cxn>
                <a:cxn ang="0">
                  <a:pos x="482" y="506"/>
                </a:cxn>
                <a:cxn ang="0">
                  <a:pos x="458" y="443"/>
                </a:cxn>
                <a:cxn ang="0">
                  <a:pos x="437" y="378"/>
                </a:cxn>
                <a:cxn ang="0">
                  <a:pos x="412" y="315"/>
                </a:cxn>
                <a:cxn ang="0">
                  <a:pos x="382" y="254"/>
                </a:cxn>
                <a:cxn ang="0">
                  <a:pos x="349" y="203"/>
                </a:cxn>
                <a:cxn ang="0">
                  <a:pos x="313" y="163"/>
                </a:cxn>
                <a:cxn ang="0">
                  <a:pos x="273" y="127"/>
                </a:cxn>
                <a:cxn ang="0">
                  <a:pos x="228" y="96"/>
                </a:cxn>
                <a:cxn ang="0">
                  <a:pos x="181" y="68"/>
                </a:cxn>
                <a:cxn ang="0">
                  <a:pos x="131" y="45"/>
                </a:cxn>
                <a:cxn ang="0">
                  <a:pos x="81" y="24"/>
                </a:cxn>
                <a:cxn ang="0">
                  <a:pos x="30" y="7"/>
                </a:cxn>
                <a:cxn ang="0">
                  <a:pos x="2" y="1"/>
                </a:cxn>
                <a:cxn ang="0">
                  <a:pos x="0" y="6"/>
                </a:cxn>
                <a:cxn ang="0">
                  <a:pos x="27" y="17"/>
                </a:cxn>
                <a:cxn ang="0">
                  <a:pos x="78" y="38"/>
                </a:cxn>
                <a:cxn ang="0">
                  <a:pos x="129" y="60"/>
                </a:cxn>
                <a:cxn ang="0">
                  <a:pos x="177" y="85"/>
                </a:cxn>
                <a:cxn ang="0">
                  <a:pos x="225" y="114"/>
                </a:cxn>
                <a:cxn ang="0">
                  <a:pos x="268" y="148"/>
                </a:cxn>
                <a:cxn ang="0">
                  <a:pos x="309" y="185"/>
                </a:cxn>
                <a:cxn ang="0">
                  <a:pos x="344" y="226"/>
                </a:cxn>
                <a:cxn ang="0">
                  <a:pos x="377" y="276"/>
                </a:cxn>
                <a:cxn ang="0">
                  <a:pos x="406" y="333"/>
                </a:cxn>
                <a:cxn ang="0">
                  <a:pos x="430" y="393"/>
                </a:cxn>
                <a:cxn ang="0">
                  <a:pos x="452" y="453"/>
                </a:cxn>
                <a:cxn ang="0">
                  <a:pos x="476" y="513"/>
                </a:cxn>
                <a:cxn ang="0">
                  <a:pos x="502" y="574"/>
                </a:cxn>
                <a:cxn ang="0">
                  <a:pos x="532" y="633"/>
                </a:cxn>
                <a:cxn ang="0">
                  <a:pos x="563" y="692"/>
                </a:cxn>
                <a:cxn ang="0">
                  <a:pos x="579" y="720"/>
                </a:cxn>
                <a:cxn ang="0">
                  <a:pos x="579" y="720"/>
                </a:cxn>
                <a:cxn ang="0">
                  <a:pos x="579" y="720"/>
                </a:cxn>
              </a:cxnLst>
              <a:rect l="0" t="0" r="r" b="b"/>
              <a:pathLst>
                <a:path w="579" h="720">
                  <a:moveTo>
                    <a:pt x="579" y="720"/>
                  </a:moveTo>
                  <a:lnTo>
                    <a:pt x="564" y="689"/>
                  </a:lnTo>
                  <a:lnTo>
                    <a:pt x="549" y="659"/>
                  </a:lnTo>
                  <a:lnTo>
                    <a:pt x="536" y="629"/>
                  </a:lnTo>
                  <a:lnTo>
                    <a:pt x="522" y="599"/>
                  </a:lnTo>
                  <a:lnTo>
                    <a:pt x="508" y="568"/>
                  </a:lnTo>
                  <a:lnTo>
                    <a:pt x="494" y="538"/>
                  </a:lnTo>
                  <a:lnTo>
                    <a:pt x="482" y="506"/>
                  </a:lnTo>
                  <a:lnTo>
                    <a:pt x="470" y="475"/>
                  </a:lnTo>
                  <a:lnTo>
                    <a:pt x="458" y="443"/>
                  </a:lnTo>
                  <a:lnTo>
                    <a:pt x="448" y="410"/>
                  </a:lnTo>
                  <a:lnTo>
                    <a:pt x="437" y="378"/>
                  </a:lnTo>
                  <a:lnTo>
                    <a:pt x="425" y="346"/>
                  </a:lnTo>
                  <a:lnTo>
                    <a:pt x="412" y="315"/>
                  </a:lnTo>
                  <a:lnTo>
                    <a:pt x="399" y="284"/>
                  </a:lnTo>
                  <a:lnTo>
                    <a:pt x="382" y="254"/>
                  </a:lnTo>
                  <a:lnTo>
                    <a:pt x="365" y="225"/>
                  </a:lnTo>
                  <a:lnTo>
                    <a:pt x="349" y="203"/>
                  </a:lnTo>
                  <a:lnTo>
                    <a:pt x="332" y="182"/>
                  </a:lnTo>
                  <a:lnTo>
                    <a:pt x="313" y="163"/>
                  </a:lnTo>
                  <a:lnTo>
                    <a:pt x="294" y="144"/>
                  </a:lnTo>
                  <a:lnTo>
                    <a:pt x="273" y="127"/>
                  </a:lnTo>
                  <a:lnTo>
                    <a:pt x="251" y="111"/>
                  </a:lnTo>
                  <a:lnTo>
                    <a:pt x="228" y="96"/>
                  </a:lnTo>
                  <a:lnTo>
                    <a:pt x="205" y="82"/>
                  </a:lnTo>
                  <a:lnTo>
                    <a:pt x="181" y="68"/>
                  </a:lnTo>
                  <a:lnTo>
                    <a:pt x="157" y="57"/>
                  </a:lnTo>
                  <a:lnTo>
                    <a:pt x="131" y="45"/>
                  </a:lnTo>
                  <a:lnTo>
                    <a:pt x="106" y="35"/>
                  </a:lnTo>
                  <a:lnTo>
                    <a:pt x="81" y="24"/>
                  </a:lnTo>
                  <a:lnTo>
                    <a:pt x="55" y="16"/>
                  </a:lnTo>
                  <a:lnTo>
                    <a:pt x="30" y="7"/>
                  </a:lnTo>
                  <a:lnTo>
                    <a:pt x="5" y="0"/>
                  </a:lnTo>
                  <a:lnTo>
                    <a:pt x="2" y="1"/>
                  </a:lnTo>
                  <a:lnTo>
                    <a:pt x="0" y="4"/>
                  </a:lnTo>
                  <a:lnTo>
                    <a:pt x="0" y="6"/>
                  </a:lnTo>
                  <a:lnTo>
                    <a:pt x="1" y="8"/>
                  </a:lnTo>
                  <a:lnTo>
                    <a:pt x="27" y="17"/>
                  </a:lnTo>
                  <a:lnTo>
                    <a:pt x="53" y="28"/>
                  </a:lnTo>
                  <a:lnTo>
                    <a:pt x="78" y="38"/>
                  </a:lnTo>
                  <a:lnTo>
                    <a:pt x="104" y="49"/>
                  </a:lnTo>
                  <a:lnTo>
                    <a:pt x="129" y="60"/>
                  </a:lnTo>
                  <a:lnTo>
                    <a:pt x="153" y="73"/>
                  </a:lnTo>
                  <a:lnTo>
                    <a:pt x="177" y="85"/>
                  </a:lnTo>
                  <a:lnTo>
                    <a:pt x="202" y="99"/>
                  </a:lnTo>
                  <a:lnTo>
                    <a:pt x="225" y="114"/>
                  </a:lnTo>
                  <a:lnTo>
                    <a:pt x="247" y="130"/>
                  </a:lnTo>
                  <a:lnTo>
                    <a:pt x="268" y="148"/>
                  </a:lnTo>
                  <a:lnTo>
                    <a:pt x="289" y="165"/>
                  </a:lnTo>
                  <a:lnTo>
                    <a:pt x="309" y="185"/>
                  </a:lnTo>
                  <a:lnTo>
                    <a:pt x="327" y="204"/>
                  </a:lnTo>
                  <a:lnTo>
                    <a:pt x="344" y="226"/>
                  </a:lnTo>
                  <a:lnTo>
                    <a:pt x="361" y="249"/>
                  </a:lnTo>
                  <a:lnTo>
                    <a:pt x="377" y="276"/>
                  </a:lnTo>
                  <a:lnTo>
                    <a:pt x="392" y="304"/>
                  </a:lnTo>
                  <a:lnTo>
                    <a:pt x="406" y="333"/>
                  </a:lnTo>
                  <a:lnTo>
                    <a:pt x="417" y="363"/>
                  </a:lnTo>
                  <a:lnTo>
                    <a:pt x="430" y="393"/>
                  </a:lnTo>
                  <a:lnTo>
                    <a:pt x="440" y="423"/>
                  </a:lnTo>
                  <a:lnTo>
                    <a:pt x="452" y="453"/>
                  </a:lnTo>
                  <a:lnTo>
                    <a:pt x="463" y="482"/>
                  </a:lnTo>
                  <a:lnTo>
                    <a:pt x="476" y="513"/>
                  </a:lnTo>
                  <a:lnTo>
                    <a:pt x="488" y="544"/>
                  </a:lnTo>
                  <a:lnTo>
                    <a:pt x="502" y="574"/>
                  </a:lnTo>
                  <a:lnTo>
                    <a:pt x="517" y="603"/>
                  </a:lnTo>
                  <a:lnTo>
                    <a:pt x="532" y="633"/>
                  </a:lnTo>
                  <a:lnTo>
                    <a:pt x="547" y="662"/>
                  </a:lnTo>
                  <a:lnTo>
                    <a:pt x="563" y="692"/>
                  </a:lnTo>
                  <a:lnTo>
                    <a:pt x="579" y="720"/>
                  </a:lnTo>
                  <a:lnTo>
                    <a:pt x="579" y="720"/>
                  </a:lnTo>
                  <a:lnTo>
                    <a:pt x="579" y="720"/>
                  </a:lnTo>
                  <a:lnTo>
                    <a:pt x="579" y="720"/>
                  </a:lnTo>
                  <a:lnTo>
                    <a:pt x="579" y="720"/>
                  </a:lnTo>
                  <a:lnTo>
                    <a:pt x="579" y="72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72" name="Freeform 100"/>
            <p:cNvSpPr>
              <a:spLocks/>
            </p:cNvSpPr>
            <p:nvPr/>
          </p:nvSpPr>
          <p:spPr bwMode="auto">
            <a:xfrm>
              <a:off x="1577" y="2678"/>
              <a:ext cx="73" cy="437"/>
            </a:xfrm>
            <a:custGeom>
              <a:avLst/>
              <a:gdLst/>
              <a:ahLst/>
              <a:cxnLst>
                <a:cxn ang="0">
                  <a:pos x="17" y="874"/>
                </a:cxn>
                <a:cxn ang="0">
                  <a:pos x="38" y="862"/>
                </a:cxn>
                <a:cxn ang="0">
                  <a:pos x="53" y="839"/>
                </a:cxn>
                <a:cxn ang="0">
                  <a:pos x="61" y="815"/>
                </a:cxn>
                <a:cxn ang="0">
                  <a:pos x="71" y="780"/>
                </a:cxn>
                <a:cxn ang="0">
                  <a:pos x="70" y="732"/>
                </a:cxn>
                <a:cxn ang="0">
                  <a:pos x="61" y="671"/>
                </a:cxn>
                <a:cxn ang="0">
                  <a:pos x="51" y="595"/>
                </a:cxn>
                <a:cxn ang="0">
                  <a:pos x="41" y="524"/>
                </a:cxn>
                <a:cxn ang="0">
                  <a:pos x="36" y="459"/>
                </a:cxn>
                <a:cxn ang="0">
                  <a:pos x="34" y="385"/>
                </a:cxn>
                <a:cxn ang="0">
                  <a:pos x="44" y="307"/>
                </a:cxn>
                <a:cxn ang="0">
                  <a:pos x="55" y="252"/>
                </a:cxn>
                <a:cxn ang="0">
                  <a:pos x="63" y="222"/>
                </a:cxn>
                <a:cxn ang="0">
                  <a:pos x="74" y="194"/>
                </a:cxn>
                <a:cxn ang="0">
                  <a:pos x="83" y="165"/>
                </a:cxn>
                <a:cxn ang="0">
                  <a:pos x="93" y="130"/>
                </a:cxn>
                <a:cxn ang="0">
                  <a:pos x="104" y="92"/>
                </a:cxn>
                <a:cxn ang="0">
                  <a:pos x="118" y="55"/>
                </a:cxn>
                <a:cxn ang="0">
                  <a:pos x="135" y="20"/>
                </a:cxn>
                <a:cxn ang="0">
                  <a:pos x="147" y="1"/>
                </a:cxn>
                <a:cxn ang="0">
                  <a:pos x="144" y="0"/>
                </a:cxn>
                <a:cxn ang="0">
                  <a:pos x="129" y="18"/>
                </a:cxn>
                <a:cxn ang="0">
                  <a:pos x="109" y="54"/>
                </a:cxn>
                <a:cxn ang="0">
                  <a:pos x="93" y="93"/>
                </a:cxn>
                <a:cxn ang="0">
                  <a:pos x="79" y="133"/>
                </a:cxn>
                <a:cxn ang="0">
                  <a:pos x="63" y="179"/>
                </a:cxn>
                <a:cxn ang="0">
                  <a:pos x="44" y="231"/>
                </a:cxn>
                <a:cxn ang="0">
                  <a:pos x="28" y="282"/>
                </a:cxn>
                <a:cxn ang="0">
                  <a:pos x="17" y="335"/>
                </a:cxn>
                <a:cxn ang="0">
                  <a:pos x="10" y="418"/>
                </a:cxn>
                <a:cxn ang="0">
                  <a:pos x="20" y="532"/>
                </a:cxn>
                <a:cxn ang="0">
                  <a:pos x="35" y="613"/>
                </a:cxn>
                <a:cxn ang="0">
                  <a:pos x="51" y="700"/>
                </a:cxn>
                <a:cxn ang="0">
                  <a:pos x="56" y="799"/>
                </a:cxn>
                <a:cxn ang="0">
                  <a:pos x="30" y="864"/>
                </a:cxn>
                <a:cxn ang="0">
                  <a:pos x="0" y="872"/>
                </a:cxn>
                <a:cxn ang="0">
                  <a:pos x="0" y="872"/>
                </a:cxn>
                <a:cxn ang="0">
                  <a:pos x="0" y="872"/>
                </a:cxn>
              </a:cxnLst>
              <a:rect l="0" t="0" r="r" b="b"/>
              <a:pathLst>
                <a:path w="147" h="874">
                  <a:moveTo>
                    <a:pt x="0" y="872"/>
                  </a:moveTo>
                  <a:lnTo>
                    <a:pt x="17" y="874"/>
                  </a:lnTo>
                  <a:lnTo>
                    <a:pt x="29" y="870"/>
                  </a:lnTo>
                  <a:lnTo>
                    <a:pt x="38" y="862"/>
                  </a:lnTo>
                  <a:lnTo>
                    <a:pt x="46" y="852"/>
                  </a:lnTo>
                  <a:lnTo>
                    <a:pt x="53" y="839"/>
                  </a:lnTo>
                  <a:lnTo>
                    <a:pt x="58" y="826"/>
                  </a:lnTo>
                  <a:lnTo>
                    <a:pt x="61" y="815"/>
                  </a:lnTo>
                  <a:lnTo>
                    <a:pt x="65" y="803"/>
                  </a:lnTo>
                  <a:lnTo>
                    <a:pt x="71" y="780"/>
                  </a:lnTo>
                  <a:lnTo>
                    <a:pt x="72" y="756"/>
                  </a:lnTo>
                  <a:lnTo>
                    <a:pt x="70" y="732"/>
                  </a:lnTo>
                  <a:lnTo>
                    <a:pt x="67" y="709"/>
                  </a:lnTo>
                  <a:lnTo>
                    <a:pt x="61" y="671"/>
                  </a:lnTo>
                  <a:lnTo>
                    <a:pt x="57" y="633"/>
                  </a:lnTo>
                  <a:lnTo>
                    <a:pt x="51" y="595"/>
                  </a:lnTo>
                  <a:lnTo>
                    <a:pt x="45" y="558"/>
                  </a:lnTo>
                  <a:lnTo>
                    <a:pt x="41" y="524"/>
                  </a:lnTo>
                  <a:lnTo>
                    <a:pt x="38" y="492"/>
                  </a:lnTo>
                  <a:lnTo>
                    <a:pt x="36" y="459"/>
                  </a:lnTo>
                  <a:lnTo>
                    <a:pt x="34" y="426"/>
                  </a:lnTo>
                  <a:lnTo>
                    <a:pt x="34" y="385"/>
                  </a:lnTo>
                  <a:lnTo>
                    <a:pt x="38" y="346"/>
                  </a:lnTo>
                  <a:lnTo>
                    <a:pt x="44" y="307"/>
                  </a:lnTo>
                  <a:lnTo>
                    <a:pt x="51" y="267"/>
                  </a:lnTo>
                  <a:lnTo>
                    <a:pt x="55" y="252"/>
                  </a:lnTo>
                  <a:lnTo>
                    <a:pt x="58" y="237"/>
                  </a:lnTo>
                  <a:lnTo>
                    <a:pt x="63" y="222"/>
                  </a:lnTo>
                  <a:lnTo>
                    <a:pt x="68" y="207"/>
                  </a:lnTo>
                  <a:lnTo>
                    <a:pt x="74" y="194"/>
                  </a:lnTo>
                  <a:lnTo>
                    <a:pt x="79" y="179"/>
                  </a:lnTo>
                  <a:lnTo>
                    <a:pt x="83" y="165"/>
                  </a:lnTo>
                  <a:lnTo>
                    <a:pt x="88" y="150"/>
                  </a:lnTo>
                  <a:lnTo>
                    <a:pt x="93" y="130"/>
                  </a:lnTo>
                  <a:lnTo>
                    <a:pt x="98" y="111"/>
                  </a:lnTo>
                  <a:lnTo>
                    <a:pt x="104" y="92"/>
                  </a:lnTo>
                  <a:lnTo>
                    <a:pt x="110" y="73"/>
                  </a:lnTo>
                  <a:lnTo>
                    <a:pt x="118" y="55"/>
                  </a:lnTo>
                  <a:lnTo>
                    <a:pt x="126" y="37"/>
                  </a:lnTo>
                  <a:lnTo>
                    <a:pt x="135" y="20"/>
                  </a:lnTo>
                  <a:lnTo>
                    <a:pt x="146" y="2"/>
                  </a:lnTo>
                  <a:lnTo>
                    <a:pt x="147" y="1"/>
                  </a:lnTo>
                  <a:lnTo>
                    <a:pt x="146" y="0"/>
                  </a:lnTo>
                  <a:lnTo>
                    <a:pt x="144" y="0"/>
                  </a:lnTo>
                  <a:lnTo>
                    <a:pt x="142" y="1"/>
                  </a:lnTo>
                  <a:lnTo>
                    <a:pt x="129" y="18"/>
                  </a:lnTo>
                  <a:lnTo>
                    <a:pt x="119" y="36"/>
                  </a:lnTo>
                  <a:lnTo>
                    <a:pt x="109" y="54"/>
                  </a:lnTo>
                  <a:lnTo>
                    <a:pt x="101" y="74"/>
                  </a:lnTo>
                  <a:lnTo>
                    <a:pt x="93" y="93"/>
                  </a:lnTo>
                  <a:lnTo>
                    <a:pt x="86" y="113"/>
                  </a:lnTo>
                  <a:lnTo>
                    <a:pt x="79" y="133"/>
                  </a:lnTo>
                  <a:lnTo>
                    <a:pt x="72" y="152"/>
                  </a:lnTo>
                  <a:lnTo>
                    <a:pt x="63" y="179"/>
                  </a:lnTo>
                  <a:lnTo>
                    <a:pt x="53" y="204"/>
                  </a:lnTo>
                  <a:lnTo>
                    <a:pt x="44" y="231"/>
                  </a:lnTo>
                  <a:lnTo>
                    <a:pt x="36" y="256"/>
                  </a:lnTo>
                  <a:lnTo>
                    <a:pt x="28" y="282"/>
                  </a:lnTo>
                  <a:lnTo>
                    <a:pt x="22" y="309"/>
                  </a:lnTo>
                  <a:lnTo>
                    <a:pt x="17" y="335"/>
                  </a:lnTo>
                  <a:lnTo>
                    <a:pt x="12" y="363"/>
                  </a:lnTo>
                  <a:lnTo>
                    <a:pt x="10" y="418"/>
                  </a:lnTo>
                  <a:lnTo>
                    <a:pt x="13" y="475"/>
                  </a:lnTo>
                  <a:lnTo>
                    <a:pt x="20" y="532"/>
                  </a:lnTo>
                  <a:lnTo>
                    <a:pt x="30" y="588"/>
                  </a:lnTo>
                  <a:lnTo>
                    <a:pt x="35" y="613"/>
                  </a:lnTo>
                  <a:lnTo>
                    <a:pt x="43" y="652"/>
                  </a:lnTo>
                  <a:lnTo>
                    <a:pt x="51" y="700"/>
                  </a:lnTo>
                  <a:lnTo>
                    <a:pt x="56" y="750"/>
                  </a:lnTo>
                  <a:lnTo>
                    <a:pt x="56" y="799"/>
                  </a:lnTo>
                  <a:lnTo>
                    <a:pt x="48" y="838"/>
                  </a:lnTo>
                  <a:lnTo>
                    <a:pt x="30" y="864"/>
                  </a:lnTo>
                  <a:lnTo>
                    <a:pt x="0" y="872"/>
                  </a:lnTo>
                  <a:lnTo>
                    <a:pt x="0" y="872"/>
                  </a:lnTo>
                  <a:lnTo>
                    <a:pt x="0" y="872"/>
                  </a:lnTo>
                  <a:lnTo>
                    <a:pt x="0" y="872"/>
                  </a:lnTo>
                  <a:lnTo>
                    <a:pt x="0" y="872"/>
                  </a:lnTo>
                  <a:lnTo>
                    <a:pt x="0" y="87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73" name="Freeform 101"/>
            <p:cNvSpPr>
              <a:spLocks/>
            </p:cNvSpPr>
            <p:nvPr/>
          </p:nvSpPr>
          <p:spPr bwMode="auto">
            <a:xfrm>
              <a:off x="1659" y="2676"/>
              <a:ext cx="73" cy="427"/>
            </a:xfrm>
            <a:custGeom>
              <a:avLst/>
              <a:gdLst/>
              <a:ahLst/>
              <a:cxnLst>
                <a:cxn ang="0">
                  <a:pos x="8" y="10"/>
                </a:cxn>
                <a:cxn ang="0">
                  <a:pos x="21" y="30"/>
                </a:cxn>
                <a:cxn ang="0">
                  <a:pos x="31" y="51"/>
                </a:cxn>
                <a:cxn ang="0">
                  <a:pos x="40" y="74"/>
                </a:cxn>
                <a:cxn ang="0">
                  <a:pos x="50" y="101"/>
                </a:cxn>
                <a:cxn ang="0">
                  <a:pos x="61" y="130"/>
                </a:cxn>
                <a:cxn ang="0">
                  <a:pos x="73" y="159"/>
                </a:cxn>
                <a:cxn ang="0">
                  <a:pos x="83" y="189"/>
                </a:cxn>
                <a:cxn ang="0">
                  <a:pos x="96" y="255"/>
                </a:cxn>
                <a:cxn ang="0">
                  <a:pos x="112" y="356"/>
                </a:cxn>
                <a:cxn ang="0">
                  <a:pos x="128" y="467"/>
                </a:cxn>
                <a:cxn ang="0">
                  <a:pos x="129" y="592"/>
                </a:cxn>
                <a:cxn ang="0">
                  <a:pos x="110" y="677"/>
                </a:cxn>
                <a:cxn ang="0">
                  <a:pos x="93" y="726"/>
                </a:cxn>
                <a:cxn ang="0">
                  <a:pos x="77" y="775"/>
                </a:cxn>
                <a:cxn ang="0">
                  <a:pos x="61" y="824"/>
                </a:cxn>
                <a:cxn ang="0">
                  <a:pos x="54" y="852"/>
                </a:cxn>
                <a:cxn ang="0">
                  <a:pos x="60" y="852"/>
                </a:cxn>
                <a:cxn ang="0">
                  <a:pos x="72" y="821"/>
                </a:cxn>
                <a:cxn ang="0">
                  <a:pos x="92" y="764"/>
                </a:cxn>
                <a:cxn ang="0">
                  <a:pos x="113" y="706"/>
                </a:cxn>
                <a:cxn ang="0">
                  <a:pos x="131" y="648"/>
                </a:cxn>
                <a:cxn ang="0">
                  <a:pos x="146" y="569"/>
                </a:cxn>
                <a:cxn ang="0">
                  <a:pos x="142" y="465"/>
                </a:cxn>
                <a:cxn ang="0">
                  <a:pos x="131" y="386"/>
                </a:cxn>
                <a:cxn ang="0">
                  <a:pos x="121" y="327"/>
                </a:cxn>
                <a:cxn ang="0">
                  <a:pos x="110" y="269"/>
                </a:cxn>
                <a:cxn ang="0">
                  <a:pos x="97" y="212"/>
                </a:cxn>
                <a:cxn ang="0">
                  <a:pos x="87" y="170"/>
                </a:cxn>
                <a:cxn ang="0">
                  <a:pos x="77" y="145"/>
                </a:cxn>
                <a:cxn ang="0">
                  <a:pos x="66" y="119"/>
                </a:cxn>
                <a:cxn ang="0">
                  <a:pos x="53" y="95"/>
                </a:cxn>
                <a:cxn ang="0">
                  <a:pos x="42" y="70"/>
                </a:cxn>
                <a:cxn ang="0">
                  <a:pos x="32" y="48"/>
                </a:cxn>
                <a:cxn ang="0">
                  <a:pos x="23" y="28"/>
                </a:cxn>
                <a:cxn ang="0">
                  <a:pos x="9" y="9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</a:cxnLst>
              <a:rect l="0" t="0" r="r" b="b"/>
              <a:pathLst>
                <a:path w="146" h="854">
                  <a:moveTo>
                    <a:pt x="0" y="1"/>
                  </a:moveTo>
                  <a:lnTo>
                    <a:pt x="8" y="10"/>
                  </a:lnTo>
                  <a:lnTo>
                    <a:pt x="15" y="19"/>
                  </a:lnTo>
                  <a:lnTo>
                    <a:pt x="21" y="30"/>
                  </a:lnTo>
                  <a:lnTo>
                    <a:pt x="27" y="40"/>
                  </a:lnTo>
                  <a:lnTo>
                    <a:pt x="31" y="51"/>
                  </a:lnTo>
                  <a:lnTo>
                    <a:pt x="36" y="63"/>
                  </a:lnTo>
                  <a:lnTo>
                    <a:pt x="40" y="74"/>
                  </a:lnTo>
                  <a:lnTo>
                    <a:pt x="44" y="86"/>
                  </a:lnTo>
                  <a:lnTo>
                    <a:pt x="50" y="101"/>
                  </a:lnTo>
                  <a:lnTo>
                    <a:pt x="55" y="116"/>
                  </a:lnTo>
                  <a:lnTo>
                    <a:pt x="61" y="130"/>
                  </a:lnTo>
                  <a:lnTo>
                    <a:pt x="67" y="145"/>
                  </a:lnTo>
                  <a:lnTo>
                    <a:pt x="73" y="159"/>
                  </a:lnTo>
                  <a:lnTo>
                    <a:pt x="78" y="174"/>
                  </a:lnTo>
                  <a:lnTo>
                    <a:pt x="83" y="189"/>
                  </a:lnTo>
                  <a:lnTo>
                    <a:pt x="87" y="205"/>
                  </a:lnTo>
                  <a:lnTo>
                    <a:pt x="96" y="255"/>
                  </a:lnTo>
                  <a:lnTo>
                    <a:pt x="105" y="305"/>
                  </a:lnTo>
                  <a:lnTo>
                    <a:pt x="112" y="356"/>
                  </a:lnTo>
                  <a:lnTo>
                    <a:pt x="120" y="406"/>
                  </a:lnTo>
                  <a:lnTo>
                    <a:pt x="128" y="467"/>
                  </a:lnTo>
                  <a:lnTo>
                    <a:pt x="131" y="530"/>
                  </a:lnTo>
                  <a:lnTo>
                    <a:pt x="129" y="592"/>
                  </a:lnTo>
                  <a:lnTo>
                    <a:pt x="118" y="652"/>
                  </a:lnTo>
                  <a:lnTo>
                    <a:pt x="110" y="677"/>
                  </a:lnTo>
                  <a:lnTo>
                    <a:pt x="101" y="701"/>
                  </a:lnTo>
                  <a:lnTo>
                    <a:pt x="93" y="726"/>
                  </a:lnTo>
                  <a:lnTo>
                    <a:pt x="85" y="750"/>
                  </a:lnTo>
                  <a:lnTo>
                    <a:pt x="77" y="775"/>
                  </a:lnTo>
                  <a:lnTo>
                    <a:pt x="69" y="799"/>
                  </a:lnTo>
                  <a:lnTo>
                    <a:pt x="61" y="824"/>
                  </a:lnTo>
                  <a:lnTo>
                    <a:pt x="54" y="849"/>
                  </a:lnTo>
                  <a:lnTo>
                    <a:pt x="54" y="852"/>
                  </a:lnTo>
                  <a:lnTo>
                    <a:pt x="57" y="854"/>
                  </a:lnTo>
                  <a:lnTo>
                    <a:pt x="60" y="852"/>
                  </a:lnTo>
                  <a:lnTo>
                    <a:pt x="61" y="850"/>
                  </a:lnTo>
                  <a:lnTo>
                    <a:pt x="72" y="821"/>
                  </a:lnTo>
                  <a:lnTo>
                    <a:pt x="82" y="792"/>
                  </a:lnTo>
                  <a:lnTo>
                    <a:pt x="92" y="764"/>
                  </a:lnTo>
                  <a:lnTo>
                    <a:pt x="103" y="735"/>
                  </a:lnTo>
                  <a:lnTo>
                    <a:pt x="113" y="706"/>
                  </a:lnTo>
                  <a:lnTo>
                    <a:pt x="123" y="678"/>
                  </a:lnTo>
                  <a:lnTo>
                    <a:pt x="131" y="648"/>
                  </a:lnTo>
                  <a:lnTo>
                    <a:pt x="139" y="620"/>
                  </a:lnTo>
                  <a:lnTo>
                    <a:pt x="146" y="569"/>
                  </a:lnTo>
                  <a:lnTo>
                    <a:pt x="146" y="517"/>
                  </a:lnTo>
                  <a:lnTo>
                    <a:pt x="142" y="465"/>
                  </a:lnTo>
                  <a:lnTo>
                    <a:pt x="136" y="414"/>
                  </a:lnTo>
                  <a:lnTo>
                    <a:pt x="131" y="386"/>
                  </a:lnTo>
                  <a:lnTo>
                    <a:pt x="127" y="357"/>
                  </a:lnTo>
                  <a:lnTo>
                    <a:pt x="121" y="327"/>
                  </a:lnTo>
                  <a:lnTo>
                    <a:pt x="115" y="298"/>
                  </a:lnTo>
                  <a:lnTo>
                    <a:pt x="110" y="269"/>
                  </a:lnTo>
                  <a:lnTo>
                    <a:pt x="103" y="240"/>
                  </a:lnTo>
                  <a:lnTo>
                    <a:pt x="97" y="212"/>
                  </a:lnTo>
                  <a:lnTo>
                    <a:pt x="90" y="183"/>
                  </a:lnTo>
                  <a:lnTo>
                    <a:pt x="87" y="170"/>
                  </a:lnTo>
                  <a:lnTo>
                    <a:pt x="82" y="157"/>
                  </a:lnTo>
                  <a:lnTo>
                    <a:pt x="77" y="145"/>
                  </a:lnTo>
                  <a:lnTo>
                    <a:pt x="72" y="132"/>
                  </a:lnTo>
                  <a:lnTo>
                    <a:pt x="66" y="119"/>
                  </a:lnTo>
                  <a:lnTo>
                    <a:pt x="59" y="107"/>
                  </a:lnTo>
                  <a:lnTo>
                    <a:pt x="53" y="95"/>
                  </a:lnTo>
                  <a:lnTo>
                    <a:pt x="47" y="83"/>
                  </a:lnTo>
                  <a:lnTo>
                    <a:pt x="42" y="70"/>
                  </a:lnTo>
                  <a:lnTo>
                    <a:pt x="37" y="59"/>
                  </a:lnTo>
                  <a:lnTo>
                    <a:pt x="32" y="48"/>
                  </a:lnTo>
                  <a:lnTo>
                    <a:pt x="28" y="38"/>
                  </a:lnTo>
                  <a:lnTo>
                    <a:pt x="23" y="28"/>
                  </a:lnTo>
                  <a:lnTo>
                    <a:pt x="16" y="18"/>
                  </a:lnTo>
                  <a:lnTo>
                    <a:pt x="9" y="9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74" name="Freeform 102"/>
            <p:cNvSpPr>
              <a:spLocks/>
            </p:cNvSpPr>
            <p:nvPr/>
          </p:nvSpPr>
          <p:spPr bwMode="auto">
            <a:xfrm>
              <a:off x="1736" y="3384"/>
              <a:ext cx="45" cy="25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7" y="2"/>
                </a:cxn>
                <a:cxn ang="0">
                  <a:pos x="13" y="3"/>
                </a:cxn>
                <a:cxn ang="0">
                  <a:pos x="19" y="5"/>
                </a:cxn>
                <a:cxn ang="0">
                  <a:pos x="24" y="8"/>
                </a:cxn>
                <a:cxn ang="0">
                  <a:pos x="30" y="10"/>
                </a:cxn>
                <a:cxn ang="0">
                  <a:pos x="36" y="14"/>
                </a:cxn>
                <a:cxn ang="0">
                  <a:pos x="42" y="17"/>
                </a:cxn>
                <a:cxn ang="0">
                  <a:pos x="48" y="20"/>
                </a:cxn>
                <a:cxn ang="0">
                  <a:pos x="52" y="24"/>
                </a:cxn>
                <a:cxn ang="0">
                  <a:pos x="57" y="27"/>
                </a:cxn>
                <a:cxn ang="0">
                  <a:pos x="60" y="31"/>
                </a:cxn>
                <a:cxn ang="0">
                  <a:pos x="65" y="34"/>
                </a:cxn>
                <a:cxn ang="0">
                  <a:pos x="69" y="39"/>
                </a:cxn>
                <a:cxn ang="0">
                  <a:pos x="73" y="42"/>
                </a:cxn>
                <a:cxn ang="0">
                  <a:pos x="77" y="46"/>
                </a:cxn>
                <a:cxn ang="0">
                  <a:pos x="82" y="49"/>
                </a:cxn>
                <a:cxn ang="0">
                  <a:pos x="86" y="49"/>
                </a:cxn>
                <a:cxn ang="0">
                  <a:pos x="89" y="45"/>
                </a:cxn>
                <a:cxn ang="0">
                  <a:pos x="90" y="41"/>
                </a:cxn>
                <a:cxn ang="0">
                  <a:pos x="89" y="38"/>
                </a:cxn>
                <a:cxn ang="0">
                  <a:pos x="81" y="29"/>
                </a:cxn>
                <a:cxn ang="0">
                  <a:pos x="72" y="20"/>
                </a:cxn>
                <a:cxn ang="0">
                  <a:pos x="61" y="14"/>
                </a:cxn>
                <a:cxn ang="0">
                  <a:pos x="50" y="8"/>
                </a:cxn>
                <a:cxn ang="0">
                  <a:pos x="37" y="4"/>
                </a:cxn>
                <a:cxn ang="0">
                  <a:pos x="24" y="1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90" h="49">
                  <a:moveTo>
                    <a:pt x="0" y="1"/>
                  </a:moveTo>
                  <a:lnTo>
                    <a:pt x="7" y="2"/>
                  </a:lnTo>
                  <a:lnTo>
                    <a:pt x="13" y="3"/>
                  </a:lnTo>
                  <a:lnTo>
                    <a:pt x="19" y="5"/>
                  </a:lnTo>
                  <a:lnTo>
                    <a:pt x="24" y="8"/>
                  </a:lnTo>
                  <a:lnTo>
                    <a:pt x="30" y="10"/>
                  </a:lnTo>
                  <a:lnTo>
                    <a:pt x="36" y="14"/>
                  </a:lnTo>
                  <a:lnTo>
                    <a:pt x="42" y="17"/>
                  </a:lnTo>
                  <a:lnTo>
                    <a:pt x="48" y="20"/>
                  </a:lnTo>
                  <a:lnTo>
                    <a:pt x="52" y="24"/>
                  </a:lnTo>
                  <a:lnTo>
                    <a:pt x="57" y="27"/>
                  </a:lnTo>
                  <a:lnTo>
                    <a:pt x="60" y="31"/>
                  </a:lnTo>
                  <a:lnTo>
                    <a:pt x="65" y="34"/>
                  </a:lnTo>
                  <a:lnTo>
                    <a:pt x="69" y="39"/>
                  </a:lnTo>
                  <a:lnTo>
                    <a:pt x="73" y="42"/>
                  </a:lnTo>
                  <a:lnTo>
                    <a:pt x="77" y="46"/>
                  </a:lnTo>
                  <a:lnTo>
                    <a:pt x="82" y="49"/>
                  </a:lnTo>
                  <a:lnTo>
                    <a:pt x="86" y="49"/>
                  </a:lnTo>
                  <a:lnTo>
                    <a:pt x="89" y="45"/>
                  </a:lnTo>
                  <a:lnTo>
                    <a:pt x="90" y="41"/>
                  </a:lnTo>
                  <a:lnTo>
                    <a:pt x="89" y="38"/>
                  </a:lnTo>
                  <a:lnTo>
                    <a:pt x="81" y="29"/>
                  </a:lnTo>
                  <a:lnTo>
                    <a:pt x="72" y="20"/>
                  </a:lnTo>
                  <a:lnTo>
                    <a:pt x="61" y="14"/>
                  </a:lnTo>
                  <a:lnTo>
                    <a:pt x="50" y="8"/>
                  </a:lnTo>
                  <a:lnTo>
                    <a:pt x="37" y="4"/>
                  </a:lnTo>
                  <a:lnTo>
                    <a:pt x="24" y="1"/>
                  </a:lnTo>
                  <a:lnTo>
                    <a:pt x="12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75" name="Freeform 103"/>
            <p:cNvSpPr>
              <a:spLocks/>
            </p:cNvSpPr>
            <p:nvPr/>
          </p:nvSpPr>
          <p:spPr bwMode="auto">
            <a:xfrm>
              <a:off x="1576" y="3221"/>
              <a:ext cx="110" cy="71"/>
            </a:xfrm>
            <a:custGeom>
              <a:avLst/>
              <a:gdLst/>
              <a:ahLst/>
              <a:cxnLst>
                <a:cxn ang="0">
                  <a:pos x="220" y="140"/>
                </a:cxn>
                <a:cxn ang="0">
                  <a:pos x="213" y="126"/>
                </a:cxn>
                <a:cxn ang="0">
                  <a:pos x="206" y="113"/>
                </a:cxn>
                <a:cxn ang="0">
                  <a:pos x="199" y="100"/>
                </a:cxn>
                <a:cxn ang="0">
                  <a:pos x="192" y="86"/>
                </a:cxn>
                <a:cxn ang="0">
                  <a:pos x="184" y="73"/>
                </a:cxn>
                <a:cxn ang="0">
                  <a:pos x="174" y="62"/>
                </a:cxn>
                <a:cxn ang="0">
                  <a:pos x="160" y="50"/>
                </a:cxn>
                <a:cxn ang="0">
                  <a:pos x="143" y="41"/>
                </a:cxn>
                <a:cxn ang="0">
                  <a:pos x="135" y="39"/>
                </a:cxn>
                <a:cxn ang="0">
                  <a:pos x="127" y="36"/>
                </a:cxn>
                <a:cxn ang="0">
                  <a:pos x="119" y="36"/>
                </a:cxn>
                <a:cxn ang="0">
                  <a:pos x="110" y="36"/>
                </a:cxn>
                <a:cxn ang="0">
                  <a:pos x="100" y="36"/>
                </a:cxn>
                <a:cxn ang="0">
                  <a:pos x="91" y="38"/>
                </a:cxn>
                <a:cxn ang="0">
                  <a:pos x="83" y="39"/>
                </a:cxn>
                <a:cxn ang="0">
                  <a:pos x="75" y="40"/>
                </a:cxn>
                <a:cxn ang="0">
                  <a:pos x="66" y="39"/>
                </a:cxn>
                <a:cxn ang="0">
                  <a:pos x="55" y="36"/>
                </a:cxn>
                <a:cxn ang="0">
                  <a:pos x="45" y="33"/>
                </a:cxn>
                <a:cxn ang="0">
                  <a:pos x="36" y="27"/>
                </a:cxn>
                <a:cxn ang="0">
                  <a:pos x="27" y="21"/>
                </a:cxn>
                <a:cxn ang="0">
                  <a:pos x="17" y="15"/>
                </a:cxn>
                <a:cxn ang="0">
                  <a:pos x="10" y="8"/>
                </a:cxn>
                <a:cxn ang="0">
                  <a:pos x="5" y="1"/>
                </a:cxn>
                <a:cxn ang="0">
                  <a:pos x="4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4"/>
                </a:cxn>
                <a:cxn ang="0">
                  <a:pos x="6" y="17"/>
                </a:cxn>
                <a:cxn ang="0">
                  <a:pos x="14" y="28"/>
                </a:cxn>
                <a:cxn ang="0">
                  <a:pos x="23" y="38"/>
                </a:cxn>
                <a:cxn ang="0">
                  <a:pos x="34" y="46"/>
                </a:cxn>
                <a:cxn ang="0">
                  <a:pos x="44" y="53"/>
                </a:cxn>
                <a:cxn ang="0">
                  <a:pos x="57" y="57"/>
                </a:cxn>
                <a:cxn ang="0">
                  <a:pos x="69" y="61"/>
                </a:cxn>
                <a:cxn ang="0">
                  <a:pos x="83" y="61"/>
                </a:cxn>
                <a:cxn ang="0">
                  <a:pos x="96" y="60"/>
                </a:cxn>
                <a:cxn ang="0">
                  <a:pos x="108" y="56"/>
                </a:cxn>
                <a:cxn ang="0">
                  <a:pos x="120" y="54"/>
                </a:cxn>
                <a:cxn ang="0">
                  <a:pos x="131" y="53"/>
                </a:cxn>
                <a:cxn ang="0">
                  <a:pos x="142" y="53"/>
                </a:cxn>
                <a:cxn ang="0">
                  <a:pos x="152" y="55"/>
                </a:cxn>
                <a:cxn ang="0">
                  <a:pos x="164" y="61"/>
                </a:cxn>
                <a:cxn ang="0">
                  <a:pos x="175" y="70"/>
                </a:cxn>
                <a:cxn ang="0">
                  <a:pos x="182" y="78"/>
                </a:cxn>
                <a:cxn ang="0">
                  <a:pos x="187" y="86"/>
                </a:cxn>
                <a:cxn ang="0">
                  <a:pos x="192" y="95"/>
                </a:cxn>
                <a:cxn ang="0">
                  <a:pos x="197" y="106"/>
                </a:cxn>
                <a:cxn ang="0">
                  <a:pos x="202" y="115"/>
                </a:cxn>
                <a:cxn ang="0">
                  <a:pos x="207" y="124"/>
                </a:cxn>
                <a:cxn ang="0">
                  <a:pos x="213" y="133"/>
                </a:cxn>
                <a:cxn ang="0">
                  <a:pos x="220" y="141"/>
                </a:cxn>
                <a:cxn ang="0">
                  <a:pos x="220" y="141"/>
                </a:cxn>
                <a:cxn ang="0">
                  <a:pos x="220" y="140"/>
                </a:cxn>
                <a:cxn ang="0">
                  <a:pos x="220" y="140"/>
                </a:cxn>
                <a:cxn ang="0">
                  <a:pos x="220" y="140"/>
                </a:cxn>
                <a:cxn ang="0">
                  <a:pos x="220" y="140"/>
                </a:cxn>
              </a:cxnLst>
              <a:rect l="0" t="0" r="r" b="b"/>
              <a:pathLst>
                <a:path w="220" h="141">
                  <a:moveTo>
                    <a:pt x="220" y="140"/>
                  </a:moveTo>
                  <a:lnTo>
                    <a:pt x="213" y="126"/>
                  </a:lnTo>
                  <a:lnTo>
                    <a:pt x="206" y="113"/>
                  </a:lnTo>
                  <a:lnTo>
                    <a:pt x="199" y="100"/>
                  </a:lnTo>
                  <a:lnTo>
                    <a:pt x="192" y="86"/>
                  </a:lnTo>
                  <a:lnTo>
                    <a:pt x="184" y="73"/>
                  </a:lnTo>
                  <a:lnTo>
                    <a:pt x="174" y="62"/>
                  </a:lnTo>
                  <a:lnTo>
                    <a:pt x="160" y="50"/>
                  </a:lnTo>
                  <a:lnTo>
                    <a:pt x="143" y="41"/>
                  </a:lnTo>
                  <a:lnTo>
                    <a:pt x="135" y="39"/>
                  </a:lnTo>
                  <a:lnTo>
                    <a:pt x="127" y="36"/>
                  </a:lnTo>
                  <a:lnTo>
                    <a:pt x="119" y="36"/>
                  </a:lnTo>
                  <a:lnTo>
                    <a:pt x="110" y="36"/>
                  </a:lnTo>
                  <a:lnTo>
                    <a:pt x="100" y="36"/>
                  </a:lnTo>
                  <a:lnTo>
                    <a:pt x="91" y="38"/>
                  </a:lnTo>
                  <a:lnTo>
                    <a:pt x="83" y="39"/>
                  </a:lnTo>
                  <a:lnTo>
                    <a:pt x="75" y="40"/>
                  </a:lnTo>
                  <a:lnTo>
                    <a:pt x="66" y="39"/>
                  </a:lnTo>
                  <a:lnTo>
                    <a:pt x="55" y="36"/>
                  </a:lnTo>
                  <a:lnTo>
                    <a:pt x="45" y="33"/>
                  </a:lnTo>
                  <a:lnTo>
                    <a:pt x="36" y="27"/>
                  </a:lnTo>
                  <a:lnTo>
                    <a:pt x="27" y="21"/>
                  </a:lnTo>
                  <a:lnTo>
                    <a:pt x="17" y="15"/>
                  </a:lnTo>
                  <a:lnTo>
                    <a:pt x="10" y="8"/>
                  </a:lnTo>
                  <a:lnTo>
                    <a:pt x="5" y="1"/>
                  </a:lnTo>
                  <a:lnTo>
                    <a:pt x="4" y="0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4"/>
                  </a:lnTo>
                  <a:lnTo>
                    <a:pt x="6" y="17"/>
                  </a:lnTo>
                  <a:lnTo>
                    <a:pt x="14" y="28"/>
                  </a:lnTo>
                  <a:lnTo>
                    <a:pt x="23" y="38"/>
                  </a:lnTo>
                  <a:lnTo>
                    <a:pt x="34" y="46"/>
                  </a:lnTo>
                  <a:lnTo>
                    <a:pt x="44" y="53"/>
                  </a:lnTo>
                  <a:lnTo>
                    <a:pt x="57" y="57"/>
                  </a:lnTo>
                  <a:lnTo>
                    <a:pt x="69" y="61"/>
                  </a:lnTo>
                  <a:lnTo>
                    <a:pt x="83" y="61"/>
                  </a:lnTo>
                  <a:lnTo>
                    <a:pt x="96" y="60"/>
                  </a:lnTo>
                  <a:lnTo>
                    <a:pt x="108" y="56"/>
                  </a:lnTo>
                  <a:lnTo>
                    <a:pt x="120" y="54"/>
                  </a:lnTo>
                  <a:lnTo>
                    <a:pt x="131" y="53"/>
                  </a:lnTo>
                  <a:lnTo>
                    <a:pt x="142" y="53"/>
                  </a:lnTo>
                  <a:lnTo>
                    <a:pt x="152" y="55"/>
                  </a:lnTo>
                  <a:lnTo>
                    <a:pt x="164" y="61"/>
                  </a:lnTo>
                  <a:lnTo>
                    <a:pt x="175" y="70"/>
                  </a:lnTo>
                  <a:lnTo>
                    <a:pt x="182" y="78"/>
                  </a:lnTo>
                  <a:lnTo>
                    <a:pt x="187" y="86"/>
                  </a:lnTo>
                  <a:lnTo>
                    <a:pt x="192" y="95"/>
                  </a:lnTo>
                  <a:lnTo>
                    <a:pt x="197" y="106"/>
                  </a:lnTo>
                  <a:lnTo>
                    <a:pt x="202" y="115"/>
                  </a:lnTo>
                  <a:lnTo>
                    <a:pt x="207" y="124"/>
                  </a:lnTo>
                  <a:lnTo>
                    <a:pt x="213" y="133"/>
                  </a:lnTo>
                  <a:lnTo>
                    <a:pt x="220" y="141"/>
                  </a:lnTo>
                  <a:lnTo>
                    <a:pt x="220" y="141"/>
                  </a:lnTo>
                  <a:lnTo>
                    <a:pt x="220" y="140"/>
                  </a:lnTo>
                  <a:lnTo>
                    <a:pt x="220" y="140"/>
                  </a:lnTo>
                  <a:lnTo>
                    <a:pt x="220" y="140"/>
                  </a:lnTo>
                  <a:lnTo>
                    <a:pt x="220" y="14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76" name="Freeform 104"/>
            <p:cNvSpPr>
              <a:spLocks/>
            </p:cNvSpPr>
            <p:nvPr/>
          </p:nvSpPr>
          <p:spPr bwMode="auto">
            <a:xfrm>
              <a:off x="1602" y="3254"/>
              <a:ext cx="61" cy="38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10"/>
                </a:cxn>
                <a:cxn ang="0">
                  <a:pos x="0" y="20"/>
                </a:cxn>
                <a:cxn ang="0">
                  <a:pos x="4" y="28"/>
                </a:cxn>
                <a:cxn ang="0">
                  <a:pos x="8" y="37"/>
                </a:cxn>
                <a:cxn ang="0">
                  <a:pos x="14" y="45"/>
                </a:cxn>
                <a:cxn ang="0">
                  <a:pos x="21" y="52"/>
                </a:cxn>
                <a:cxn ang="0">
                  <a:pos x="29" y="59"/>
                </a:cxn>
                <a:cxn ang="0">
                  <a:pos x="37" y="65"/>
                </a:cxn>
                <a:cxn ang="0">
                  <a:pos x="47" y="71"/>
                </a:cxn>
                <a:cxn ang="0">
                  <a:pos x="59" y="74"/>
                </a:cxn>
                <a:cxn ang="0">
                  <a:pos x="70" y="75"/>
                </a:cxn>
                <a:cxn ang="0">
                  <a:pos x="81" y="75"/>
                </a:cxn>
                <a:cxn ang="0">
                  <a:pos x="92" y="72"/>
                </a:cxn>
                <a:cxn ang="0">
                  <a:pos x="103" y="67"/>
                </a:cxn>
                <a:cxn ang="0">
                  <a:pos x="112" y="60"/>
                </a:cxn>
                <a:cxn ang="0">
                  <a:pos x="121" y="51"/>
                </a:cxn>
                <a:cxn ang="0">
                  <a:pos x="122" y="48"/>
                </a:cxn>
                <a:cxn ang="0">
                  <a:pos x="122" y="45"/>
                </a:cxn>
                <a:cxn ang="0">
                  <a:pos x="121" y="43"/>
                </a:cxn>
                <a:cxn ang="0">
                  <a:pos x="119" y="44"/>
                </a:cxn>
                <a:cxn ang="0">
                  <a:pos x="110" y="50"/>
                </a:cxn>
                <a:cxn ang="0">
                  <a:pos x="101" y="55"/>
                </a:cxn>
                <a:cxn ang="0">
                  <a:pos x="92" y="57"/>
                </a:cxn>
                <a:cxn ang="0">
                  <a:pos x="83" y="58"/>
                </a:cxn>
                <a:cxn ang="0">
                  <a:pos x="74" y="58"/>
                </a:cxn>
                <a:cxn ang="0">
                  <a:pos x="65" y="57"/>
                </a:cxn>
                <a:cxn ang="0">
                  <a:pos x="55" y="53"/>
                </a:cxn>
                <a:cxn ang="0">
                  <a:pos x="46" y="48"/>
                </a:cxn>
                <a:cxn ang="0">
                  <a:pos x="39" y="44"/>
                </a:cxn>
                <a:cxn ang="0">
                  <a:pos x="31" y="40"/>
                </a:cxn>
                <a:cxn ang="0">
                  <a:pos x="23" y="35"/>
                </a:cxn>
                <a:cxn ang="0">
                  <a:pos x="16" y="30"/>
                </a:cxn>
                <a:cxn ang="0">
                  <a:pos x="9" y="25"/>
                </a:cxn>
                <a:cxn ang="0">
                  <a:pos x="5" y="18"/>
                </a:cxn>
                <a:cxn ang="0">
                  <a:pos x="2" y="1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122" h="75">
                  <a:moveTo>
                    <a:pt x="2" y="0"/>
                  </a:moveTo>
                  <a:lnTo>
                    <a:pt x="0" y="10"/>
                  </a:lnTo>
                  <a:lnTo>
                    <a:pt x="0" y="20"/>
                  </a:lnTo>
                  <a:lnTo>
                    <a:pt x="4" y="28"/>
                  </a:lnTo>
                  <a:lnTo>
                    <a:pt x="8" y="37"/>
                  </a:lnTo>
                  <a:lnTo>
                    <a:pt x="14" y="45"/>
                  </a:lnTo>
                  <a:lnTo>
                    <a:pt x="21" y="52"/>
                  </a:lnTo>
                  <a:lnTo>
                    <a:pt x="29" y="59"/>
                  </a:lnTo>
                  <a:lnTo>
                    <a:pt x="37" y="65"/>
                  </a:lnTo>
                  <a:lnTo>
                    <a:pt x="47" y="71"/>
                  </a:lnTo>
                  <a:lnTo>
                    <a:pt x="59" y="74"/>
                  </a:lnTo>
                  <a:lnTo>
                    <a:pt x="70" y="75"/>
                  </a:lnTo>
                  <a:lnTo>
                    <a:pt x="81" y="75"/>
                  </a:lnTo>
                  <a:lnTo>
                    <a:pt x="92" y="72"/>
                  </a:lnTo>
                  <a:lnTo>
                    <a:pt x="103" y="67"/>
                  </a:lnTo>
                  <a:lnTo>
                    <a:pt x="112" y="60"/>
                  </a:lnTo>
                  <a:lnTo>
                    <a:pt x="121" y="51"/>
                  </a:lnTo>
                  <a:lnTo>
                    <a:pt x="122" y="48"/>
                  </a:lnTo>
                  <a:lnTo>
                    <a:pt x="122" y="45"/>
                  </a:lnTo>
                  <a:lnTo>
                    <a:pt x="121" y="43"/>
                  </a:lnTo>
                  <a:lnTo>
                    <a:pt x="119" y="44"/>
                  </a:lnTo>
                  <a:lnTo>
                    <a:pt x="110" y="50"/>
                  </a:lnTo>
                  <a:lnTo>
                    <a:pt x="101" y="55"/>
                  </a:lnTo>
                  <a:lnTo>
                    <a:pt x="92" y="57"/>
                  </a:lnTo>
                  <a:lnTo>
                    <a:pt x="83" y="58"/>
                  </a:lnTo>
                  <a:lnTo>
                    <a:pt x="74" y="58"/>
                  </a:lnTo>
                  <a:lnTo>
                    <a:pt x="65" y="57"/>
                  </a:lnTo>
                  <a:lnTo>
                    <a:pt x="55" y="53"/>
                  </a:lnTo>
                  <a:lnTo>
                    <a:pt x="46" y="48"/>
                  </a:lnTo>
                  <a:lnTo>
                    <a:pt x="39" y="44"/>
                  </a:lnTo>
                  <a:lnTo>
                    <a:pt x="31" y="40"/>
                  </a:lnTo>
                  <a:lnTo>
                    <a:pt x="23" y="35"/>
                  </a:lnTo>
                  <a:lnTo>
                    <a:pt x="16" y="30"/>
                  </a:lnTo>
                  <a:lnTo>
                    <a:pt x="9" y="25"/>
                  </a:lnTo>
                  <a:lnTo>
                    <a:pt x="5" y="18"/>
                  </a:lnTo>
                  <a:lnTo>
                    <a:pt x="2" y="1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77" name="Freeform 105"/>
            <p:cNvSpPr>
              <a:spLocks/>
            </p:cNvSpPr>
            <p:nvPr/>
          </p:nvSpPr>
          <p:spPr bwMode="auto">
            <a:xfrm>
              <a:off x="1604" y="3247"/>
              <a:ext cx="49" cy="35"/>
            </a:xfrm>
            <a:custGeom>
              <a:avLst/>
              <a:gdLst/>
              <a:ahLst/>
              <a:cxnLst>
                <a:cxn ang="0">
                  <a:pos x="56" y="3"/>
                </a:cxn>
                <a:cxn ang="0">
                  <a:pos x="67" y="5"/>
                </a:cxn>
                <a:cxn ang="0">
                  <a:pos x="75" y="9"/>
                </a:cxn>
                <a:cxn ang="0">
                  <a:pos x="83" y="15"/>
                </a:cxn>
                <a:cxn ang="0">
                  <a:pos x="88" y="23"/>
                </a:cxn>
                <a:cxn ang="0">
                  <a:pos x="92" y="31"/>
                </a:cxn>
                <a:cxn ang="0">
                  <a:pos x="91" y="38"/>
                </a:cxn>
                <a:cxn ang="0">
                  <a:pos x="88" y="43"/>
                </a:cxn>
                <a:cxn ang="0">
                  <a:pos x="83" y="47"/>
                </a:cxn>
                <a:cxn ang="0">
                  <a:pos x="76" y="50"/>
                </a:cxn>
                <a:cxn ang="0">
                  <a:pos x="69" y="51"/>
                </a:cxn>
                <a:cxn ang="0">
                  <a:pos x="61" y="51"/>
                </a:cxn>
                <a:cxn ang="0">
                  <a:pos x="55" y="51"/>
                </a:cxn>
                <a:cxn ang="0">
                  <a:pos x="46" y="49"/>
                </a:cxn>
                <a:cxn ang="0">
                  <a:pos x="37" y="45"/>
                </a:cxn>
                <a:cxn ang="0">
                  <a:pos x="29" y="38"/>
                </a:cxn>
                <a:cxn ang="0">
                  <a:pos x="22" y="31"/>
                </a:cxn>
                <a:cxn ang="0">
                  <a:pos x="19" y="24"/>
                </a:cxn>
                <a:cxn ang="0">
                  <a:pos x="18" y="17"/>
                </a:cxn>
                <a:cxn ang="0">
                  <a:pos x="17" y="9"/>
                </a:cxn>
                <a:cxn ang="0">
                  <a:pos x="14" y="2"/>
                </a:cxn>
                <a:cxn ang="0">
                  <a:pos x="11" y="0"/>
                </a:cxn>
                <a:cxn ang="0">
                  <a:pos x="8" y="0"/>
                </a:cxn>
                <a:cxn ang="0">
                  <a:pos x="5" y="3"/>
                </a:cxn>
                <a:cxn ang="0">
                  <a:pos x="3" y="5"/>
                </a:cxn>
                <a:cxn ang="0">
                  <a:pos x="0" y="20"/>
                </a:cxn>
                <a:cxn ang="0">
                  <a:pos x="0" y="34"/>
                </a:cxn>
                <a:cxn ang="0">
                  <a:pos x="4" y="48"/>
                </a:cxn>
                <a:cxn ang="0">
                  <a:pos x="15" y="58"/>
                </a:cxn>
                <a:cxn ang="0">
                  <a:pos x="22" y="62"/>
                </a:cxn>
                <a:cxn ang="0">
                  <a:pos x="30" y="65"/>
                </a:cxn>
                <a:cxn ang="0">
                  <a:pos x="37" y="69"/>
                </a:cxn>
                <a:cxn ang="0">
                  <a:pos x="46" y="70"/>
                </a:cxn>
                <a:cxn ang="0">
                  <a:pos x="54" y="70"/>
                </a:cxn>
                <a:cxn ang="0">
                  <a:pos x="62" y="70"/>
                </a:cxn>
                <a:cxn ang="0">
                  <a:pos x="70" y="68"/>
                </a:cxn>
                <a:cxn ang="0">
                  <a:pos x="77" y="64"/>
                </a:cxn>
                <a:cxn ang="0">
                  <a:pos x="86" y="56"/>
                </a:cxn>
                <a:cxn ang="0">
                  <a:pos x="93" y="48"/>
                </a:cxn>
                <a:cxn ang="0">
                  <a:pos x="98" y="38"/>
                </a:cxn>
                <a:cxn ang="0">
                  <a:pos x="98" y="26"/>
                </a:cxn>
                <a:cxn ang="0">
                  <a:pos x="95" y="19"/>
                </a:cxn>
                <a:cxn ang="0">
                  <a:pos x="92" y="13"/>
                </a:cxn>
                <a:cxn ang="0">
                  <a:pos x="87" y="9"/>
                </a:cxn>
                <a:cxn ang="0">
                  <a:pos x="81" y="7"/>
                </a:cxn>
                <a:cxn ang="0">
                  <a:pos x="76" y="4"/>
                </a:cxn>
                <a:cxn ang="0">
                  <a:pos x="69" y="3"/>
                </a:cxn>
                <a:cxn ang="0">
                  <a:pos x="62" y="2"/>
                </a:cxn>
                <a:cxn ang="0">
                  <a:pos x="56" y="2"/>
                </a:cxn>
                <a:cxn ang="0">
                  <a:pos x="56" y="2"/>
                </a:cxn>
                <a:cxn ang="0">
                  <a:pos x="56" y="2"/>
                </a:cxn>
                <a:cxn ang="0">
                  <a:pos x="56" y="3"/>
                </a:cxn>
                <a:cxn ang="0">
                  <a:pos x="56" y="3"/>
                </a:cxn>
                <a:cxn ang="0">
                  <a:pos x="56" y="3"/>
                </a:cxn>
              </a:cxnLst>
              <a:rect l="0" t="0" r="r" b="b"/>
              <a:pathLst>
                <a:path w="98" h="70">
                  <a:moveTo>
                    <a:pt x="56" y="3"/>
                  </a:moveTo>
                  <a:lnTo>
                    <a:pt x="67" y="5"/>
                  </a:lnTo>
                  <a:lnTo>
                    <a:pt x="75" y="9"/>
                  </a:lnTo>
                  <a:lnTo>
                    <a:pt x="83" y="15"/>
                  </a:lnTo>
                  <a:lnTo>
                    <a:pt x="88" y="23"/>
                  </a:lnTo>
                  <a:lnTo>
                    <a:pt x="92" y="31"/>
                  </a:lnTo>
                  <a:lnTo>
                    <a:pt x="91" y="38"/>
                  </a:lnTo>
                  <a:lnTo>
                    <a:pt x="88" y="43"/>
                  </a:lnTo>
                  <a:lnTo>
                    <a:pt x="83" y="47"/>
                  </a:lnTo>
                  <a:lnTo>
                    <a:pt x="76" y="50"/>
                  </a:lnTo>
                  <a:lnTo>
                    <a:pt x="69" y="51"/>
                  </a:lnTo>
                  <a:lnTo>
                    <a:pt x="61" y="51"/>
                  </a:lnTo>
                  <a:lnTo>
                    <a:pt x="55" y="51"/>
                  </a:lnTo>
                  <a:lnTo>
                    <a:pt x="46" y="49"/>
                  </a:lnTo>
                  <a:lnTo>
                    <a:pt x="37" y="45"/>
                  </a:lnTo>
                  <a:lnTo>
                    <a:pt x="29" y="38"/>
                  </a:lnTo>
                  <a:lnTo>
                    <a:pt x="22" y="31"/>
                  </a:lnTo>
                  <a:lnTo>
                    <a:pt x="19" y="24"/>
                  </a:lnTo>
                  <a:lnTo>
                    <a:pt x="18" y="17"/>
                  </a:lnTo>
                  <a:lnTo>
                    <a:pt x="17" y="9"/>
                  </a:lnTo>
                  <a:lnTo>
                    <a:pt x="14" y="2"/>
                  </a:lnTo>
                  <a:lnTo>
                    <a:pt x="11" y="0"/>
                  </a:lnTo>
                  <a:lnTo>
                    <a:pt x="8" y="0"/>
                  </a:lnTo>
                  <a:lnTo>
                    <a:pt x="5" y="3"/>
                  </a:lnTo>
                  <a:lnTo>
                    <a:pt x="3" y="5"/>
                  </a:lnTo>
                  <a:lnTo>
                    <a:pt x="0" y="20"/>
                  </a:lnTo>
                  <a:lnTo>
                    <a:pt x="0" y="34"/>
                  </a:lnTo>
                  <a:lnTo>
                    <a:pt x="4" y="48"/>
                  </a:lnTo>
                  <a:lnTo>
                    <a:pt x="15" y="58"/>
                  </a:lnTo>
                  <a:lnTo>
                    <a:pt x="22" y="62"/>
                  </a:lnTo>
                  <a:lnTo>
                    <a:pt x="30" y="65"/>
                  </a:lnTo>
                  <a:lnTo>
                    <a:pt x="37" y="69"/>
                  </a:lnTo>
                  <a:lnTo>
                    <a:pt x="46" y="70"/>
                  </a:lnTo>
                  <a:lnTo>
                    <a:pt x="54" y="70"/>
                  </a:lnTo>
                  <a:lnTo>
                    <a:pt x="62" y="70"/>
                  </a:lnTo>
                  <a:lnTo>
                    <a:pt x="70" y="68"/>
                  </a:lnTo>
                  <a:lnTo>
                    <a:pt x="77" y="64"/>
                  </a:lnTo>
                  <a:lnTo>
                    <a:pt x="86" y="56"/>
                  </a:lnTo>
                  <a:lnTo>
                    <a:pt x="93" y="48"/>
                  </a:lnTo>
                  <a:lnTo>
                    <a:pt x="98" y="38"/>
                  </a:lnTo>
                  <a:lnTo>
                    <a:pt x="98" y="26"/>
                  </a:lnTo>
                  <a:lnTo>
                    <a:pt x="95" y="19"/>
                  </a:lnTo>
                  <a:lnTo>
                    <a:pt x="92" y="13"/>
                  </a:lnTo>
                  <a:lnTo>
                    <a:pt x="87" y="9"/>
                  </a:lnTo>
                  <a:lnTo>
                    <a:pt x="81" y="7"/>
                  </a:lnTo>
                  <a:lnTo>
                    <a:pt x="76" y="4"/>
                  </a:lnTo>
                  <a:lnTo>
                    <a:pt x="69" y="3"/>
                  </a:lnTo>
                  <a:lnTo>
                    <a:pt x="62" y="2"/>
                  </a:lnTo>
                  <a:lnTo>
                    <a:pt x="56" y="2"/>
                  </a:lnTo>
                  <a:lnTo>
                    <a:pt x="56" y="2"/>
                  </a:lnTo>
                  <a:lnTo>
                    <a:pt x="56" y="2"/>
                  </a:lnTo>
                  <a:lnTo>
                    <a:pt x="56" y="3"/>
                  </a:lnTo>
                  <a:lnTo>
                    <a:pt x="56" y="3"/>
                  </a:lnTo>
                  <a:lnTo>
                    <a:pt x="56" y="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78" name="Freeform 106"/>
            <p:cNvSpPr>
              <a:spLocks/>
            </p:cNvSpPr>
            <p:nvPr/>
          </p:nvSpPr>
          <p:spPr bwMode="auto">
            <a:xfrm>
              <a:off x="1611" y="3259"/>
              <a:ext cx="29" cy="23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56" y="3"/>
                </a:cxn>
                <a:cxn ang="0">
                  <a:pos x="56" y="7"/>
                </a:cxn>
                <a:cxn ang="0">
                  <a:pos x="53" y="9"/>
                </a:cxn>
                <a:cxn ang="0">
                  <a:pos x="50" y="10"/>
                </a:cxn>
                <a:cxn ang="0">
                  <a:pos x="45" y="10"/>
                </a:cxn>
                <a:cxn ang="0">
                  <a:pos x="41" y="10"/>
                </a:cxn>
                <a:cxn ang="0">
                  <a:pos x="35" y="10"/>
                </a:cxn>
                <a:cxn ang="0">
                  <a:pos x="31" y="10"/>
                </a:cxn>
                <a:cxn ang="0">
                  <a:pos x="30" y="10"/>
                </a:cxn>
                <a:cxn ang="0">
                  <a:pos x="28" y="9"/>
                </a:cxn>
                <a:cxn ang="0">
                  <a:pos x="27" y="8"/>
                </a:cxn>
                <a:cxn ang="0">
                  <a:pos x="25" y="7"/>
                </a:cxn>
                <a:cxn ang="0">
                  <a:pos x="23" y="7"/>
                </a:cxn>
                <a:cxn ang="0">
                  <a:pos x="23" y="7"/>
                </a:cxn>
                <a:cxn ang="0">
                  <a:pos x="22" y="7"/>
                </a:cxn>
                <a:cxn ang="0">
                  <a:pos x="21" y="7"/>
                </a:cxn>
                <a:cxn ang="0">
                  <a:pos x="22" y="7"/>
                </a:cxn>
                <a:cxn ang="0">
                  <a:pos x="23" y="7"/>
                </a:cxn>
                <a:cxn ang="0">
                  <a:pos x="22" y="7"/>
                </a:cxn>
                <a:cxn ang="0">
                  <a:pos x="21" y="7"/>
                </a:cxn>
                <a:cxn ang="0">
                  <a:pos x="20" y="6"/>
                </a:cxn>
                <a:cxn ang="0">
                  <a:pos x="19" y="6"/>
                </a:cxn>
                <a:cxn ang="0">
                  <a:pos x="17" y="6"/>
                </a:cxn>
                <a:cxn ang="0">
                  <a:pos x="15" y="6"/>
                </a:cxn>
                <a:cxn ang="0">
                  <a:pos x="13" y="7"/>
                </a:cxn>
                <a:cxn ang="0">
                  <a:pos x="12" y="8"/>
                </a:cxn>
                <a:cxn ang="0">
                  <a:pos x="12" y="8"/>
                </a:cxn>
                <a:cxn ang="0">
                  <a:pos x="13" y="7"/>
                </a:cxn>
                <a:cxn ang="0">
                  <a:pos x="6" y="14"/>
                </a:cxn>
                <a:cxn ang="0">
                  <a:pos x="2" y="22"/>
                </a:cxn>
                <a:cxn ang="0">
                  <a:pos x="0" y="32"/>
                </a:cxn>
                <a:cxn ang="0">
                  <a:pos x="5" y="41"/>
                </a:cxn>
                <a:cxn ang="0">
                  <a:pos x="11" y="44"/>
                </a:cxn>
                <a:cxn ang="0">
                  <a:pos x="17" y="45"/>
                </a:cxn>
                <a:cxn ang="0">
                  <a:pos x="23" y="44"/>
                </a:cxn>
                <a:cxn ang="0">
                  <a:pos x="29" y="41"/>
                </a:cxn>
                <a:cxn ang="0">
                  <a:pos x="35" y="39"/>
                </a:cxn>
                <a:cxn ang="0">
                  <a:pos x="41" y="36"/>
                </a:cxn>
                <a:cxn ang="0">
                  <a:pos x="46" y="32"/>
                </a:cxn>
                <a:cxn ang="0">
                  <a:pos x="51" y="27"/>
                </a:cxn>
                <a:cxn ang="0">
                  <a:pos x="56" y="21"/>
                </a:cxn>
                <a:cxn ang="0">
                  <a:pos x="59" y="14"/>
                </a:cxn>
                <a:cxn ang="0">
                  <a:pos x="59" y="6"/>
                </a:cxn>
                <a:cxn ang="0">
                  <a:pos x="55" y="0"/>
                </a:cxn>
                <a:cxn ang="0">
                  <a:pos x="55" y="0"/>
                </a:cxn>
                <a:cxn ang="0">
                  <a:pos x="55" y="0"/>
                </a:cxn>
                <a:cxn ang="0">
                  <a:pos x="55" y="0"/>
                </a:cxn>
                <a:cxn ang="0">
                  <a:pos x="55" y="0"/>
                </a:cxn>
                <a:cxn ang="0">
                  <a:pos x="55" y="0"/>
                </a:cxn>
              </a:cxnLst>
              <a:rect l="0" t="0" r="r" b="b"/>
              <a:pathLst>
                <a:path w="59" h="45">
                  <a:moveTo>
                    <a:pt x="55" y="0"/>
                  </a:moveTo>
                  <a:lnTo>
                    <a:pt x="56" y="3"/>
                  </a:lnTo>
                  <a:lnTo>
                    <a:pt x="56" y="7"/>
                  </a:lnTo>
                  <a:lnTo>
                    <a:pt x="53" y="9"/>
                  </a:lnTo>
                  <a:lnTo>
                    <a:pt x="50" y="10"/>
                  </a:lnTo>
                  <a:lnTo>
                    <a:pt x="45" y="10"/>
                  </a:lnTo>
                  <a:lnTo>
                    <a:pt x="41" y="10"/>
                  </a:lnTo>
                  <a:lnTo>
                    <a:pt x="35" y="10"/>
                  </a:lnTo>
                  <a:lnTo>
                    <a:pt x="31" y="10"/>
                  </a:lnTo>
                  <a:lnTo>
                    <a:pt x="30" y="10"/>
                  </a:lnTo>
                  <a:lnTo>
                    <a:pt x="28" y="9"/>
                  </a:lnTo>
                  <a:lnTo>
                    <a:pt x="27" y="8"/>
                  </a:lnTo>
                  <a:lnTo>
                    <a:pt x="25" y="7"/>
                  </a:lnTo>
                  <a:lnTo>
                    <a:pt x="23" y="7"/>
                  </a:lnTo>
                  <a:lnTo>
                    <a:pt x="23" y="7"/>
                  </a:lnTo>
                  <a:lnTo>
                    <a:pt x="22" y="7"/>
                  </a:lnTo>
                  <a:lnTo>
                    <a:pt x="21" y="7"/>
                  </a:lnTo>
                  <a:lnTo>
                    <a:pt x="22" y="7"/>
                  </a:lnTo>
                  <a:lnTo>
                    <a:pt x="23" y="7"/>
                  </a:lnTo>
                  <a:lnTo>
                    <a:pt x="22" y="7"/>
                  </a:lnTo>
                  <a:lnTo>
                    <a:pt x="21" y="7"/>
                  </a:lnTo>
                  <a:lnTo>
                    <a:pt x="20" y="6"/>
                  </a:lnTo>
                  <a:lnTo>
                    <a:pt x="19" y="6"/>
                  </a:lnTo>
                  <a:lnTo>
                    <a:pt x="17" y="6"/>
                  </a:lnTo>
                  <a:lnTo>
                    <a:pt x="15" y="6"/>
                  </a:lnTo>
                  <a:lnTo>
                    <a:pt x="13" y="7"/>
                  </a:lnTo>
                  <a:lnTo>
                    <a:pt x="12" y="8"/>
                  </a:lnTo>
                  <a:lnTo>
                    <a:pt x="12" y="8"/>
                  </a:lnTo>
                  <a:lnTo>
                    <a:pt x="13" y="7"/>
                  </a:lnTo>
                  <a:lnTo>
                    <a:pt x="6" y="14"/>
                  </a:lnTo>
                  <a:lnTo>
                    <a:pt x="2" y="22"/>
                  </a:lnTo>
                  <a:lnTo>
                    <a:pt x="0" y="32"/>
                  </a:lnTo>
                  <a:lnTo>
                    <a:pt x="5" y="41"/>
                  </a:lnTo>
                  <a:lnTo>
                    <a:pt x="11" y="44"/>
                  </a:lnTo>
                  <a:lnTo>
                    <a:pt x="17" y="45"/>
                  </a:lnTo>
                  <a:lnTo>
                    <a:pt x="23" y="44"/>
                  </a:lnTo>
                  <a:lnTo>
                    <a:pt x="29" y="41"/>
                  </a:lnTo>
                  <a:lnTo>
                    <a:pt x="35" y="39"/>
                  </a:lnTo>
                  <a:lnTo>
                    <a:pt x="41" y="36"/>
                  </a:lnTo>
                  <a:lnTo>
                    <a:pt x="46" y="32"/>
                  </a:lnTo>
                  <a:lnTo>
                    <a:pt x="51" y="27"/>
                  </a:lnTo>
                  <a:lnTo>
                    <a:pt x="56" y="21"/>
                  </a:lnTo>
                  <a:lnTo>
                    <a:pt x="59" y="14"/>
                  </a:lnTo>
                  <a:lnTo>
                    <a:pt x="59" y="6"/>
                  </a:lnTo>
                  <a:lnTo>
                    <a:pt x="55" y="0"/>
                  </a:lnTo>
                  <a:lnTo>
                    <a:pt x="55" y="0"/>
                  </a:lnTo>
                  <a:lnTo>
                    <a:pt x="55" y="0"/>
                  </a:lnTo>
                  <a:lnTo>
                    <a:pt x="55" y="0"/>
                  </a:lnTo>
                  <a:lnTo>
                    <a:pt x="55" y="0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79" name="Freeform 107"/>
            <p:cNvSpPr>
              <a:spLocks/>
            </p:cNvSpPr>
            <p:nvPr/>
          </p:nvSpPr>
          <p:spPr bwMode="auto">
            <a:xfrm>
              <a:off x="1769" y="3405"/>
              <a:ext cx="9" cy="39"/>
            </a:xfrm>
            <a:custGeom>
              <a:avLst/>
              <a:gdLst/>
              <a:ahLst/>
              <a:cxnLst>
                <a:cxn ang="0">
                  <a:pos x="19" y="2"/>
                </a:cxn>
                <a:cxn ang="0">
                  <a:pos x="16" y="20"/>
                </a:cxn>
                <a:cxn ang="0">
                  <a:pos x="13" y="38"/>
                </a:cxn>
                <a:cxn ang="0">
                  <a:pos x="7" y="57"/>
                </a:cxn>
                <a:cxn ang="0">
                  <a:pos x="0" y="75"/>
                </a:cxn>
                <a:cxn ang="0">
                  <a:pos x="0" y="78"/>
                </a:cxn>
                <a:cxn ang="0">
                  <a:pos x="1" y="78"/>
                </a:cxn>
                <a:cxn ang="0">
                  <a:pos x="2" y="78"/>
                </a:cxn>
                <a:cxn ang="0">
                  <a:pos x="5" y="76"/>
                </a:cxn>
                <a:cxn ang="0">
                  <a:pos x="12" y="58"/>
                </a:cxn>
                <a:cxn ang="0">
                  <a:pos x="16" y="40"/>
                </a:cxn>
                <a:cxn ang="0">
                  <a:pos x="19" y="20"/>
                </a:cxn>
                <a:cxn ang="0">
                  <a:pos x="19" y="0"/>
                </a:cxn>
                <a:cxn ang="0">
                  <a:pos x="19" y="0"/>
                </a:cxn>
                <a:cxn ang="0">
                  <a:pos x="19" y="0"/>
                </a:cxn>
                <a:cxn ang="0">
                  <a:pos x="19" y="0"/>
                </a:cxn>
                <a:cxn ang="0">
                  <a:pos x="19" y="2"/>
                </a:cxn>
                <a:cxn ang="0">
                  <a:pos x="19" y="2"/>
                </a:cxn>
              </a:cxnLst>
              <a:rect l="0" t="0" r="r" b="b"/>
              <a:pathLst>
                <a:path w="19" h="78">
                  <a:moveTo>
                    <a:pt x="19" y="2"/>
                  </a:moveTo>
                  <a:lnTo>
                    <a:pt x="16" y="20"/>
                  </a:lnTo>
                  <a:lnTo>
                    <a:pt x="13" y="38"/>
                  </a:lnTo>
                  <a:lnTo>
                    <a:pt x="7" y="57"/>
                  </a:lnTo>
                  <a:lnTo>
                    <a:pt x="0" y="75"/>
                  </a:lnTo>
                  <a:lnTo>
                    <a:pt x="0" y="78"/>
                  </a:lnTo>
                  <a:lnTo>
                    <a:pt x="1" y="78"/>
                  </a:lnTo>
                  <a:lnTo>
                    <a:pt x="2" y="78"/>
                  </a:lnTo>
                  <a:lnTo>
                    <a:pt x="5" y="76"/>
                  </a:lnTo>
                  <a:lnTo>
                    <a:pt x="12" y="58"/>
                  </a:lnTo>
                  <a:lnTo>
                    <a:pt x="16" y="40"/>
                  </a:lnTo>
                  <a:lnTo>
                    <a:pt x="19" y="20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9" y="2"/>
                  </a:lnTo>
                  <a:lnTo>
                    <a:pt x="19" y="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80" name="Freeform 108"/>
            <p:cNvSpPr>
              <a:spLocks/>
            </p:cNvSpPr>
            <p:nvPr/>
          </p:nvSpPr>
          <p:spPr bwMode="auto">
            <a:xfrm>
              <a:off x="1778" y="3382"/>
              <a:ext cx="16" cy="29"/>
            </a:xfrm>
            <a:custGeom>
              <a:avLst/>
              <a:gdLst/>
              <a:ahLst/>
              <a:cxnLst>
                <a:cxn ang="0">
                  <a:pos x="0" y="58"/>
                </a:cxn>
                <a:cxn ang="0">
                  <a:pos x="5" y="52"/>
                </a:cxn>
                <a:cxn ang="0">
                  <a:pos x="11" y="45"/>
                </a:cxn>
                <a:cxn ang="0">
                  <a:pos x="16" y="38"/>
                </a:cxn>
                <a:cxn ang="0">
                  <a:pos x="20" y="31"/>
                </a:cxn>
                <a:cxn ang="0">
                  <a:pos x="25" y="24"/>
                </a:cxn>
                <a:cxn ang="0">
                  <a:pos x="29" y="18"/>
                </a:cxn>
                <a:cxn ang="0">
                  <a:pos x="32" y="9"/>
                </a:cxn>
                <a:cxn ang="0">
                  <a:pos x="32" y="1"/>
                </a:cxn>
                <a:cxn ang="0">
                  <a:pos x="32" y="0"/>
                </a:cxn>
                <a:cxn ang="0">
                  <a:pos x="31" y="0"/>
                </a:cxn>
                <a:cxn ang="0">
                  <a:pos x="29" y="0"/>
                </a:cxn>
                <a:cxn ang="0">
                  <a:pos x="28" y="0"/>
                </a:cxn>
                <a:cxn ang="0">
                  <a:pos x="24" y="3"/>
                </a:cxn>
                <a:cxn ang="0">
                  <a:pos x="20" y="8"/>
                </a:cxn>
                <a:cxn ang="0">
                  <a:pos x="18" y="15"/>
                </a:cxn>
                <a:cxn ang="0">
                  <a:pos x="17" y="21"/>
                </a:cxn>
                <a:cxn ang="0">
                  <a:pos x="13" y="30"/>
                </a:cxn>
                <a:cxn ang="0">
                  <a:pos x="9" y="39"/>
                </a:cxn>
                <a:cxn ang="0">
                  <a:pos x="4" y="49"/>
                </a:cxn>
                <a:cxn ang="0">
                  <a:pos x="0" y="57"/>
                </a:cxn>
                <a:cxn ang="0">
                  <a:pos x="0" y="58"/>
                </a:cxn>
                <a:cxn ang="0">
                  <a:pos x="0" y="58"/>
                </a:cxn>
                <a:cxn ang="0">
                  <a:pos x="0" y="58"/>
                </a:cxn>
                <a:cxn ang="0">
                  <a:pos x="0" y="58"/>
                </a:cxn>
                <a:cxn ang="0">
                  <a:pos x="0" y="58"/>
                </a:cxn>
              </a:cxnLst>
              <a:rect l="0" t="0" r="r" b="b"/>
              <a:pathLst>
                <a:path w="32" h="58">
                  <a:moveTo>
                    <a:pt x="0" y="58"/>
                  </a:moveTo>
                  <a:lnTo>
                    <a:pt x="5" y="52"/>
                  </a:lnTo>
                  <a:lnTo>
                    <a:pt x="11" y="45"/>
                  </a:lnTo>
                  <a:lnTo>
                    <a:pt x="16" y="38"/>
                  </a:lnTo>
                  <a:lnTo>
                    <a:pt x="20" y="31"/>
                  </a:lnTo>
                  <a:lnTo>
                    <a:pt x="25" y="24"/>
                  </a:lnTo>
                  <a:lnTo>
                    <a:pt x="29" y="18"/>
                  </a:lnTo>
                  <a:lnTo>
                    <a:pt x="32" y="9"/>
                  </a:lnTo>
                  <a:lnTo>
                    <a:pt x="32" y="1"/>
                  </a:lnTo>
                  <a:lnTo>
                    <a:pt x="32" y="0"/>
                  </a:lnTo>
                  <a:lnTo>
                    <a:pt x="31" y="0"/>
                  </a:lnTo>
                  <a:lnTo>
                    <a:pt x="29" y="0"/>
                  </a:lnTo>
                  <a:lnTo>
                    <a:pt x="28" y="0"/>
                  </a:lnTo>
                  <a:lnTo>
                    <a:pt x="24" y="3"/>
                  </a:lnTo>
                  <a:lnTo>
                    <a:pt x="20" y="8"/>
                  </a:lnTo>
                  <a:lnTo>
                    <a:pt x="18" y="15"/>
                  </a:lnTo>
                  <a:lnTo>
                    <a:pt x="17" y="21"/>
                  </a:lnTo>
                  <a:lnTo>
                    <a:pt x="13" y="30"/>
                  </a:lnTo>
                  <a:lnTo>
                    <a:pt x="9" y="39"/>
                  </a:lnTo>
                  <a:lnTo>
                    <a:pt x="4" y="49"/>
                  </a:lnTo>
                  <a:lnTo>
                    <a:pt x="0" y="57"/>
                  </a:lnTo>
                  <a:lnTo>
                    <a:pt x="0" y="58"/>
                  </a:lnTo>
                  <a:lnTo>
                    <a:pt x="0" y="58"/>
                  </a:lnTo>
                  <a:lnTo>
                    <a:pt x="0" y="58"/>
                  </a:lnTo>
                  <a:lnTo>
                    <a:pt x="0" y="58"/>
                  </a:lnTo>
                  <a:lnTo>
                    <a:pt x="0" y="5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81" name="Freeform 109"/>
            <p:cNvSpPr>
              <a:spLocks/>
            </p:cNvSpPr>
            <p:nvPr/>
          </p:nvSpPr>
          <p:spPr bwMode="auto">
            <a:xfrm>
              <a:off x="1572" y="3416"/>
              <a:ext cx="189" cy="54"/>
            </a:xfrm>
            <a:custGeom>
              <a:avLst/>
              <a:gdLst/>
              <a:ahLst/>
              <a:cxnLst>
                <a:cxn ang="0">
                  <a:pos x="10" y="14"/>
                </a:cxn>
                <a:cxn ang="0">
                  <a:pos x="32" y="32"/>
                </a:cxn>
                <a:cxn ang="0">
                  <a:pos x="58" y="46"/>
                </a:cxn>
                <a:cxn ang="0">
                  <a:pos x="84" y="54"/>
                </a:cxn>
                <a:cxn ang="0">
                  <a:pos x="113" y="61"/>
                </a:cxn>
                <a:cxn ang="0">
                  <a:pos x="142" y="66"/>
                </a:cxn>
                <a:cxn ang="0">
                  <a:pos x="172" y="70"/>
                </a:cxn>
                <a:cxn ang="0">
                  <a:pos x="200" y="77"/>
                </a:cxn>
                <a:cxn ang="0">
                  <a:pos x="233" y="89"/>
                </a:cxn>
                <a:cxn ang="0">
                  <a:pos x="274" y="103"/>
                </a:cxn>
                <a:cxn ang="0">
                  <a:pos x="319" y="110"/>
                </a:cxn>
                <a:cxn ang="0">
                  <a:pos x="361" y="105"/>
                </a:cxn>
                <a:cxn ang="0">
                  <a:pos x="379" y="92"/>
                </a:cxn>
                <a:cxn ang="0">
                  <a:pos x="379" y="87"/>
                </a:cxn>
                <a:cxn ang="0">
                  <a:pos x="365" y="91"/>
                </a:cxn>
                <a:cxn ang="0">
                  <a:pos x="341" y="96"/>
                </a:cxn>
                <a:cxn ang="0">
                  <a:pos x="317" y="96"/>
                </a:cxn>
                <a:cxn ang="0">
                  <a:pos x="294" y="92"/>
                </a:cxn>
                <a:cxn ang="0">
                  <a:pos x="270" y="87"/>
                </a:cxn>
                <a:cxn ang="0">
                  <a:pos x="245" y="78"/>
                </a:cxn>
                <a:cxn ang="0">
                  <a:pos x="222" y="70"/>
                </a:cxn>
                <a:cxn ang="0">
                  <a:pos x="199" y="62"/>
                </a:cxn>
                <a:cxn ang="0">
                  <a:pos x="175" y="55"/>
                </a:cxn>
                <a:cxn ang="0">
                  <a:pos x="150" y="52"/>
                </a:cxn>
                <a:cxn ang="0">
                  <a:pos x="124" y="50"/>
                </a:cxn>
                <a:cxn ang="0">
                  <a:pos x="100" y="46"/>
                </a:cxn>
                <a:cxn ang="0">
                  <a:pos x="76" y="43"/>
                </a:cxn>
                <a:cxn ang="0">
                  <a:pos x="53" y="37"/>
                </a:cxn>
                <a:cxn ang="0">
                  <a:pos x="30" y="27"/>
                </a:cxn>
                <a:cxn ang="0">
                  <a:pos x="9" y="1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379" h="110">
                  <a:moveTo>
                    <a:pt x="0" y="1"/>
                  </a:moveTo>
                  <a:lnTo>
                    <a:pt x="10" y="14"/>
                  </a:lnTo>
                  <a:lnTo>
                    <a:pt x="21" y="24"/>
                  </a:lnTo>
                  <a:lnTo>
                    <a:pt x="32" y="32"/>
                  </a:lnTo>
                  <a:lnTo>
                    <a:pt x="45" y="39"/>
                  </a:lnTo>
                  <a:lnTo>
                    <a:pt x="58" y="46"/>
                  </a:lnTo>
                  <a:lnTo>
                    <a:pt x="70" y="51"/>
                  </a:lnTo>
                  <a:lnTo>
                    <a:pt x="84" y="54"/>
                  </a:lnTo>
                  <a:lnTo>
                    <a:pt x="99" y="58"/>
                  </a:lnTo>
                  <a:lnTo>
                    <a:pt x="113" y="61"/>
                  </a:lnTo>
                  <a:lnTo>
                    <a:pt x="128" y="64"/>
                  </a:lnTo>
                  <a:lnTo>
                    <a:pt x="142" y="66"/>
                  </a:lnTo>
                  <a:lnTo>
                    <a:pt x="157" y="68"/>
                  </a:lnTo>
                  <a:lnTo>
                    <a:pt x="172" y="70"/>
                  </a:lnTo>
                  <a:lnTo>
                    <a:pt x="185" y="74"/>
                  </a:lnTo>
                  <a:lnTo>
                    <a:pt x="200" y="77"/>
                  </a:lnTo>
                  <a:lnTo>
                    <a:pt x="214" y="82"/>
                  </a:lnTo>
                  <a:lnTo>
                    <a:pt x="233" y="89"/>
                  </a:lnTo>
                  <a:lnTo>
                    <a:pt x="252" y="96"/>
                  </a:lnTo>
                  <a:lnTo>
                    <a:pt x="274" y="103"/>
                  </a:lnTo>
                  <a:lnTo>
                    <a:pt x="296" y="107"/>
                  </a:lnTo>
                  <a:lnTo>
                    <a:pt x="319" y="110"/>
                  </a:lnTo>
                  <a:lnTo>
                    <a:pt x="340" y="110"/>
                  </a:lnTo>
                  <a:lnTo>
                    <a:pt x="361" y="105"/>
                  </a:lnTo>
                  <a:lnTo>
                    <a:pt x="378" y="95"/>
                  </a:lnTo>
                  <a:lnTo>
                    <a:pt x="379" y="92"/>
                  </a:lnTo>
                  <a:lnTo>
                    <a:pt x="379" y="89"/>
                  </a:lnTo>
                  <a:lnTo>
                    <a:pt x="379" y="87"/>
                  </a:lnTo>
                  <a:lnTo>
                    <a:pt x="377" y="87"/>
                  </a:lnTo>
                  <a:lnTo>
                    <a:pt x="365" y="91"/>
                  </a:lnTo>
                  <a:lnTo>
                    <a:pt x="352" y="95"/>
                  </a:lnTo>
                  <a:lnTo>
                    <a:pt x="341" y="96"/>
                  </a:lnTo>
                  <a:lnTo>
                    <a:pt x="329" y="97"/>
                  </a:lnTo>
                  <a:lnTo>
                    <a:pt x="317" y="96"/>
                  </a:lnTo>
                  <a:lnTo>
                    <a:pt x="305" y="95"/>
                  </a:lnTo>
                  <a:lnTo>
                    <a:pt x="294" y="92"/>
                  </a:lnTo>
                  <a:lnTo>
                    <a:pt x="281" y="90"/>
                  </a:lnTo>
                  <a:lnTo>
                    <a:pt x="270" y="87"/>
                  </a:lnTo>
                  <a:lnTo>
                    <a:pt x="258" y="82"/>
                  </a:lnTo>
                  <a:lnTo>
                    <a:pt x="245" y="78"/>
                  </a:lnTo>
                  <a:lnTo>
                    <a:pt x="234" y="74"/>
                  </a:lnTo>
                  <a:lnTo>
                    <a:pt x="222" y="70"/>
                  </a:lnTo>
                  <a:lnTo>
                    <a:pt x="211" y="66"/>
                  </a:lnTo>
                  <a:lnTo>
                    <a:pt x="199" y="62"/>
                  </a:lnTo>
                  <a:lnTo>
                    <a:pt x="188" y="59"/>
                  </a:lnTo>
                  <a:lnTo>
                    <a:pt x="175" y="55"/>
                  </a:lnTo>
                  <a:lnTo>
                    <a:pt x="162" y="53"/>
                  </a:lnTo>
                  <a:lnTo>
                    <a:pt x="150" y="52"/>
                  </a:lnTo>
                  <a:lnTo>
                    <a:pt x="137" y="51"/>
                  </a:lnTo>
                  <a:lnTo>
                    <a:pt x="124" y="50"/>
                  </a:lnTo>
                  <a:lnTo>
                    <a:pt x="113" y="49"/>
                  </a:lnTo>
                  <a:lnTo>
                    <a:pt x="100" y="46"/>
                  </a:lnTo>
                  <a:lnTo>
                    <a:pt x="88" y="45"/>
                  </a:lnTo>
                  <a:lnTo>
                    <a:pt x="76" y="43"/>
                  </a:lnTo>
                  <a:lnTo>
                    <a:pt x="65" y="40"/>
                  </a:lnTo>
                  <a:lnTo>
                    <a:pt x="53" y="37"/>
                  </a:lnTo>
                  <a:lnTo>
                    <a:pt x="42" y="32"/>
                  </a:lnTo>
                  <a:lnTo>
                    <a:pt x="30" y="27"/>
                  </a:lnTo>
                  <a:lnTo>
                    <a:pt x="20" y="19"/>
                  </a:lnTo>
                  <a:lnTo>
                    <a:pt x="9" y="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82" name="Freeform 110"/>
            <p:cNvSpPr>
              <a:spLocks/>
            </p:cNvSpPr>
            <p:nvPr/>
          </p:nvSpPr>
          <p:spPr bwMode="auto">
            <a:xfrm>
              <a:off x="1275" y="2767"/>
              <a:ext cx="259" cy="420"/>
            </a:xfrm>
            <a:custGeom>
              <a:avLst/>
              <a:gdLst/>
              <a:ahLst/>
              <a:cxnLst>
                <a:cxn ang="0">
                  <a:pos x="0" y="29"/>
                </a:cxn>
                <a:cxn ang="0">
                  <a:pos x="7" y="91"/>
                </a:cxn>
                <a:cxn ang="0">
                  <a:pos x="19" y="150"/>
                </a:cxn>
                <a:cxn ang="0">
                  <a:pos x="36" y="209"/>
                </a:cxn>
                <a:cxn ang="0">
                  <a:pos x="53" y="268"/>
                </a:cxn>
                <a:cxn ang="0">
                  <a:pos x="72" y="324"/>
                </a:cxn>
                <a:cxn ang="0">
                  <a:pos x="95" y="380"/>
                </a:cxn>
                <a:cxn ang="0">
                  <a:pos x="122" y="433"/>
                </a:cxn>
                <a:cxn ang="0">
                  <a:pos x="154" y="486"/>
                </a:cxn>
                <a:cxn ang="0">
                  <a:pos x="196" y="534"/>
                </a:cxn>
                <a:cxn ang="0">
                  <a:pos x="241" y="578"/>
                </a:cxn>
                <a:cxn ang="0">
                  <a:pos x="289" y="621"/>
                </a:cxn>
                <a:cxn ang="0">
                  <a:pos x="327" y="652"/>
                </a:cxn>
                <a:cxn ang="0">
                  <a:pos x="353" y="675"/>
                </a:cxn>
                <a:cxn ang="0">
                  <a:pos x="379" y="699"/>
                </a:cxn>
                <a:cxn ang="0">
                  <a:pos x="404" y="723"/>
                </a:cxn>
                <a:cxn ang="0">
                  <a:pos x="430" y="749"/>
                </a:cxn>
                <a:cxn ang="0">
                  <a:pos x="454" y="774"/>
                </a:cxn>
                <a:cxn ang="0">
                  <a:pos x="478" y="799"/>
                </a:cxn>
                <a:cxn ang="0">
                  <a:pos x="501" y="826"/>
                </a:cxn>
                <a:cxn ang="0">
                  <a:pos x="514" y="840"/>
                </a:cxn>
                <a:cxn ang="0">
                  <a:pos x="517" y="837"/>
                </a:cxn>
                <a:cxn ang="0">
                  <a:pos x="499" y="812"/>
                </a:cxn>
                <a:cxn ang="0">
                  <a:pos x="461" y="765"/>
                </a:cxn>
                <a:cxn ang="0">
                  <a:pos x="421" y="720"/>
                </a:cxn>
                <a:cxn ang="0">
                  <a:pos x="381" y="676"/>
                </a:cxn>
                <a:cxn ang="0">
                  <a:pos x="340" y="632"/>
                </a:cxn>
                <a:cxn ang="0">
                  <a:pos x="299" y="588"/>
                </a:cxn>
                <a:cxn ang="0">
                  <a:pos x="259" y="545"/>
                </a:cxn>
                <a:cxn ang="0">
                  <a:pos x="220" y="498"/>
                </a:cxn>
                <a:cxn ang="0">
                  <a:pos x="183" y="451"/>
                </a:cxn>
                <a:cxn ang="0">
                  <a:pos x="148" y="399"/>
                </a:cxn>
                <a:cxn ang="0">
                  <a:pos x="119" y="345"/>
                </a:cxn>
                <a:cxn ang="0">
                  <a:pos x="91" y="289"/>
                </a:cxn>
                <a:cxn ang="0">
                  <a:pos x="63" y="230"/>
                </a:cxn>
                <a:cxn ang="0">
                  <a:pos x="37" y="165"/>
                </a:cxn>
                <a:cxn ang="0">
                  <a:pos x="16" y="100"/>
                </a:cxn>
                <a:cxn ang="0">
                  <a:pos x="3" y="33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17" h="840">
                  <a:moveTo>
                    <a:pt x="0" y="0"/>
                  </a:moveTo>
                  <a:lnTo>
                    <a:pt x="0" y="29"/>
                  </a:lnTo>
                  <a:lnTo>
                    <a:pt x="2" y="61"/>
                  </a:lnTo>
                  <a:lnTo>
                    <a:pt x="7" y="91"/>
                  </a:lnTo>
                  <a:lnTo>
                    <a:pt x="13" y="121"/>
                  </a:lnTo>
                  <a:lnTo>
                    <a:pt x="19" y="150"/>
                  </a:lnTo>
                  <a:lnTo>
                    <a:pt x="26" y="179"/>
                  </a:lnTo>
                  <a:lnTo>
                    <a:pt x="36" y="209"/>
                  </a:lnTo>
                  <a:lnTo>
                    <a:pt x="44" y="239"/>
                  </a:lnTo>
                  <a:lnTo>
                    <a:pt x="53" y="268"/>
                  </a:lnTo>
                  <a:lnTo>
                    <a:pt x="62" y="297"/>
                  </a:lnTo>
                  <a:lnTo>
                    <a:pt x="72" y="324"/>
                  </a:lnTo>
                  <a:lnTo>
                    <a:pt x="84" y="352"/>
                  </a:lnTo>
                  <a:lnTo>
                    <a:pt x="95" y="380"/>
                  </a:lnTo>
                  <a:lnTo>
                    <a:pt x="108" y="406"/>
                  </a:lnTo>
                  <a:lnTo>
                    <a:pt x="122" y="433"/>
                  </a:lnTo>
                  <a:lnTo>
                    <a:pt x="137" y="459"/>
                  </a:lnTo>
                  <a:lnTo>
                    <a:pt x="154" y="486"/>
                  </a:lnTo>
                  <a:lnTo>
                    <a:pt x="174" y="510"/>
                  </a:lnTo>
                  <a:lnTo>
                    <a:pt x="196" y="534"/>
                  </a:lnTo>
                  <a:lnTo>
                    <a:pt x="218" y="556"/>
                  </a:lnTo>
                  <a:lnTo>
                    <a:pt x="241" y="578"/>
                  </a:lnTo>
                  <a:lnTo>
                    <a:pt x="265" y="600"/>
                  </a:lnTo>
                  <a:lnTo>
                    <a:pt x="289" y="621"/>
                  </a:lnTo>
                  <a:lnTo>
                    <a:pt x="313" y="640"/>
                  </a:lnTo>
                  <a:lnTo>
                    <a:pt x="327" y="652"/>
                  </a:lnTo>
                  <a:lnTo>
                    <a:pt x="340" y="663"/>
                  </a:lnTo>
                  <a:lnTo>
                    <a:pt x="353" y="675"/>
                  </a:lnTo>
                  <a:lnTo>
                    <a:pt x="366" y="686"/>
                  </a:lnTo>
                  <a:lnTo>
                    <a:pt x="379" y="699"/>
                  </a:lnTo>
                  <a:lnTo>
                    <a:pt x="392" y="711"/>
                  </a:lnTo>
                  <a:lnTo>
                    <a:pt x="404" y="723"/>
                  </a:lnTo>
                  <a:lnTo>
                    <a:pt x="417" y="736"/>
                  </a:lnTo>
                  <a:lnTo>
                    <a:pt x="430" y="749"/>
                  </a:lnTo>
                  <a:lnTo>
                    <a:pt x="442" y="761"/>
                  </a:lnTo>
                  <a:lnTo>
                    <a:pt x="454" y="774"/>
                  </a:lnTo>
                  <a:lnTo>
                    <a:pt x="465" y="787"/>
                  </a:lnTo>
                  <a:lnTo>
                    <a:pt x="478" y="799"/>
                  </a:lnTo>
                  <a:lnTo>
                    <a:pt x="489" y="813"/>
                  </a:lnTo>
                  <a:lnTo>
                    <a:pt x="501" y="826"/>
                  </a:lnTo>
                  <a:lnTo>
                    <a:pt x="512" y="840"/>
                  </a:lnTo>
                  <a:lnTo>
                    <a:pt x="514" y="840"/>
                  </a:lnTo>
                  <a:lnTo>
                    <a:pt x="516" y="838"/>
                  </a:lnTo>
                  <a:lnTo>
                    <a:pt x="517" y="837"/>
                  </a:lnTo>
                  <a:lnTo>
                    <a:pt x="517" y="836"/>
                  </a:lnTo>
                  <a:lnTo>
                    <a:pt x="499" y="812"/>
                  </a:lnTo>
                  <a:lnTo>
                    <a:pt x="480" y="789"/>
                  </a:lnTo>
                  <a:lnTo>
                    <a:pt x="461" y="765"/>
                  </a:lnTo>
                  <a:lnTo>
                    <a:pt x="441" y="743"/>
                  </a:lnTo>
                  <a:lnTo>
                    <a:pt x="421" y="720"/>
                  </a:lnTo>
                  <a:lnTo>
                    <a:pt x="402" y="698"/>
                  </a:lnTo>
                  <a:lnTo>
                    <a:pt x="381" y="676"/>
                  </a:lnTo>
                  <a:lnTo>
                    <a:pt x="360" y="654"/>
                  </a:lnTo>
                  <a:lnTo>
                    <a:pt x="340" y="632"/>
                  </a:lnTo>
                  <a:lnTo>
                    <a:pt x="320" y="610"/>
                  </a:lnTo>
                  <a:lnTo>
                    <a:pt x="299" y="588"/>
                  </a:lnTo>
                  <a:lnTo>
                    <a:pt x="279" y="566"/>
                  </a:lnTo>
                  <a:lnTo>
                    <a:pt x="259" y="545"/>
                  </a:lnTo>
                  <a:lnTo>
                    <a:pt x="239" y="522"/>
                  </a:lnTo>
                  <a:lnTo>
                    <a:pt x="220" y="498"/>
                  </a:lnTo>
                  <a:lnTo>
                    <a:pt x="201" y="475"/>
                  </a:lnTo>
                  <a:lnTo>
                    <a:pt x="183" y="451"/>
                  </a:lnTo>
                  <a:lnTo>
                    <a:pt x="166" y="425"/>
                  </a:lnTo>
                  <a:lnTo>
                    <a:pt x="148" y="399"/>
                  </a:lnTo>
                  <a:lnTo>
                    <a:pt x="134" y="372"/>
                  </a:lnTo>
                  <a:lnTo>
                    <a:pt x="119" y="345"/>
                  </a:lnTo>
                  <a:lnTo>
                    <a:pt x="105" y="318"/>
                  </a:lnTo>
                  <a:lnTo>
                    <a:pt x="91" y="289"/>
                  </a:lnTo>
                  <a:lnTo>
                    <a:pt x="77" y="261"/>
                  </a:lnTo>
                  <a:lnTo>
                    <a:pt x="63" y="230"/>
                  </a:lnTo>
                  <a:lnTo>
                    <a:pt x="49" y="199"/>
                  </a:lnTo>
                  <a:lnTo>
                    <a:pt x="37" y="165"/>
                  </a:lnTo>
                  <a:lnTo>
                    <a:pt x="25" y="133"/>
                  </a:lnTo>
                  <a:lnTo>
                    <a:pt x="16" y="100"/>
                  </a:lnTo>
                  <a:lnTo>
                    <a:pt x="8" y="66"/>
                  </a:lnTo>
                  <a:lnTo>
                    <a:pt x="3" y="33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83" name="Freeform 111"/>
            <p:cNvSpPr>
              <a:spLocks/>
            </p:cNvSpPr>
            <p:nvPr/>
          </p:nvSpPr>
          <p:spPr bwMode="auto">
            <a:xfrm>
              <a:off x="1424" y="2860"/>
              <a:ext cx="109" cy="33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" y="38"/>
                </a:cxn>
                <a:cxn ang="0">
                  <a:pos x="46" y="77"/>
                </a:cxn>
                <a:cxn ang="0">
                  <a:pos x="63" y="116"/>
                </a:cxn>
                <a:cxn ang="0">
                  <a:pos x="78" y="158"/>
                </a:cxn>
                <a:cxn ang="0">
                  <a:pos x="92" y="199"/>
                </a:cxn>
                <a:cxn ang="0">
                  <a:pos x="103" y="241"/>
                </a:cxn>
                <a:cxn ang="0">
                  <a:pos x="113" y="284"/>
                </a:cxn>
                <a:cxn ang="0">
                  <a:pos x="122" y="326"/>
                </a:cxn>
                <a:cxn ang="0">
                  <a:pos x="130" y="369"/>
                </a:cxn>
                <a:cxn ang="0">
                  <a:pos x="138" y="413"/>
                </a:cxn>
                <a:cxn ang="0">
                  <a:pos x="147" y="455"/>
                </a:cxn>
                <a:cxn ang="0">
                  <a:pos x="158" y="498"/>
                </a:cxn>
                <a:cxn ang="0">
                  <a:pos x="168" y="541"/>
                </a:cxn>
                <a:cxn ang="0">
                  <a:pos x="182" y="582"/>
                </a:cxn>
                <a:cxn ang="0">
                  <a:pos x="197" y="623"/>
                </a:cxn>
                <a:cxn ang="0">
                  <a:pos x="215" y="664"/>
                </a:cxn>
                <a:cxn ang="0">
                  <a:pos x="217" y="665"/>
                </a:cxn>
                <a:cxn ang="0">
                  <a:pos x="218" y="664"/>
                </a:cxn>
                <a:cxn ang="0">
                  <a:pos x="219" y="663"/>
                </a:cxn>
                <a:cxn ang="0">
                  <a:pos x="219" y="662"/>
                </a:cxn>
                <a:cxn ang="0">
                  <a:pos x="202" y="621"/>
                </a:cxn>
                <a:cxn ang="0">
                  <a:pos x="188" y="580"/>
                </a:cxn>
                <a:cxn ang="0">
                  <a:pos x="175" y="538"/>
                </a:cxn>
                <a:cxn ang="0">
                  <a:pos x="164" y="496"/>
                </a:cxn>
                <a:cxn ang="0">
                  <a:pos x="153" y="453"/>
                </a:cxn>
                <a:cxn ang="0">
                  <a:pos x="144" y="409"/>
                </a:cxn>
                <a:cxn ang="0">
                  <a:pos x="136" y="367"/>
                </a:cxn>
                <a:cxn ang="0">
                  <a:pos x="127" y="324"/>
                </a:cxn>
                <a:cxn ang="0">
                  <a:pos x="118" y="281"/>
                </a:cxn>
                <a:cxn ang="0">
                  <a:pos x="107" y="239"/>
                </a:cxn>
                <a:cxn ang="0">
                  <a:pos x="95" y="197"/>
                </a:cxn>
                <a:cxn ang="0">
                  <a:pos x="81" y="156"/>
                </a:cxn>
                <a:cxn ang="0">
                  <a:pos x="66" y="115"/>
                </a:cxn>
                <a:cxn ang="0">
                  <a:pos x="47" y="76"/>
                </a:cxn>
                <a:cxn ang="0">
                  <a:pos x="25" y="3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19" h="665">
                  <a:moveTo>
                    <a:pt x="0" y="0"/>
                  </a:moveTo>
                  <a:lnTo>
                    <a:pt x="24" y="38"/>
                  </a:lnTo>
                  <a:lnTo>
                    <a:pt x="46" y="77"/>
                  </a:lnTo>
                  <a:lnTo>
                    <a:pt x="63" y="116"/>
                  </a:lnTo>
                  <a:lnTo>
                    <a:pt x="78" y="158"/>
                  </a:lnTo>
                  <a:lnTo>
                    <a:pt x="92" y="199"/>
                  </a:lnTo>
                  <a:lnTo>
                    <a:pt x="103" y="241"/>
                  </a:lnTo>
                  <a:lnTo>
                    <a:pt x="113" y="284"/>
                  </a:lnTo>
                  <a:lnTo>
                    <a:pt x="122" y="326"/>
                  </a:lnTo>
                  <a:lnTo>
                    <a:pt x="130" y="369"/>
                  </a:lnTo>
                  <a:lnTo>
                    <a:pt x="138" y="413"/>
                  </a:lnTo>
                  <a:lnTo>
                    <a:pt x="147" y="455"/>
                  </a:lnTo>
                  <a:lnTo>
                    <a:pt x="158" y="498"/>
                  </a:lnTo>
                  <a:lnTo>
                    <a:pt x="168" y="541"/>
                  </a:lnTo>
                  <a:lnTo>
                    <a:pt x="182" y="582"/>
                  </a:lnTo>
                  <a:lnTo>
                    <a:pt x="197" y="623"/>
                  </a:lnTo>
                  <a:lnTo>
                    <a:pt x="215" y="664"/>
                  </a:lnTo>
                  <a:lnTo>
                    <a:pt x="217" y="665"/>
                  </a:lnTo>
                  <a:lnTo>
                    <a:pt x="218" y="664"/>
                  </a:lnTo>
                  <a:lnTo>
                    <a:pt x="219" y="663"/>
                  </a:lnTo>
                  <a:lnTo>
                    <a:pt x="219" y="662"/>
                  </a:lnTo>
                  <a:lnTo>
                    <a:pt x="202" y="621"/>
                  </a:lnTo>
                  <a:lnTo>
                    <a:pt x="188" y="580"/>
                  </a:lnTo>
                  <a:lnTo>
                    <a:pt x="175" y="538"/>
                  </a:lnTo>
                  <a:lnTo>
                    <a:pt x="164" y="496"/>
                  </a:lnTo>
                  <a:lnTo>
                    <a:pt x="153" y="453"/>
                  </a:lnTo>
                  <a:lnTo>
                    <a:pt x="144" y="409"/>
                  </a:lnTo>
                  <a:lnTo>
                    <a:pt x="136" y="367"/>
                  </a:lnTo>
                  <a:lnTo>
                    <a:pt x="127" y="324"/>
                  </a:lnTo>
                  <a:lnTo>
                    <a:pt x="118" y="281"/>
                  </a:lnTo>
                  <a:lnTo>
                    <a:pt x="107" y="239"/>
                  </a:lnTo>
                  <a:lnTo>
                    <a:pt x="95" y="197"/>
                  </a:lnTo>
                  <a:lnTo>
                    <a:pt x="81" y="156"/>
                  </a:lnTo>
                  <a:lnTo>
                    <a:pt x="66" y="115"/>
                  </a:lnTo>
                  <a:lnTo>
                    <a:pt x="47" y="76"/>
                  </a:lnTo>
                  <a:lnTo>
                    <a:pt x="25" y="37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84" name="Freeform 112"/>
            <p:cNvSpPr>
              <a:spLocks/>
            </p:cNvSpPr>
            <p:nvPr/>
          </p:nvSpPr>
          <p:spPr bwMode="auto">
            <a:xfrm>
              <a:off x="1608" y="2846"/>
              <a:ext cx="87" cy="28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36"/>
                </a:cxn>
                <a:cxn ang="0">
                  <a:pos x="6" y="72"/>
                </a:cxn>
                <a:cxn ang="0">
                  <a:pos x="12" y="107"/>
                </a:cxn>
                <a:cxn ang="0">
                  <a:pos x="22" y="140"/>
                </a:cxn>
                <a:cxn ang="0">
                  <a:pos x="33" y="172"/>
                </a:cxn>
                <a:cxn ang="0">
                  <a:pos x="47" y="206"/>
                </a:cxn>
                <a:cxn ang="0">
                  <a:pos x="61" y="239"/>
                </a:cxn>
                <a:cxn ang="0">
                  <a:pos x="77" y="273"/>
                </a:cxn>
                <a:cxn ang="0">
                  <a:pos x="85" y="290"/>
                </a:cxn>
                <a:cxn ang="0">
                  <a:pos x="93" y="308"/>
                </a:cxn>
                <a:cxn ang="0">
                  <a:pos x="102" y="327"/>
                </a:cxn>
                <a:cxn ang="0">
                  <a:pos x="110" y="344"/>
                </a:cxn>
                <a:cxn ang="0">
                  <a:pos x="118" y="363"/>
                </a:cxn>
                <a:cxn ang="0">
                  <a:pos x="125" y="381"/>
                </a:cxn>
                <a:cxn ang="0">
                  <a:pos x="132" y="401"/>
                </a:cxn>
                <a:cxn ang="0">
                  <a:pos x="139" y="419"/>
                </a:cxn>
                <a:cxn ang="0">
                  <a:pos x="147" y="454"/>
                </a:cxn>
                <a:cxn ang="0">
                  <a:pos x="152" y="489"/>
                </a:cxn>
                <a:cxn ang="0">
                  <a:pos x="158" y="524"/>
                </a:cxn>
                <a:cxn ang="0">
                  <a:pos x="167" y="558"/>
                </a:cxn>
                <a:cxn ang="0">
                  <a:pos x="168" y="558"/>
                </a:cxn>
                <a:cxn ang="0">
                  <a:pos x="170" y="558"/>
                </a:cxn>
                <a:cxn ang="0">
                  <a:pos x="171" y="556"/>
                </a:cxn>
                <a:cxn ang="0">
                  <a:pos x="173" y="555"/>
                </a:cxn>
                <a:cxn ang="0">
                  <a:pos x="164" y="520"/>
                </a:cxn>
                <a:cxn ang="0">
                  <a:pos x="160" y="485"/>
                </a:cxn>
                <a:cxn ang="0">
                  <a:pos x="156" y="450"/>
                </a:cxn>
                <a:cxn ang="0">
                  <a:pos x="150" y="414"/>
                </a:cxn>
                <a:cxn ang="0">
                  <a:pos x="145" y="399"/>
                </a:cxn>
                <a:cxn ang="0">
                  <a:pos x="140" y="384"/>
                </a:cxn>
                <a:cxn ang="0">
                  <a:pos x="135" y="371"/>
                </a:cxn>
                <a:cxn ang="0">
                  <a:pos x="128" y="356"/>
                </a:cxn>
                <a:cxn ang="0">
                  <a:pos x="121" y="342"/>
                </a:cxn>
                <a:cxn ang="0">
                  <a:pos x="114" y="328"/>
                </a:cxn>
                <a:cxn ang="0">
                  <a:pos x="106" y="313"/>
                </a:cxn>
                <a:cxn ang="0">
                  <a:pos x="99" y="299"/>
                </a:cxn>
                <a:cxn ang="0">
                  <a:pos x="91" y="283"/>
                </a:cxn>
                <a:cxn ang="0">
                  <a:pos x="83" y="267"/>
                </a:cxn>
                <a:cxn ang="0">
                  <a:pos x="76" y="251"/>
                </a:cxn>
                <a:cxn ang="0">
                  <a:pos x="68" y="235"/>
                </a:cxn>
                <a:cxn ang="0">
                  <a:pos x="60" y="218"/>
                </a:cxn>
                <a:cxn ang="0">
                  <a:pos x="53" y="201"/>
                </a:cxn>
                <a:cxn ang="0">
                  <a:pos x="46" y="185"/>
                </a:cxn>
                <a:cxn ang="0">
                  <a:pos x="39" y="168"/>
                </a:cxn>
                <a:cxn ang="0">
                  <a:pos x="32" y="149"/>
                </a:cxn>
                <a:cxn ang="0">
                  <a:pos x="26" y="131"/>
                </a:cxn>
                <a:cxn ang="0">
                  <a:pos x="21" y="112"/>
                </a:cxn>
                <a:cxn ang="0">
                  <a:pos x="15" y="93"/>
                </a:cxn>
                <a:cxn ang="0">
                  <a:pos x="10" y="70"/>
                </a:cxn>
                <a:cxn ang="0">
                  <a:pos x="6" y="46"/>
                </a:cxn>
                <a:cxn ang="0">
                  <a:pos x="2" y="23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73" h="558">
                  <a:moveTo>
                    <a:pt x="0" y="0"/>
                  </a:moveTo>
                  <a:lnTo>
                    <a:pt x="1" y="36"/>
                  </a:lnTo>
                  <a:lnTo>
                    <a:pt x="6" y="72"/>
                  </a:lnTo>
                  <a:lnTo>
                    <a:pt x="12" y="107"/>
                  </a:lnTo>
                  <a:lnTo>
                    <a:pt x="22" y="140"/>
                  </a:lnTo>
                  <a:lnTo>
                    <a:pt x="33" y="172"/>
                  </a:lnTo>
                  <a:lnTo>
                    <a:pt x="47" y="206"/>
                  </a:lnTo>
                  <a:lnTo>
                    <a:pt x="61" y="239"/>
                  </a:lnTo>
                  <a:lnTo>
                    <a:pt x="77" y="273"/>
                  </a:lnTo>
                  <a:lnTo>
                    <a:pt x="85" y="290"/>
                  </a:lnTo>
                  <a:lnTo>
                    <a:pt x="93" y="308"/>
                  </a:lnTo>
                  <a:lnTo>
                    <a:pt x="102" y="327"/>
                  </a:lnTo>
                  <a:lnTo>
                    <a:pt x="110" y="344"/>
                  </a:lnTo>
                  <a:lnTo>
                    <a:pt x="118" y="363"/>
                  </a:lnTo>
                  <a:lnTo>
                    <a:pt x="125" y="381"/>
                  </a:lnTo>
                  <a:lnTo>
                    <a:pt x="132" y="401"/>
                  </a:lnTo>
                  <a:lnTo>
                    <a:pt x="139" y="419"/>
                  </a:lnTo>
                  <a:lnTo>
                    <a:pt x="147" y="454"/>
                  </a:lnTo>
                  <a:lnTo>
                    <a:pt x="152" y="489"/>
                  </a:lnTo>
                  <a:lnTo>
                    <a:pt x="158" y="524"/>
                  </a:lnTo>
                  <a:lnTo>
                    <a:pt x="167" y="558"/>
                  </a:lnTo>
                  <a:lnTo>
                    <a:pt x="168" y="558"/>
                  </a:lnTo>
                  <a:lnTo>
                    <a:pt x="170" y="558"/>
                  </a:lnTo>
                  <a:lnTo>
                    <a:pt x="171" y="556"/>
                  </a:lnTo>
                  <a:lnTo>
                    <a:pt x="173" y="555"/>
                  </a:lnTo>
                  <a:lnTo>
                    <a:pt x="164" y="520"/>
                  </a:lnTo>
                  <a:lnTo>
                    <a:pt x="160" y="485"/>
                  </a:lnTo>
                  <a:lnTo>
                    <a:pt x="156" y="450"/>
                  </a:lnTo>
                  <a:lnTo>
                    <a:pt x="150" y="414"/>
                  </a:lnTo>
                  <a:lnTo>
                    <a:pt x="145" y="399"/>
                  </a:lnTo>
                  <a:lnTo>
                    <a:pt x="140" y="384"/>
                  </a:lnTo>
                  <a:lnTo>
                    <a:pt x="135" y="371"/>
                  </a:lnTo>
                  <a:lnTo>
                    <a:pt x="128" y="356"/>
                  </a:lnTo>
                  <a:lnTo>
                    <a:pt x="121" y="342"/>
                  </a:lnTo>
                  <a:lnTo>
                    <a:pt x="114" y="328"/>
                  </a:lnTo>
                  <a:lnTo>
                    <a:pt x="106" y="313"/>
                  </a:lnTo>
                  <a:lnTo>
                    <a:pt x="99" y="299"/>
                  </a:lnTo>
                  <a:lnTo>
                    <a:pt x="91" y="283"/>
                  </a:lnTo>
                  <a:lnTo>
                    <a:pt x="83" y="267"/>
                  </a:lnTo>
                  <a:lnTo>
                    <a:pt x="76" y="251"/>
                  </a:lnTo>
                  <a:lnTo>
                    <a:pt x="68" y="235"/>
                  </a:lnTo>
                  <a:lnTo>
                    <a:pt x="60" y="218"/>
                  </a:lnTo>
                  <a:lnTo>
                    <a:pt x="53" y="201"/>
                  </a:lnTo>
                  <a:lnTo>
                    <a:pt x="46" y="185"/>
                  </a:lnTo>
                  <a:lnTo>
                    <a:pt x="39" y="168"/>
                  </a:lnTo>
                  <a:lnTo>
                    <a:pt x="32" y="149"/>
                  </a:lnTo>
                  <a:lnTo>
                    <a:pt x="26" y="131"/>
                  </a:lnTo>
                  <a:lnTo>
                    <a:pt x="21" y="112"/>
                  </a:lnTo>
                  <a:lnTo>
                    <a:pt x="15" y="93"/>
                  </a:lnTo>
                  <a:lnTo>
                    <a:pt x="10" y="70"/>
                  </a:lnTo>
                  <a:lnTo>
                    <a:pt x="6" y="46"/>
                  </a:lnTo>
                  <a:lnTo>
                    <a:pt x="2" y="23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85" name="Freeform 113"/>
            <p:cNvSpPr>
              <a:spLocks/>
            </p:cNvSpPr>
            <p:nvPr/>
          </p:nvSpPr>
          <p:spPr bwMode="auto">
            <a:xfrm>
              <a:off x="1677" y="2951"/>
              <a:ext cx="49" cy="105"/>
            </a:xfrm>
            <a:custGeom>
              <a:avLst/>
              <a:gdLst/>
              <a:ahLst/>
              <a:cxnLst>
                <a:cxn ang="0">
                  <a:pos x="0" y="210"/>
                </a:cxn>
                <a:cxn ang="0">
                  <a:pos x="10" y="182"/>
                </a:cxn>
                <a:cxn ang="0">
                  <a:pos x="22" y="156"/>
                </a:cxn>
                <a:cxn ang="0">
                  <a:pos x="33" y="130"/>
                </a:cxn>
                <a:cxn ang="0">
                  <a:pos x="47" y="105"/>
                </a:cxn>
                <a:cxn ang="0">
                  <a:pos x="60" y="80"/>
                </a:cxn>
                <a:cxn ang="0">
                  <a:pos x="73" y="54"/>
                </a:cxn>
                <a:cxn ang="0">
                  <a:pos x="85" y="29"/>
                </a:cxn>
                <a:cxn ang="0">
                  <a:pos x="97" y="3"/>
                </a:cxn>
                <a:cxn ang="0">
                  <a:pos x="97" y="1"/>
                </a:cxn>
                <a:cxn ang="0">
                  <a:pos x="97" y="0"/>
                </a:cxn>
                <a:cxn ang="0">
                  <a:pos x="96" y="0"/>
                </a:cxn>
                <a:cxn ang="0">
                  <a:pos x="94" y="1"/>
                </a:cxn>
                <a:cxn ang="0">
                  <a:pos x="82" y="28"/>
                </a:cxn>
                <a:cxn ang="0">
                  <a:pos x="69" y="53"/>
                </a:cxn>
                <a:cxn ang="0">
                  <a:pos x="56" y="79"/>
                </a:cxn>
                <a:cxn ang="0">
                  <a:pos x="44" y="104"/>
                </a:cxn>
                <a:cxn ang="0">
                  <a:pos x="31" y="129"/>
                </a:cxn>
                <a:cxn ang="0">
                  <a:pos x="20" y="156"/>
                </a:cxn>
                <a:cxn ang="0">
                  <a:pos x="9" y="182"/>
                </a:cxn>
                <a:cxn ang="0">
                  <a:pos x="0" y="210"/>
                </a:cxn>
                <a:cxn ang="0">
                  <a:pos x="0" y="210"/>
                </a:cxn>
                <a:cxn ang="0">
                  <a:pos x="0" y="210"/>
                </a:cxn>
                <a:cxn ang="0">
                  <a:pos x="0" y="210"/>
                </a:cxn>
                <a:cxn ang="0">
                  <a:pos x="0" y="210"/>
                </a:cxn>
                <a:cxn ang="0">
                  <a:pos x="0" y="210"/>
                </a:cxn>
              </a:cxnLst>
              <a:rect l="0" t="0" r="r" b="b"/>
              <a:pathLst>
                <a:path w="97" h="210">
                  <a:moveTo>
                    <a:pt x="0" y="210"/>
                  </a:moveTo>
                  <a:lnTo>
                    <a:pt x="10" y="182"/>
                  </a:lnTo>
                  <a:lnTo>
                    <a:pt x="22" y="156"/>
                  </a:lnTo>
                  <a:lnTo>
                    <a:pt x="33" y="130"/>
                  </a:lnTo>
                  <a:lnTo>
                    <a:pt x="47" y="105"/>
                  </a:lnTo>
                  <a:lnTo>
                    <a:pt x="60" y="80"/>
                  </a:lnTo>
                  <a:lnTo>
                    <a:pt x="73" y="54"/>
                  </a:lnTo>
                  <a:lnTo>
                    <a:pt x="85" y="29"/>
                  </a:lnTo>
                  <a:lnTo>
                    <a:pt x="97" y="3"/>
                  </a:lnTo>
                  <a:lnTo>
                    <a:pt x="97" y="1"/>
                  </a:lnTo>
                  <a:lnTo>
                    <a:pt x="97" y="0"/>
                  </a:lnTo>
                  <a:lnTo>
                    <a:pt x="96" y="0"/>
                  </a:lnTo>
                  <a:lnTo>
                    <a:pt x="94" y="1"/>
                  </a:lnTo>
                  <a:lnTo>
                    <a:pt x="82" y="28"/>
                  </a:lnTo>
                  <a:lnTo>
                    <a:pt x="69" y="53"/>
                  </a:lnTo>
                  <a:lnTo>
                    <a:pt x="56" y="79"/>
                  </a:lnTo>
                  <a:lnTo>
                    <a:pt x="44" y="104"/>
                  </a:lnTo>
                  <a:lnTo>
                    <a:pt x="31" y="129"/>
                  </a:lnTo>
                  <a:lnTo>
                    <a:pt x="20" y="156"/>
                  </a:lnTo>
                  <a:lnTo>
                    <a:pt x="9" y="182"/>
                  </a:lnTo>
                  <a:lnTo>
                    <a:pt x="0" y="210"/>
                  </a:lnTo>
                  <a:lnTo>
                    <a:pt x="0" y="210"/>
                  </a:lnTo>
                  <a:lnTo>
                    <a:pt x="0" y="210"/>
                  </a:lnTo>
                  <a:lnTo>
                    <a:pt x="0" y="210"/>
                  </a:lnTo>
                  <a:lnTo>
                    <a:pt x="0" y="210"/>
                  </a:lnTo>
                  <a:lnTo>
                    <a:pt x="0" y="21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86" name="Freeform 114"/>
            <p:cNvSpPr>
              <a:spLocks/>
            </p:cNvSpPr>
            <p:nvPr/>
          </p:nvSpPr>
          <p:spPr bwMode="auto">
            <a:xfrm>
              <a:off x="1664" y="2861"/>
              <a:ext cx="11" cy="184"/>
            </a:xfrm>
            <a:custGeom>
              <a:avLst/>
              <a:gdLst/>
              <a:ahLst/>
              <a:cxnLst>
                <a:cxn ang="0">
                  <a:pos x="23" y="368"/>
                </a:cxn>
                <a:cxn ang="0">
                  <a:pos x="21" y="322"/>
                </a:cxn>
                <a:cxn ang="0">
                  <a:pos x="16" y="276"/>
                </a:cxn>
                <a:cxn ang="0">
                  <a:pos x="12" y="230"/>
                </a:cxn>
                <a:cxn ang="0">
                  <a:pos x="7" y="185"/>
                </a:cxn>
                <a:cxn ang="0">
                  <a:pos x="4" y="139"/>
                </a:cxn>
                <a:cxn ang="0">
                  <a:pos x="3" y="93"/>
                </a:cxn>
                <a:cxn ang="0">
                  <a:pos x="5" y="47"/>
                </a:cxn>
                <a:cxn ang="0">
                  <a:pos x="13" y="2"/>
                </a:cxn>
                <a:cxn ang="0">
                  <a:pos x="13" y="0"/>
                </a:cxn>
                <a:cxn ang="0">
                  <a:pos x="12" y="0"/>
                </a:cxn>
                <a:cxn ang="0">
                  <a:pos x="11" y="2"/>
                </a:cxn>
                <a:cxn ang="0">
                  <a:pos x="11" y="3"/>
                </a:cxn>
                <a:cxn ang="0">
                  <a:pos x="3" y="48"/>
                </a:cxn>
                <a:cxn ang="0">
                  <a:pos x="0" y="94"/>
                </a:cxn>
                <a:cxn ang="0">
                  <a:pos x="1" y="140"/>
                </a:cxn>
                <a:cxn ang="0">
                  <a:pos x="5" y="185"/>
                </a:cxn>
                <a:cxn ang="0">
                  <a:pos x="10" y="231"/>
                </a:cxn>
                <a:cxn ang="0">
                  <a:pos x="15" y="277"/>
                </a:cxn>
                <a:cxn ang="0">
                  <a:pos x="20" y="323"/>
                </a:cxn>
                <a:cxn ang="0">
                  <a:pos x="22" y="368"/>
                </a:cxn>
                <a:cxn ang="0">
                  <a:pos x="22" y="368"/>
                </a:cxn>
                <a:cxn ang="0">
                  <a:pos x="23" y="368"/>
                </a:cxn>
                <a:cxn ang="0">
                  <a:pos x="23" y="368"/>
                </a:cxn>
                <a:cxn ang="0">
                  <a:pos x="23" y="368"/>
                </a:cxn>
                <a:cxn ang="0">
                  <a:pos x="23" y="368"/>
                </a:cxn>
              </a:cxnLst>
              <a:rect l="0" t="0" r="r" b="b"/>
              <a:pathLst>
                <a:path w="23" h="368">
                  <a:moveTo>
                    <a:pt x="23" y="368"/>
                  </a:moveTo>
                  <a:lnTo>
                    <a:pt x="21" y="322"/>
                  </a:lnTo>
                  <a:lnTo>
                    <a:pt x="16" y="276"/>
                  </a:lnTo>
                  <a:lnTo>
                    <a:pt x="12" y="230"/>
                  </a:lnTo>
                  <a:lnTo>
                    <a:pt x="7" y="185"/>
                  </a:lnTo>
                  <a:lnTo>
                    <a:pt x="4" y="139"/>
                  </a:lnTo>
                  <a:lnTo>
                    <a:pt x="3" y="93"/>
                  </a:lnTo>
                  <a:lnTo>
                    <a:pt x="5" y="47"/>
                  </a:lnTo>
                  <a:lnTo>
                    <a:pt x="13" y="2"/>
                  </a:lnTo>
                  <a:lnTo>
                    <a:pt x="13" y="0"/>
                  </a:lnTo>
                  <a:lnTo>
                    <a:pt x="12" y="0"/>
                  </a:lnTo>
                  <a:lnTo>
                    <a:pt x="11" y="2"/>
                  </a:lnTo>
                  <a:lnTo>
                    <a:pt x="11" y="3"/>
                  </a:lnTo>
                  <a:lnTo>
                    <a:pt x="3" y="48"/>
                  </a:lnTo>
                  <a:lnTo>
                    <a:pt x="0" y="94"/>
                  </a:lnTo>
                  <a:lnTo>
                    <a:pt x="1" y="140"/>
                  </a:lnTo>
                  <a:lnTo>
                    <a:pt x="5" y="185"/>
                  </a:lnTo>
                  <a:lnTo>
                    <a:pt x="10" y="231"/>
                  </a:lnTo>
                  <a:lnTo>
                    <a:pt x="15" y="277"/>
                  </a:lnTo>
                  <a:lnTo>
                    <a:pt x="20" y="323"/>
                  </a:lnTo>
                  <a:lnTo>
                    <a:pt x="22" y="368"/>
                  </a:lnTo>
                  <a:lnTo>
                    <a:pt x="22" y="368"/>
                  </a:lnTo>
                  <a:lnTo>
                    <a:pt x="23" y="368"/>
                  </a:lnTo>
                  <a:lnTo>
                    <a:pt x="23" y="368"/>
                  </a:lnTo>
                  <a:lnTo>
                    <a:pt x="23" y="368"/>
                  </a:lnTo>
                  <a:lnTo>
                    <a:pt x="23" y="36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87" name="Freeform 115"/>
            <p:cNvSpPr>
              <a:spLocks/>
            </p:cNvSpPr>
            <p:nvPr/>
          </p:nvSpPr>
          <p:spPr bwMode="auto">
            <a:xfrm>
              <a:off x="1405" y="3040"/>
              <a:ext cx="103" cy="9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" y="12"/>
                </a:cxn>
                <a:cxn ang="0">
                  <a:pos x="22" y="25"/>
                </a:cxn>
                <a:cxn ang="0">
                  <a:pos x="34" y="38"/>
                </a:cxn>
                <a:cxn ang="0">
                  <a:pos x="45" y="49"/>
                </a:cxn>
                <a:cxn ang="0">
                  <a:pos x="58" y="61"/>
                </a:cxn>
                <a:cxn ang="0">
                  <a:pos x="70" y="71"/>
                </a:cxn>
                <a:cxn ang="0">
                  <a:pos x="83" y="83"/>
                </a:cxn>
                <a:cxn ang="0">
                  <a:pos x="96" y="93"/>
                </a:cxn>
                <a:cxn ang="0">
                  <a:pos x="108" y="105"/>
                </a:cxn>
                <a:cxn ang="0">
                  <a:pos x="121" y="115"/>
                </a:cxn>
                <a:cxn ang="0">
                  <a:pos x="134" y="125"/>
                </a:cxn>
                <a:cxn ang="0">
                  <a:pos x="148" y="136"/>
                </a:cxn>
                <a:cxn ang="0">
                  <a:pos x="160" y="147"/>
                </a:cxn>
                <a:cxn ang="0">
                  <a:pos x="173" y="158"/>
                </a:cxn>
                <a:cxn ang="0">
                  <a:pos x="186" y="168"/>
                </a:cxn>
                <a:cxn ang="0">
                  <a:pos x="198" y="180"/>
                </a:cxn>
                <a:cxn ang="0">
                  <a:pos x="201" y="181"/>
                </a:cxn>
                <a:cxn ang="0">
                  <a:pos x="204" y="178"/>
                </a:cxn>
                <a:cxn ang="0">
                  <a:pos x="205" y="174"/>
                </a:cxn>
                <a:cxn ang="0">
                  <a:pos x="205" y="170"/>
                </a:cxn>
                <a:cxn ang="0">
                  <a:pos x="197" y="159"/>
                </a:cxn>
                <a:cxn ang="0">
                  <a:pos x="187" y="148"/>
                </a:cxn>
                <a:cxn ang="0">
                  <a:pos x="176" y="139"/>
                </a:cxn>
                <a:cxn ang="0">
                  <a:pos x="165" y="131"/>
                </a:cxn>
                <a:cxn ang="0">
                  <a:pos x="152" y="122"/>
                </a:cxn>
                <a:cxn ang="0">
                  <a:pos x="140" y="114"/>
                </a:cxn>
                <a:cxn ang="0">
                  <a:pos x="128" y="107"/>
                </a:cxn>
                <a:cxn ang="0">
                  <a:pos x="117" y="99"/>
                </a:cxn>
                <a:cxn ang="0">
                  <a:pos x="100" y="88"/>
                </a:cxn>
                <a:cxn ang="0">
                  <a:pos x="84" y="77"/>
                </a:cxn>
                <a:cxn ang="0">
                  <a:pos x="69" y="65"/>
                </a:cxn>
                <a:cxn ang="0">
                  <a:pos x="55" y="53"/>
                </a:cxn>
                <a:cxn ang="0">
                  <a:pos x="41" y="41"/>
                </a:cxn>
                <a:cxn ang="0">
                  <a:pos x="27" y="27"/>
                </a:cxn>
                <a:cxn ang="0">
                  <a:pos x="13" y="14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05" h="181">
                  <a:moveTo>
                    <a:pt x="0" y="0"/>
                  </a:moveTo>
                  <a:lnTo>
                    <a:pt x="11" y="12"/>
                  </a:lnTo>
                  <a:lnTo>
                    <a:pt x="22" y="25"/>
                  </a:lnTo>
                  <a:lnTo>
                    <a:pt x="34" y="38"/>
                  </a:lnTo>
                  <a:lnTo>
                    <a:pt x="45" y="49"/>
                  </a:lnTo>
                  <a:lnTo>
                    <a:pt x="58" y="61"/>
                  </a:lnTo>
                  <a:lnTo>
                    <a:pt x="70" y="71"/>
                  </a:lnTo>
                  <a:lnTo>
                    <a:pt x="83" y="83"/>
                  </a:lnTo>
                  <a:lnTo>
                    <a:pt x="96" y="93"/>
                  </a:lnTo>
                  <a:lnTo>
                    <a:pt x="108" y="105"/>
                  </a:lnTo>
                  <a:lnTo>
                    <a:pt x="121" y="115"/>
                  </a:lnTo>
                  <a:lnTo>
                    <a:pt x="134" y="125"/>
                  </a:lnTo>
                  <a:lnTo>
                    <a:pt x="148" y="136"/>
                  </a:lnTo>
                  <a:lnTo>
                    <a:pt x="160" y="147"/>
                  </a:lnTo>
                  <a:lnTo>
                    <a:pt x="173" y="158"/>
                  </a:lnTo>
                  <a:lnTo>
                    <a:pt x="186" y="168"/>
                  </a:lnTo>
                  <a:lnTo>
                    <a:pt x="198" y="180"/>
                  </a:lnTo>
                  <a:lnTo>
                    <a:pt x="201" y="181"/>
                  </a:lnTo>
                  <a:lnTo>
                    <a:pt x="204" y="178"/>
                  </a:lnTo>
                  <a:lnTo>
                    <a:pt x="205" y="174"/>
                  </a:lnTo>
                  <a:lnTo>
                    <a:pt x="205" y="170"/>
                  </a:lnTo>
                  <a:lnTo>
                    <a:pt x="197" y="159"/>
                  </a:lnTo>
                  <a:lnTo>
                    <a:pt x="187" y="148"/>
                  </a:lnTo>
                  <a:lnTo>
                    <a:pt x="176" y="139"/>
                  </a:lnTo>
                  <a:lnTo>
                    <a:pt x="165" y="131"/>
                  </a:lnTo>
                  <a:lnTo>
                    <a:pt x="152" y="122"/>
                  </a:lnTo>
                  <a:lnTo>
                    <a:pt x="140" y="114"/>
                  </a:lnTo>
                  <a:lnTo>
                    <a:pt x="128" y="107"/>
                  </a:lnTo>
                  <a:lnTo>
                    <a:pt x="117" y="99"/>
                  </a:lnTo>
                  <a:lnTo>
                    <a:pt x="100" y="88"/>
                  </a:lnTo>
                  <a:lnTo>
                    <a:pt x="84" y="77"/>
                  </a:lnTo>
                  <a:lnTo>
                    <a:pt x="69" y="65"/>
                  </a:lnTo>
                  <a:lnTo>
                    <a:pt x="55" y="53"/>
                  </a:lnTo>
                  <a:lnTo>
                    <a:pt x="41" y="41"/>
                  </a:lnTo>
                  <a:lnTo>
                    <a:pt x="27" y="27"/>
                  </a:lnTo>
                  <a:lnTo>
                    <a:pt x="13" y="14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88" name="Freeform 116"/>
            <p:cNvSpPr>
              <a:spLocks/>
            </p:cNvSpPr>
            <p:nvPr/>
          </p:nvSpPr>
          <p:spPr bwMode="auto">
            <a:xfrm>
              <a:off x="1434" y="2992"/>
              <a:ext cx="68" cy="12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9" y="31"/>
                </a:cxn>
                <a:cxn ang="0">
                  <a:pos x="37" y="63"/>
                </a:cxn>
                <a:cxn ang="0">
                  <a:pos x="54" y="95"/>
                </a:cxn>
                <a:cxn ang="0">
                  <a:pos x="70" y="127"/>
                </a:cxn>
                <a:cxn ang="0">
                  <a:pos x="85" y="159"/>
                </a:cxn>
                <a:cxn ang="0">
                  <a:pos x="100" y="191"/>
                </a:cxn>
                <a:cxn ang="0">
                  <a:pos x="116" y="225"/>
                </a:cxn>
                <a:cxn ang="0">
                  <a:pos x="131" y="257"/>
                </a:cxn>
                <a:cxn ang="0">
                  <a:pos x="132" y="258"/>
                </a:cxn>
                <a:cxn ang="0">
                  <a:pos x="133" y="257"/>
                </a:cxn>
                <a:cxn ang="0">
                  <a:pos x="136" y="255"/>
                </a:cxn>
                <a:cxn ang="0">
                  <a:pos x="136" y="252"/>
                </a:cxn>
                <a:cxn ang="0">
                  <a:pos x="123" y="219"/>
                </a:cxn>
                <a:cxn ang="0">
                  <a:pos x="108" y="186"/>
                </a:cxn>
                <a:cxn ang="0">
                  <a:pos x="93" y="153"/>
                </a:cxn>
                <a:cxn ang="0">
                  <a:pos x="76" y="122"/>
                </a:cxn>
                <a:cxn ang="0">
                  <a:pos x="59" y="91"/>
                </a:cxn>
                <a:cxn ang="0">
                  <a:pos x="40" y="60"/>
                </a:cxn>
                <a:cxn ang="0">
                  <a:pos x="21" y="3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36" h="258">
                  <a:moveTo>
                    <a:pt x="0" y="0"/>
                  </a:moveTo>
                  <a:lnTo>
                    <a:pt x="19" y="31"/>
                  </a:lnTo>
                  <a:lnTo>
                    <a:pt x="37" y="63"/>
                  </a:lnTo>
                  <a:lnTo>
                    <a:pt x="54" y="95"/>
                  </a:lnTo>
                  <a:lnTo>
                    <a:pt x="70" y="127"/>
                  </a:lnTo>
                  <a:lnTo>
                    <a:pt x="85" y="159"/>
                  </a:lnTo>
                  <a:lnTo>
                    <a:pt x="100" y="191"/>
                  </a:lnTo>
                  <a:lnTo>
                    <a:pt x="116" y="225"/>
                  </a:lnTo>
                  <a:lnTo>
                    <a:pt x="131" y="257"/>
                  </a:lnTo>
                  <a:lnTo>
                    <a:pt x="132" y="258"/>
                  </a:lnTo>
                  <a:lnTo>
                    <a:pt x="133" y="257"/>
                  </a:lnTo>
                  <a:lnTo>
                    <a:pt x="136" y="255"/>
                  </a:lnTo>
                  <a:lnTo>
                    <a:pt x="136" y="252"/>
                  </a:lnTo>
                  <a:lnTo>
                    <a:pt x="123" y="219"/>
                  </a:lnTo>
                  <a:lnTo>
                    <a:pt x="108" y="186"/>
                  </a:lnTo>
                  <a:lnTo>
                    <a:pt x="93" y="153"/>
                  </a:lnTo>
                  <a:lnTo>
                    <a:pt x="76" y="122"/>
                  </a:lnTo>
                  <a:lnTo>
                    <a:pt x="59" y="91"/>
                  </a:lnTo>
                  <a:lnTo>
                    <a:pt x="40" y="60"/>
                  </a:lnTo>
                  <a:lnTo>
                    <a:pt x="21" y="3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89" name="Freeform 117"/>
            <p:cNvSpPr>
              <a:spLocks/>
            </p:cNvSpPr>
            <p:nvPr/>
          </p:nvSpPr>
          <p:spPr bwMode="auto">
            <a:xfrm>
              <a:off x="1328" y="3398"/>
              <a:ext cx="397" cy="50"/>
            </a:xfrm>
            <a:custGeom>
              <a:avLst/>
              <a:gdLst/>
              <a:ahLst/>
              <a:cxnLst>
                <a:cxn ang="0">
                  <a:pos x="772" y="24"/>
                </a:cxn>
                <a:cxn ang="0">
                  <a:pos x="725" y="15"/>
                </a:cxn>
                <a:cxn ang="0">
                  <a:pos x="676" y="8"/>
                </a:cxn>
                <a:cxn ang="0">
                  <a:pos x="626" y="3"/>
                </a:cxn>
                <a:cxn ang="0">
                  <a:pos x="576" y="0"/>
                </a:cxn>
                <a:cxn ang="0">
                  <a:pos x="525" y="0"/>
                </a:cxn>
                <a:cxn ang="0">
                  <a:pos x="476" y="1"/>
                </a:cxn>
                <a:cxn ang="0">
                  <a:pos x="425" y="4"/>
                </a:cxn>
                <a:cxn ang="0">
                  <a:pos x="375" y="10"/>
                </a:cxn>
                <a:cxn ang="0">
                  <a:pos x="325" y="17"/>
                </a:cxn>
                <a:cxn ang="0">
                  <a:pos x="274" y="26"/>
                </a:cxn>
                <a:cxn ang="0">
                  <a:pos x="223" y="38"/>
                </a:cxn>
                <a:cxn ang="0">
                  <a:pos x="174" y="49"/>
                </a:cxn>
                <a:cxn ang="0">
                  <a:pos x="123" y="62"/>
                </a:cxn>
                <a:cxn ang="0">
                  <a:pos x="74" y="76"/>
                </a:cxn>
                <a:cxn ang="0">
                  <a:pos x="24" y="91"/>
                </a:cxn>
                <a:cxn ang="0">
                  <a:pos x="0" y="99"/>
                </a:cxn>
                <a:cxn ang="0">
                  <a:pos x="0" y="100"/>
                </a:cxn>
                <a:cxn ang="0">
                  <a:pos x="24" y="93"/>
                </a:cxn>
                <a:cxn ang="0">
                  <a:pos x="74" y="79"/>
                </a:cxn>
                <a:cxn ang="0">
                  <a:pos x="123" y="65"/>
                </a:cxn>
                <a:cxn ang="0">
                  <a:pos x="174" y="53"/>
                </a:cxn>
                <a:cxn ang="0">
                  <a:pos x="223" y="42"/>
                </a:cxn>
                <a:cxn ang="0">
                  <a:pos x="274" y="32"/>
                </a:cxn>
                <a:cxn ang="0">
                  <a:pos x="325" y="23"/>
                </a:cxn>
                <a:cxn ang="0">
                  <a:pos x="375" y="15"/>
                </a:cxn>
                <a:cxn ang="0">
                  <a:pos x="425" y="9"/>
                </a:cxn>
                <a:cxn ang="0">
                  <a:pos x="474" y="4"/>
                </a:cxn>
                <a:cxn ang="0">
                  <a:pos x="523" y="3"/>
                </a:cxn>
                <a:cxn ang="0">
                  <a:pos x="572" y="4"/>
                </a:cxn>
                <a:cxn ang="0">
                  <a:pos x="623" y="6"/>
                </a:cxn>
                <a:cxn ang="0">
                  <a:pos x="672" y="11"/>
                </a:cxn>
                <a:cxn ang="0">
                  <a:pos x="721" y="18"/>
                </a:cxn>
                <a:cxn ang="0">
                  <a:pos x="770" y="25"/>
                </a:cxn>
                <a:cxn ang="0">
                  <a:pos x="795" y="30"/>
                </a:cxn>
                <a:cxn ang="0">
                  <a:pos x="795" y="30"/>
                </a:cxn>
                <a:cxn ang="0">
                  <a:pos x="795" y="30"/>
                </a:cxn>
              </a:cxnLst>
              <a:rect l="0" t="0" r="r" b="b"/>
              <a:pathLst>
                <a:path w="795" h="100">
                  <a:moveTo>
                    <a:pt x="795" y="30"/>
                  </a:moveTo>
                  <a:lnTo>
                    <a:pt x="772" y="24"/>
                  </a:lnTo>
                  <a:lnTo>
                    <a:pt x="749" y="19"/>
                  </a:lnTo>
                  <a:lnTo>
                    <a:pt x="725" y="15"/>
                  </a:lnTo>
                  <a:lnTo>
                    <a:pt x="701" y="11"/>
                  </a:lnTo>
                  <a:lnTo>
                    <a:pt x="676" y="8"/>
                  </a:lnTo>
                  <a:lnTo>
                    <a:pt x="652" y="5"/>
                  </a:lnTo>
                  <a:lnTo>
                    <a:pt x="626" y="3"/>
                  </a:lnTo>
                  <a:lnTo>
                    <a:pt x="601" y="1"/>
                  </a:lnTo>
                  <a:lnTo>
                    <a:pt x="576" y="0"/>
                  </a:lnTo>
                  <a:lnTo>
                    <a:pt x="550" y="0"/>
                  </a:lnTo>
                  <a:lnTo>
                    <a:pt x="525" y="0"/>
                  </a:lnTo>
                  <a:lnTo>
                    <a:pt x="500" y="0"/>
                  </a:lnTo>
                  <a:lnTo>
                    <a:pt x="476" y="1"/>
                  </a:lnTo>
                  <a:lnTo>
                    <a:pt x="450" y="2"/>
                  </a:lnTo>
                  <a:lnTo>
                    <a:pt x="425" y="4"/>
                  </a:lnTo>
                  <a:lnTo>
                    <a:pt x="401" y="6"/>
                  </a:lnTo>
                  <a:lnTo>
                    <a:pt x="375" y="10"/>
                  </a:lnTo>
                  <a:lnTo>
                    <a:pt x="350" y="13"/>
                  </a:lnTo>
                  <a:lnTo>
                    <a:pt x="325" y="17"/>
                  </a:lnTo>
                  <a:lnTo>
                    <a:pt x="299" y="21"/>
                  </a:lnTo>
                  <a:lnTo>
                    <a:pt x="274" y="26"/>
                  </a:lnTo>
                  <a:lnTo>
                    <a:pt x="249" y="32"/>
                  </a:lnTo>
                  <a:lnTo>
                    <a:pt x="223" y="38"/>
                  </a:lnTo>
                  <a:lnTo>
                    <a:pt x="199" y="43"/>
                  </a:lnTo>
                  <a:lnTo>
                    <a:pt x="174" y="49"/>
                  </a:lnTo>
                  <a:lnTo>
                    <a:pt x="148" y="55"/>
                  </a:lnTo>
                  <a:lnTo>
                    <a:pt x="123" y="62"/>
                  </a:lnTo>
                  <a:lnTo>
                    <a:pt x="99" y="69"/>
                  </a:lnTo>
                  <a:lnTo>
                    <a:pt x="74" y="76"/>
                  </a:lnTo>
                  <a:lnTo>
                    <a:pt x="49" y="83"/>
                  </a:lnTo>
                  <a:lnTo>
                    <a:pt x="24" y="91"/>
                  </a:lnTo>
                  <a:lnTo>
                    <a:pt x="0" y="98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0" y="100"/>
                  </a:lnTo>
                  <a:lnTo>
                    <a:pt x="0" y="100"/>
                  </a:lnTo>
                  <a:lnTo>
                    <a:pt x="24" y="93"/>
                  </a:lnTo>
                  <a:lnTo>
                    <a:pt x="49" y="86"/>
                  </a:lnTo>
                  <a:lnTo>
                    <a:pt x="74" y="79"/>
                  </a:lnTo>
                  <a:lnTo>
                    <a:pt x="99" y="72"/>
                  </a:lnTo>
                  <a:lnTo>
                    <a:pt x="123" y="65"/>
                  </a:lnTo>
                  <a:lnTo>
                    <a:pt x="148" y="59"/>
                  </a:lnTo>
                  <a:lnTo>
                    <a:pt x="174" y="53"/>
                  </a:lnTo>
                  <a:lnTo>
                    <a:pt x="199" y="47"/>
                  </a:lnTo>
                  <a:lnTo>
                    <a:pt x="223" y="42"/>
                  </a:lnTo>
                  <a:lnTo>
                    <a:pt x="249" y="36"/>
                  </a:lnTo>
                  <a:lnTo>
                    <a:pt x="274" y="32"/>
                  </a:lnTo>
                  <a:lnTo>
                    <a:pt x="299" y="27"/>
                  </a:lnTo>
                  <a:lnTo>
                    <a:pt x="325" y="23"/>
                  </a:lnTo>
                  <a:lnTo>
                    <a:pt x="350" y="18"/>
                  </a:lnTo>
                  <a:lnTo>
                    <a:pt x="375" y="15"/>
                  </a:lnTo>
                  <a:lnTo>
                    <a:pt x="401" y="11"/>
                  </a:lnTo>
                  <a:lnTo>
                    <a:pt x="425" y="9"/>
                  </a:lnTo>
                  <a:lnTo>
                    <a:pt x="449" y="6"/>
                  </a:lnTo>
                  <a:lnTo>
                    <a:pt x="474" y="4"/>
                  </a:lnTo>
                  <a:lnTo>
                    <a:pt x="499" y="4"/>
                  </a:lnTo>
                  <a:lnTo>
                    <a:pt x="523" y="3"/>
                  </a:lnTo>
                  <a:lnTo>
                    <a:pt x="548" y="3"/>
                  </a:lnTo>
                  <a:lnTo>
                    <a:pt x="572" y="4"/>
                  </a:lnTo>
                  <a:lnTo>
                    <a:pt x="598" y="5"/>
                  </a:lnTo>
                  <a:lnTo>
                    <a:pt x="623" y="6"/>
                  </a:lnTo>
                  <a:lnTo>
                    <a:pt x="647" y="9"/>
                  </a:lnTo>
                  <a:lnTo>
                    <a:pt x="672" y="11"/>
                  </a:lnTo>
                  <a:lnTo>
                    <a:pt x="697" y="15"/>
                  </a:lnTo>
                  <a:lnTo>
                    <a:pt x="721" y="18"/>
                  </a:lnTo>
                  <a:lnTo>
                    <a:pt x="746" y="21"/>
                  </a:lnTo>
                  <a:lnTo>
                    <a:pt x="770" y="25"/>
                  </a:lnTo>
                  <a:lnTo>
                    <a:pt x="795" y="30"/>
                  </a:lnTo>
                  <a:lnTo>
                    <a:pt x="795" y="30"/>
                  </a:lnTo>
                  <a:lnTo>
                    <a:pt x="795" y="30"/>
                  </a:lnTo>
                  <a:lnTo>
                    <a:pt x="795" y="30"/>
                  </a:lnTo>
                  <a:lnTo>
                    <a:pt x="795" y="30"/>
                  </a:lnTo>
                  <a:lnTo>
                    <a:pt x="795" y="3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90" name="Freeform 118"/>
            <p:cNvSpPr>
              <a:spLocks/>
            </p:cNvSpPr>
            <p:nvPr/>
          </p:nvSpPr>
          <p:spPr bwMode="auto">
            <a:xfrm>
              <a:off x="1405" y="3424"/>
              <a:ext cx="320" cy="69"/>
            </a:xfrm>
            <a:custGeom>
              <a:avLst/>
              <a:gdLst/>
              <a:ahLst/>
              <a:cxnLst>
                <a:cxn ang="0">
                  <a:pos x="624" y="3"/>
                </a:cxn>
                <a:cxn ang="0">
                  <a:pos x="589" y="5"/>
                </a:cxn>
                <a:cxn ang="0">
                  <a:pos x="552" y="6"/>
                </a:cxn>
                <a:cxn ang="0">
                  <a:pos x="516" y="7"/>
                </a:cxn>
                <a:cxn ang="0">
                  <a:pos x="477" y="11"/>
                </a:cxn>
                <a:cxn ang="0">
                  <a:pos x="433" y="16"/>
                </a:cxn>
                <a:cxn ang="0">
                  <a:pos x="390" y="24"/>
                </a:cxn>
                <a:cxn ang="0">
                  <a:pos x="347" y="31"/>
                </a:cxn>
                <a:cxn ang="0">
                  <a:pos x="305" y="38"/>
                </a:cxn>
                <a:cxn ang="0">
                  <a:pos x="263" y="48"/>
                </a:cxn>
                <a:cxn ang="0">
                  <a:pos x="222" y="59"/>
                </a:cxn>
                <a:cxn ang="0">
                  <a:pos x="181" y="71"/>
                </a:cxn>
                <a:cxn ang="0">
                  <a:pos x="141" y="84"/>
                </a:cxn>
                <a:cxn ang="0">
                  <a:pos x="100" y="98"/>
                </a:cxn>
                <a:cxn ang="0">
                  <a:pos x="61" y="113"/>
                </a:cxn>
                <a:cxn ang="0">
                  <a:pos x="21" y="129"/>
                </a:cxn>
                <a:cxn ang="0">
                  <a:pos x="0" y="139"/>
                </a:cxn>
                <a:cxn ang="0">
                  <a:pos x="0" y="140"/>
                </a:cxn>
                <a:cxn ang="0">
                  <a:pos x="21" y="132"/>
                </a:cxn>
                <a:cxn ang="0">
                  <a:pos x="61" y="117"/>
                </a:cxn>
                <a:cxn ang="0">
                  <a:pos x="101" y="102"/>
                </a:cxn>
                <a:cxn ang="0">
                  <a:pos x="141" y="88"/>
                </a:cxn>
                <a:cxn ang="0">
                  <a:pos x="181" y="74"/>
                </a:cxn>
                <a:cxn ang="0">
                  <a:pos x="221" y="62"/>
                </a:cxn>
                <a:cxn ang="0">
                  <a:pos x="263" y="51"/>
                </a:cxn>
                <a:cxn ang="0">
                  <a:pos x="304" y="42"/>
                </a:cxn>
                <a:cxn ang="0">
                  <a:pos x="343" y="34"/>
                </a:cxn>
                <a:cxn ang="0">
                  <a:pos x="381" y="28"/>
                </a:cxn>
                <a:cxn ang="0">
                  <a:pos x="419" y="23"/>
                </a:cxn>
                <a:cxn ang="0">
                  <a:pos x="457" y="19"/>
                </a:cxn>
                <a:cxn ang="0">
                  <a:pos x="498" y="14"/>
                </a:cxn>
                <a:cxn ang="0">
                  <a:pos x="544" y="11"/>
                </a:cxn>
                <a:cxn ang="0">
                  <a:pos x="589" y="8"/>
                </a:cxn>
                <a:cxn ang="0">
                  <a:pos x="627" y="5"/>
                </a:cxn>
                <a:cxn ang="0">
                  <a:pos x="642" y="1"/>
                </a:cxn>
                <a:cxn ang="0">
                  <a:pos x="642" y="0"/>
                </a:cxn>
                <a:cxn ang="0">
                  <a:pos x="642" y="0"/>
                </a:cxn>
              </a:cxnLst>
              <a:rect l="0" t="0" r="r" b="b"/>
              <a:pathLst>
                <a:path w="642" h="140">
                  <a:moveTo>
                    <a:pt x="642" y="0"/>
                  </a:moveTo>
                  <a:lnTo>
                    <a:pt x="624" y="3"/>
                  </a:lnTo>
                  <a:lnTo>
                    <a:pt x="606" y="5"/>
                  </a:lnTo>
                  <a:lnTo>
                    <a:pt x="589" y="5"/>
                  </a:lnTo>
                  <a:lnTo>
                    <a:pt x="570" y="6"/>
                  </a:lnTo>
                  <a:lnTo>
                    <a:pt x="552" y="6"/>
                  </a:lnTo>
                  <a:lnTo>
                    <a:pt x="534" y="7"/>
                  </a:lnTo>
                  <a:lnTo>
                    <a:pt x="516" y="7"/>
                  </a:lnTo>
                  <a:lnTo>
                    <a:pt x="499" y="8"/>
                  </a:lnTo>
                  <a:lnTo>
                    <a:pt x="477" y="11"/>
                  </a:lnTo>
                  <a:lnTo>
                    <a:pt x="455" y="14"/>
                  </a:lnTo>
                  <a:lnTo>
                    <a:pt x="433" y="16"/>
                  </a:lnTo>
                  <a:lnTo>
                    <a:pt x="412" y="20"/>
                  </a:lnTo>
                  <a:lnTo>
                    <a:pt x="390" y="24"/>
                  </a:lnTo>
                  <a:lnTo>
                    <a:pt x="369" y="28"/>
                  </a:lnTo>
                  <a:lnTo>
                    <a:pt x="347" y="31"/>
                  </a:lnTo>
                  <a:lnTo>
                    <a:pt x="326" y="35"/>
                  </a:lnTo>
                  <a:lnTo>
                    <a:pt x="305" y="38"/>
                  </a:lnTo>
                  <a:lnTo>
                    <a:pt x="285" y="43"/>
                  </a:lnTo>
                  <a:lnTo>
                    <a:pt x="263" y="48"/>
                  </a:lnTo>
                  <a:lnTo>
                    <a:pt x="243" y="53"/>
                  </a:lnTo>
                  <a:lnTo>
                    <a:pt x="222" y="59"/>
                  </a:lnTo>
                  <a:lnTo>
                    <a:pt x="202" y="65"/>
                  </a:lnTo>
                  <a:lnTo>
                    <a:pt x="181" y="71"/>
                  </a:lnTo>
                  <a:lnTo>
                    <a:pt x="161" y="77"/>
                  </a:lnTo>
                  <a:lnTo>
                    <a:pt x="141" y="84"/>
                  </a:lnTo>
                  <a:lnTo>
                    <a:pt x="121" y="91"/>
                  </a:lnTo>
                  <a:lnTo>
                    <a:pt x="100" y="98"/>
                  </a:lnTo>
                  <a:lnTo>
                    <a:pt x="81" y="105"/>
                  </a:lnTo>
                  <a:lnTo>
                    <a:pt x="61" y="113"/>
                  </a:lnTo>
                  <a:lnTo>
                    <a:pt x="42" y="121"/>
                  </a:lnTo>
                  <a:lnTo>
                    <a:pt x="21" y="129"/>
                  </a:lnTo>
                  <a:lnTo>
                    <a:pt x="1" y="137"/>
                  </a:lnTo>
                  <a:lnTo>
                    <a:pt x="0" y="139"/>
                  </a:lnTo>
                  <a:lnTo>
                    <a:pt x="0" y="140"/>
                  </a:lnTo>
                  <a:lnTo>
                    <a:pt x="0" y="140"/>
                  </a:lnTo>
                  <a:lnTo>
                    <a:pt x="1" y="140"/>
                  </a:lnTo>
                  <a:lnTo>
                    <a:pt x="21" y="132"/>
                  </a:lnTo>
                  <a:lnTo>
                    <a:pt x="42" y="125"/>
                  </a:lnTo>
                  <a:lnTo>
                    <a:pt x="61" y="117"/>
                  </a:lnTo>
                  <a:lnTo>
                    <a:pt x="81" y="110"/>
                  </a:lnTo>
                  <a:lnTo>
                    <a:pt x="101" y="102"/>
                  </a:lnTo>
                  <a:lnTo>
                    <a:pt x="121" y="95"/>
                  </a:lnTo>
                  <a:lnTo>
                    <a:pt x="141" y="88"/>
                  </a:lnTo>
                  <a:lnTo>
                    <a:pt x="161" y="81"/>
                  </a:lnTo>
                  <a:lnTo>
                    <a:pt x="181" y="74"/>
                  </a:lnTo>
                  <a:lnTo>
                    <a:pt x="202" y="68"/>
                  </a:lnTo>
                  <a:lnTo>
                    <a:pt x="221" y="62"/>
                  </a:lnTo>
                  <a:lnTo>
                    <a:pt x="242" y="57"/>
                  </a:lnTo>
                  <a:lnTo>
                    <a:pt x="263" y="51"/>
                  </a:lnTo>
                  <a:lnTo>
                    <a:pt x="283" y="46"/>
                  </a:lnTo>
                  <a:lnTo>
                    <a:pt x="304" y="42"/>
                  </a:lnTo>
                  <a:lnTo>
                    <a:pt x="325" y="37"/>
                  </a:lnTo>
                  <a:lnTo>
                    <a:pt x="343" y="34"/>
                  </a:lnTo>
                  <a:lnTo>
                    <a:pt x="363" y="31"/>
                  </a:lnTo>
                  <a:lnTo>
                    <a:pt x="381" y="28"/>
                  </a:lnTo>
                  <a:lnTo>
                    <a:pt x="401" y="26"/>
                  </a:lnTo>
                  <a:lnTo>
                    <a:pt x="419" y="23"/>
                  </a:lnTo>
                  <a:lnTo>
                    <a:pt x="439" y="21"/>
                  </a:lnTo>
                  <a:lnTo>
                    <a:pt x="457" y="19"/>
                  </a:lnTo>
                  <a:lnTo>
                    <a:pt x="477" y="16"/>
                  </a:lnTo>
                  <a:lnTo>
                    <a:pt x="498" y="14"/>
                  </a:lnTo>
                  <a:lnTo>
                    <a:pt x="521" y="12"/>
                  </a:lnTo>
                  <a:lnTo>
                    <a:pt x="544" y="11"/>
                  </a:lnTo>
                  <a:lnTo>
                    <a:pt x="567" y="9"/>
                  </a:lnTo>
                  <a:lnTo>
                    <a:pt x="589" y="8"/>
                  </a:lnTo>
                  <a:lnTo>
                    <a:pt x="609" y="7"/>
                  </a:lnTo>
                  <a:lnTo>
                    <a:pt x="627" y="5"/>
                  </a:lnTo>
                  <a:lnTo>
                    <a:pt x="642" y="1"/>
                  </a:lnTo>
                  <a:lnTo>
                    <a:pt x="642" y="1"/>
                  </a:lnTo>
                  <a:lnTo>
                    <a:pt x="642" y="0"/>
                  </a:lnTo>
                  <a:lnTo>
                    <a:pt x="642" y="0"/>
                  </a:lnTo>
                  <a:lnTo>
                    <a:pt x="642" y="0"/>
                  </a:lnTo>
                  <a:lnTo>
                    <a:pt x="642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91" name="Freeform 119"/>
            <p:cNvSpPr>
              <a:spLocks/>
            </p:cNvSpPr>
            <p:nvPr/>
          </p:nvSpPr>
          <p:spPr bwMode="auto">
            <a:xfrm>
              <a:off x="1805" y="3299"/>
              <a:ext cx="268" cy="107"/>
            </a:xfrm>
            <a:custGeom>
              <a:avLst/>
              <a:gdLst/>
              <a:ahLst/>
              <a:cxnLst>
                <a:cxn ang="0">
                  <a:pos x="12" y="201"/>
                </a:cxn>
                <a:cxn ang="0">
                  <a:pos x="39" y="177"/>
                </a:cxn>
                <a:cxn ang="0">
                  <a:pos x="66" y="154"/>
                </a:cxn>
                <a:cxn ang="0">
                  <a:pos x="96" y="132"/>
                </a:cxn>
                <a:cxn ang="0">
                  <a:pos x="127" y="112"/>
                </a:cxn>
                <a:cxn ang="0">
                  <a:pos x="158" y="94"/>
                </a:cxn>
                <a:cxn ang="0">
                  <a:pos x="191" y="78"/>
                </a:cxn>
                <a:cxn ang="0">
                  <a:pos x="224" y="63"/>
                </a:cxn>
                <a:cxn ang="0">
                  <a:pos x="258" y="50"/>
                </a:cxn>
                <a:cxn ang="0">
                  <a:pos x="293" y="40"/>
                </a:cxn>
                <a:cxn ang="0">
                  <a:pos x="330" y="31"/>
                </a:cxn>
                <a:cxn ang="0">
                  <a:pos x="367" y="25"/>
                </a:cxn>
                <a:cxn ang="0">
                  <a:pos x="405" y="20"/>
                </a:cxn>
                <a:cxn ang="0">
                  <a:pos x="442" y="15"/>
                </a:cxn>
                <a:cxn ang="0">
                  <a:pos x="480" y="11"/>
                </a:cxn>
                <a:cxn ang="0">
                  <a:pos x="517" y="5"/>
                </a:cxn>
                <a:cxn ang="0">
                  <a:pos x="535" y="1"/>
                </a:cxn>
                <a:cxn ang="0">
                  <a:pos x="535" y="0"/>
                </a:cxn>
                <a:cxn ang="0">
                  <a:pos x="516" y="4"/>
                </a:cxn>
                <a:cxn ang="0">
                  <a:pos x="476" y="10"/>
                </a:cxn>
                <a:cxn ang="0">
                  <a:pos x="436" y="14"/>
                </a:cxn>
                <a:cxn ang="0">
                  <a:pos x="397" y="20"/>
                </a:cxn>
                <a:cxn ang="0">
                  <a:pos x="358" y="26"/>
                </a:cxn>
                <a:cxn ang="0">
                  <a:pos x="319" y="34"/>
                </a:cxn>
                <a:cxn ang="0">
                  <a:pos x="281" y="43"/>
                </a:cxn>
                <a:cxn ang="0">
                  <a:pos x="241" y="54"/>
                </a:cxn>
                <a:cxn ang="0">
                  <a:pos x="208" y="67"/>
                </a:cxn>
                <a:cxn ang="0">
                  <a:pos x="177" y="81"/>
                </a:cxn>
                <a:cxn ang="0">
                  <a:pos x="146" y="97"/>
                </a:cxn>
                <a:cxn ang="0">
                  <a:pos x="116" y="114"/>
                </a:cxn>
                <a:cxn ang="0">
                  <a:pos x="87" y="133"/>
                </a:cxn>
                <a:cxn ang="0">
                  <a:pos x="59" y="154"/>
                </a:cxn>
                <a:cxn ang="0">
                  <a:pos x="34" y="175"/>
                </a:cxn>
                <a:cxn ang="0">
                  <a:pos x="10" y="200"/>
                </a:cxn>
                <a:cxn ang="0">
                  <a:pos x="0" y="212"/>
                </a:cxn>
                <a:cxn ang="0">
                  <a:pos x="0" y="214"/>
                </a:cxn>
                <a:cxn ang="0">
                  <a:pos x="0" y="214"/>
                </a:cxn>
              </a:cxnLst>
              <a:rect l="0" t="0" r="r" b="b"/>
              <a:pathLst>
                <a:path w="535" h="214">
                  <a:moveTo>
                    <a:pt x="0" y="214"/>
                  </a:moveTo>
                  <a:lnTo>
                    <a:pt x="12" y="201"/>
                  </a:lnTo>
                  <a:lnTo>
                    <a:pt x="25" y="188"/>
                  </a:lnTo>
                  <a:lnTo>
                    <a:pt x="39" y="177"/>
                  </a:lnTo>
                  <a:lnTo>
                    <a:pt x="53" y="165"/>
                  </a:lnTo>
                  <a:lnTo>
                    <a:pt x="66" y="154"/>
                  </a:lnTo>
                  <a:lnTo>
                    <a:pt x="81" y="143"/>
                  </a:lnTo>
                  <a:lnTo>
                    <a:pt x="96" y="132"/>
                  </a:lnTo>
                  <a:lnTo>
                    <a:pt x="111" y="122"/>
                  </a:lnTo>
                  <a:lnTo>
                    <a:pt x="127" y="112"/>
                  </a:lnTo>
                  <a:lnTo>
                    <a:pt x="143" y="103"/>
                  </a:lnTo>
                  <a:lnTo>
                    <a:pt x="158" y="94"/>
                  </a:lnTo>
                  <a:lnTo>
                    <a:pt x="175" y="86"/>
                  </a:lnTo>
                  <a:lnTo>
                    <a:pt x="191" y="78"/>
                  </a:lnTo>
                  <a:lnTo>
                    <a:pt x="208" y="69"/>
                  </a:lnTo>
                  <a:lnTo>
                    <a:pt x="224" y="63"/>
                  </a:lnTo>
                  <a:lnTo>
                    <a:pt x="240" y="56"/>
                  </a:lnTo>
                  <a:lnTo>
                    <a:pt x="258" y="50"/>
                  </a:lnTo>
                  <a:lnTo>
                    <a:pt x="276" y="44"/>
                  </a:lnTo>
                  <a:lnTo>
                    <a:pt x="293" y="40"/>
                  </a:lnTo>
                  <a:lnTo>
                    <a:pt x="312" y="35"/>
                  </a:lnTo>
                  <a:lnTo>
                    <a:pt x="330" y="31"/>
                  </a:lnTo>
                  <a:lnTo>
                    <a:pt x="349" y="28"/>
                  </a:lnTo>
                  <a:lnTo>
                    <a:pt x="367" y="25"/>
                  </a:lnTo>
                  <a:lnTo>
                    <a:pt x="387" y="22"/>
                  </a:lnTo>
                  <a:lnTo>
                    <a:pt x="405" y="20"/>
                  </a:lnTo>
                  <a:lnTo>
                    <a:pt x="423" y="18"/>
                  </a:lnTo>
                  <a:lnTo>
                    <a:pt x="442" y="15"/>
                  </a:lnTo>
                  <a:lnTo>
                    <a:pt x="461" y="13"/>
                  </a:lnTo>
                  <a:lnTo>
                    <a:pt x="480" y="11"/>
                  </a:lnTo>
                  <a:lnTo>
                    <a:pt x="498" y="7"/>
                  </a:lnTo>
                  <a:lnTo>
                    <a:pt x="517" y="5"/>
                  </a:lnTo>
                  <a:lnTo>
                    <a:pt x="535" y="1"/>
                  </a:lnTo>
                  <a:lnTo>
                    <a:pt x="535" y="1"/>
                  </a:lnTo>
                  <a:lnTo>
                    <a:pt x="535" y="0"/>
                  </a:lnTo>
                  <a:lnTo>
                    <a:pt x="535" y="0"/>
                  </a:lnTo>
                  <a:lnTo>
                    <a:pt x="535" y="0"/>
                  </a:lnTo>
                  <a:lnTo>
                    <a:pt x="516" y="4"/>
                  </a:lnTo>
                  <a:lnTo>
                    <a:pt x="496" y="6"/>
                  </a:lnTo>
                  <a:lnTo>
                    <a:pt x="476" y="10"/>
                  </a:lnTo>
                  <a:lnTo>
                    <a:pt x="457" y="12"/>
                  </a:lnTo>
                  <a:lnTo>
                    <a:pt x="436" y="14"/>
                  </a:lnTo>
                  <a:lnTo>
                    <a:pt x="416" y="16"/>
                  </a:lnTo>
                  <a:lnTo>
                    <a:pt x="397" y="20"/>
                  </a:lnTo>
                  <a:lnTo>
                    <a:pt x="377" y="22"/>
                  </a:lnTo>
                  <a:lnTo>
                    <a:pt x="358" y="26"/>
                  </a:lnTo>
                  <a:lnTo>
                    <a:pt x="338" y="29"/>
                  </a:lnTo>
                  <a:lnTo>
                    <a:pt x="319" y="34"/>
                  </a:lnTo>
                  <a:lnTo>
                    <a:pt x="299" y="37"/>
                  </a:lnTo>
                  <a:lnTo>
                    <a:pt x="281" y="43"/>
                  </a:lnTo>
                  <a:lnTo>
                    <a:pt x="261" y="49"/>
                  </a:lnTo>
                  <a:lnTo>
                    <a:pt x="241" y="54"/>
                  </a:lnTo>
                  <a:lnTo>
                    <a:pt x="223" y="61"/>
                  </a:lnTo>
                  <a:lnTo>
                    <a:pt x="208" y="67"/>
                  </a:lnTo>
                  <a:lnTo>
                    <a:pt x="192" y="74"/>
                  </a:lnTo>
                  <a:lnTo>
                    <a:pt x="177" y="81"/>
                  </a:lnTo>
                  <a:lnTo>
                    <a:pt x="162" y="89"/>
                  </a:lnTo>
                  <a:lnTo>
                    <a:pt x="146" y="97"/>
                  </a:lnTo>
                  <a:lnTo>
                    <a:pt x="131" y="105"/>
                  </a:lnTo>
                  <a:lnTo>
                    <a:pt x="116" y="114"/>
                  </a:lnTo>
                  <a:lnTo>
                    <a:pt x="102" y="122"/>
                  </a:lnTo>
                  <a:lnTo>
                    <a:pt x="87" y="133"/>
                  </a:lnTo>
                  <a:lnTo>
                    <a:pt x="73" y="143"/>
                  </a:lnTo>
                  <a:lnTo>
                    <a:pt x="59" y="154"/>
                  </a:lnTo>
                  <a:lnTo>
                    <a:pt x="47" y="164"/>
                  </a:lnTo>
                  <a:lnTo>
                    <a:pt x="34" y="175"/>
                  </a:lnTo>
                  <a:lnTo>
                    <a:pt x="21" y="187"/>
                  </a:lnTo>
                  <a:lnTo>
                    <a:pt x="10" y="200"/>
                  </a:lnTo>
                  <a:lnTo>
                    <a:pt x="0" y="212"/>
                  </a:lnTo>
                  <a:lnTo>
                    <a:pt x="0" y="212"/>
                  </a:lnTo>
                  <a:lnTo>
                    <a:pt x="0" y="212"/>
                  </a:lnTo>
                  <a:lnTo>
                    <a:pt x="0" y="214"/>
                  </a:lnTo>
                  <a:lnTo>
                    <a:pt x="0" y="214"/>
                  </a:lnTo>
                  <a:lnTo>
                    <a:pt x="0" y="2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92" name="Freeform 120"/>
            <p:cNvSpPr>
              <a:spLocks/>
            </p:cNvSpPr>
            <p:nvPr/>
          </p:nvSpPr>
          <p:spPr bwMode="auto">
            <a:xfrm>
              <a:off x="1800" y="3338"/>
              <a:ext cx="275" cy="78"/>
            </a:xfrm>
            <a:custGeom>
              <a:avLst/>
              <a:gdLst/>
              <a:ahLst/>
              <a:cxnLst>
                <a:cxn ang="0">
                  <a:pos x="16" y="147"/>
                </a:cxn>
                <a:cxn ang="0">
                  <a:pos x="50" y="130"/>
                </a:cxn>
                <a:cxn ang="0">
                  <a:pos x="83" y="114"/>
                </a:cxn>
                <a:cxn ang="0">
                  <a:pos x="116" y="98"/>
                </a:cxn>
                <a:cxn ang="0">
                  <a:pos x="150" y="84"/>
                </a:cxn>
                <a:cxn ang="0">
                  <a:pos x="184" y="71"/>
                </a:cxn>
                <a:cxn ang="0">
                  <a:pos x="220" y="60"/>
                </a:cxn>
                <a:cxn ang="0">
                  <a:pos x="256" y="50"/>
                </a:cxn>
                <a:cxn ang="0">
                  <a:pos x="292" y="43"/>
                </a:cxn>
                <a:cxn ang="0">
                  <a:pos x="326" y="38"/>
                </a:cxn>
                <a:cxn ang="0">
                  <a:pos x="361" y="32"/>
                </a:cxn>
                <a:cxn ang="0">
                  <a:pos x="395" y="27"/>
                </a:cxn>
                <a:cxn ang="0">
                  <a:pos x="430" y="23"/>
                </a:cxn>
                <a:cxn ang="0">
                  <a:pos x="464" y="18"/>
                </a:cxn>
                <a:cxn ang="0">
                  <a:pos x="499" y="12"/>
                </a:cxn>
                <a:cxn ang="0">
                  <a:pos x="533" y="5"/>
                </a:cxn>
                <a:cxn ang="0">
                  <a:pos x="552" y="2"/>
                </a:cxn>
                <a:cxn ang="0">
                  <a:pos x="552" y="0"/>
                </a:cxn>
                <a:cxn ang="0">
                  <a:pos x="533" y="3"/>
                </a:cxn>
                <a:cxn ang="0">
                  <a:pos x="497" y="10"/>
                </a:cxn>
                <a:cxn ang="0">
                  <a:pos x="459" y="16"/>
                </a:cxn>
                <a:cxn ang="0">
                  <a:pos x="422" y="20"/>
                </a:cxn>
                <a:cxn ang="0">
                  <a:pos x="384" y="26"/>
                </a:cxn>
                <a:cxn ang="0">
                  <a:pos x="347" y="31"/>
                </a:cxn>
                <a:cxn ang="0">
                  <a:pos x="310" y="37"/>
                </a:cxn>
                <a:cxn ang="0">
                  <a:pos x="273" y="43"/>
                </a:cxn>
                <a:cxn ang="0">
                  <a:pos x="237" y="50"/>
                </a:cxn>
                <a:cxn ang="0">
                  <a:pos x="205" y="60"/>
                </a:cxn>
                <a:cxn ang="0">
                  <a:pos x="172" y="71"/>
                </a:cxn>
                <a:cxn ang="0">
                  <a:pos x="140" y="85"/>
                </a:cxn>
                <a:cxn ang="0">
                  <a:pos x="107" y="99"/>
                </a:cxn>
                <a:cxn ang="0">
                  <a:pos x="76" y="114"/>
                </a:cxn>
                <a:cxn ang="0">
                  <a:pos x="45" y="130"/>
                </a:cxn>
                <a:cxn ang="0">
                  <a:pos x="15" y="146"/>
                </a:cxn>
                <a:cxn ang="0">
                  <a:pos x="0" y="155"/>
                </a:cxn>
                <a:cxn ang="0">
                  <a:pos x="0" y="155"/>
                </a:cxn>
                <a:cxn ang="0">
                  <a:pos x="0" y="155"/>
                </a:cxn>
              </a:cxnLst>
              <a:rect l="0" t="0" r="r" b="b"/>
              <a:pathLst>
                <a:path w="552" h="155">
                  <a:moveTo>
                    <a:pt x="0" y="155"/>
                  </a:moveTo>
                  <a:lnTo>
                    <a:pt x="16" y="147"/>
                  </a:lnTo>
                  <a:lnTo>
                    <a:pt x="34" y="138"/>
                  </a:lnTo>
                  <a:lnTo>
                    <a:pt x="50" y="130"/>
                  </a:lnTo>
                  <a:lnTo>
                    <a:pt x="66" y="122"/>
                  </a:lnTo>
                  <a:lnTo>
                    <a:pt x="83" y="114"/>
                  </a:lnTo>
                  <a:lnTo>
                    <a:pt x="99" y="106"/>
                  </a:lnTo>
                  <a:lnTo>
                    <a:pt x="116" y="98"/>
                  </a:lnTo>
                  <a:lnTo>
                    <a:pt x="134" y="91"/>
                  </a:lnTo>
                  <a:lnTo>
                    <a:pt x="150" y="84"/>
                  </a:lnTo>
                  <a:lnTo>
                    <a:pt x="167" y="77"/>
                  </a:lnTo>
                  <a:lnTo>
                    <a:pt x="184" y="71"/>
                  </a:lnTo>
                  <a:lnTo>
                    <a:pt x="203" y="65"/>
                  </a:lnTo>
                  <a:lnTo>
                    <a:pt x="220" y="60"/>
                  </a:lnTo>
                  <a:lnTo>
                    <a:pt x="237" y="55"/>
                  </a:lnTo>
                  <a:lnTo>
                    <a:pt x="256" y="50"/>
                  </a:lnTo>
                  <a:lnTo>
                    <a:pt x="274" y="47"/>
                  </a:lnTo>
                  <a:lnTo>
                    <a:pt x="292" y="43"/>
                  </a:lnTo>
                  <a:lnTo>
                    <a:pt x="309" y="40"/>
                  </a:lnTo>
                  <a:lnTo>
                    <a:pt x="326" y="38"/>
                  </a:lnTo>
                  <a:lnTo>
                    <a:pt x="343" y="35"/>
                  </a:lnTo>
                  <a:lnTo>
                    <a:pt x="361" y="32"/>
                  </a:lnTo>
                  <a:lnTo>
                    <a:pt x="378" y="30"/>
                  </a:lnTo>
                  <a:lnTo>
                    <a:pt x="395" y="27"/>
                  </a:lnTo>
                  <a:lnTo>
                    <a:pt x="412" y="25"/>
                  </a:lnTo>
                  <a:lnTo>
                    <a:pt x="430" y="23"/>
                  </a:lnTo>
                  <a:lnTo>
                    <a:pt x="447" y="20"/>
                  </a:lnTo>
                  <a:lnTo>
                    <a:pt x="464" y="18"/>
                  </a:lnTo>
                  <a:lnTo>
                    <a:pt x="482" y="15"/>
                  </a:lnTo>
                  <a:lnTo>
                    <a:pt x="499" y="12"/>
                  </a:lnTo>
                  <a:lnTo>
                    <a:pt x="516" y="9"/>
                  </a:lnTo>
                  <a:lnTo>
                    <a:pt x="533" y="5"/>
                  </a:lnTo>
                  <a:lnTo>
                    <a:pt x="551" y="2"/>
                  </a:lnTo>
                  <a:lnTo>
                    <a:pt x="552" y="2"/>
                  </a:lnTo>
                  <a:lnTo>
                    <a:pt x="552" y="1"/>
                  </a:lnTo>
                  <a:lnTo>
                    <a:pt x="552" y="0"/>
                  </a:lnTo>
                  <a:lnTo>
                    <a:pt x="552" y="0"/>
                  </a:lnTo>
                  <a:lnTo>
                    <a:pt x="533" y="3"/>
                  </a:lnTo>
                  <a:lnTo>
                    <a:pt x="515" y="7"/>
                  </a:lnTo>
                  <a:lnTo>
                    <a:pt x="497" y="10"/>
                  </a:lnTo>
                  <a:lnTo>
                    <a:pt x="477" y="12"/>
                  </a:lnTo>
                  <a:lnTo>
                    <a:pt x="459" y="16"/>
                  </a:lnTo>
                  <a:lnTo>
                    <a:pt x="440" y="18"/>
                  </a:lnTo>
                  <a:lnTo>
                    <a:pt x="422" y="20"/>
                  </a:lnTo>
                  <a:lnTo>
                    <a:pt x="403" y="23"/>
                  </a:lnTo>
                  <a:lnTo>
                    <a:pt x="384" y="26"/>
                  </a:lnTo>
                  <a:lnTo>
                    <a:pt x="365" y="29"/>
                  </a:lnTo>
                  <a:lnTo>
                    <a:pt x="347" y="31"/>
                  </a:lnTo>
                  <a:lnTo>
                    <a:pt x="328" y="34"/>
                  </a:lnTo>
                  <a:lnTo>
                    <a:pt x="310" y="37"/>
                  </a:lnTo>
                  <a:lnTo>
                    <a:pt x="292" y="40"/>
                  </a:lnTo>
                  <a:lnTo>
                    <a:pt x="273" y="43"/>
                  </a:lnTo>
                  <a:lnTo>
                    <a:pt x="255" y="47"/>
                  </a:lnTo>
                  <a:lnTo>
                    <a:pt x="237" y="50"/>
                  </a:lnTo>
                  <a:lnTo>
                    <a:pt x="221" y="55"/>
                  </a:lnTo>
                  <a:lnTo>
                    <a:pt x="205" y="60"/>
                  </a:lnTo>
                  <a:lnTo>
                    <a:pt x="188" y="65"/>
                  </a:lnTo>
                  <a:lnTo>
                    <a:pt x="172" y="71"/>
                  </a:lnTo>
                  <a:lnTo>
                    <a:pt x="156" y="78"/>
                  </a:lnTo>
                  <a:lnTo>
                    <a:pt x="140" y="85"/>
                  </a:lnTo>
                  <a:lnTo>
                    <a:pt x="123" y="92"/>
                  </a:lnTo>
                  <a:lnTo>
                    <a:pt x="107" y="99"/>
                  </a:lnTo>
                  <a:lnTo>
                    <a:pt x="92" y="107"/>
                  </a:lnTo>
                  <a:lnTo>
                    <a:pt x="76" y="114"/>
                  </a:lnTo>
                  <a:lnTo>
                    <a:pt x="61" y="122"/>
                  </a:lnTo>
                  <a:lnTo>
                    <a:pt x="45" y="130"/>
                  </a:lnTo>
                  <a:lnTo>
                    <a:pt x="30" y="138"/>
                  </a:lnTo>
                  <a:lnTo>
                    <a:pt x="15" y="146"/>
                  </a:lnTo>
                  <a:lnTo>
                    <a:pt x="0" y="154"/>
                  </a:lnTo>
                  <a:lnTo>
                    <a:pt x="0" y="155"/>
                  </a:lnTo>
                  <a:lnTo>
                    <a:pt x="0" y="155"/>
                  </a:lnTo>
                  <a:lnTo>
                    <a:pt x="0" y="155"/>
                  </a:lnTo>
                  <a:lnTo>
                    <a:pt x="0" y="155"/>
                  </a:lnTo>
                  <a:lnTo>
                    <a:pt x="0" y="15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93" name="Freeform 121"/>
            <p:cNvSpPr>
              <a:spLocks/>
            </p:cNvSpPr>
            <p:nvPr/>
          </p:nvSpPr>
          <p:spPr bwMode="auto">
            <a:xfrm>
              <a:off x="1499" y="3180"/>
              <a:ext cx="20" cy="92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25" y="22"/>
                </a:cxn>
                <a:cxn ang="0">
                  <a:pos x="30" y="44"/>
                </a:cxn>
                <a:cxn ang="0">
                  <a:pos x="32" y="68"/>
                </a:cxn>
                <a:cxn ang="0">
                  <a:pos x="32" y="91"/>
                </a:cxn>
                <a:cxn ang="0">
                  <a:pos x="29" y="114"/>
                </a:cxn>
                <a:cxn ang="0">
                  <a:pos x="23" y="137"/>
                </a:cxn>
                <a:cxn ang="0">
                  <a:pos x="14" y="158"/>
                </a:cxn>
                <a:cxn ang="0">
                  <a:pos x="1" y="176"/>
                </a:cxn>
                <a:cxn ang="0">
                  <a:pos x="0" y="179"/>
                </a:cxn>
                <a:cxn ang="0">
                  <a:pos x="0" y="182"/>
                </a:cxn>
                <a:cxn ang="0">
                  <a:pos x="2" y="183"/>
                </a:cxn>
                <a:cxn ang="0">
                  <a:pos x="5" y="182"/>
                </a:cxn>
                <a:cxn ang="0">
                  <a:pos x="20" y="162"/>
                </a:cxn>
                <a:cxn ang="0">
                  <a:pos x="30" y="142"/>
                </a:cxn>
                <a:cxn ang="0">
                  <a:pos x="36" y="119"/>
                </a:cxn>
                <a:cxn ang="0">
                  <a:pos x="39" y="94"/>
                </a:cxn>
                <a:cxn ang="0">
                  <a:pos x="38" y="70"/>
                </a:cxn>
                <a:cxn ang="0">
                  <a:pos x="34" y="46"/>
                </a:cxn>
                <a:cxn ang="0">
                  <a:pos x="28" y="22"/>
                </a:cxn>
                <a:cxn ang="0">
                  <a:pos x="20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</a:cxnLst>
              <a:rect l="0" t="0" r="r" b="b"/>
              <a:pathLst>
                <a:path w="39" h="183">
                  <a:moveTo>
                    <a:pt x="18" y="0"/>
                  </a:moveTo>
                  <a:lnTo>
                    <a:pt x="25" y="22"/>
                  </a:lnTo>
                  <a:lnTo>
                    <a:pt x="30" y="44"/>
                  </a:lnTo>
                  <a:lnTo>
                    <a:pt x="32" y="68"/>
                  </a:lnTo>
                  <a:lnTo>
                    <a:pt x="32" y="91"/>
                  </a:lnTo>
                  <a:lnTo>
                    <a:pt x="29" y="114"/>
                  </a:lnTo>
                  <a:lnTo>
                    <a:pt x="23" y="137"/>
                  </a:lnTo>
                  <a:lnTo>
                    <a:pt x="14" y="158"/>
                  </a:lnTo>
                  <a:lnTo>
                    <a:pt x="1" y="176"/>
                  </a:lnTo>
                  <a:lnTo>
                    <a:pt x="0" y="179"/>
                  </a:lnTo>
                  <a:lnTo>
                    <a:pt x="0" y="182"/>
                  </a:lnTo>
                  <a:lnTo>
                    <a:pt x="2" y="183"/>
                  </a:lnTo>
                  <a:lnTo>
                    <a:pt x="5" y="182"/>
                  </a:lnTo>
                  <a:lnTo>
                    <a:pt x="20" y="162"/>
                  </a:lnTo>
                  <a:lnTo>
                    <a:pt x="30" y="142"/>
                  </a:lnTo>
                  <a:lnTo>
                    <a:pt x="36" y="119"/>
                  </a:lnTo>
                  <a:lnTo>
                    <a:pt x="39" y="94"/>
                  </a:lnTo>
                  <a:lnTo>
                    <a:pt x="38" y="70"/>
                  </a:lnTo>
                  <a:lnTo>
                    <a:pt x="34" y="46"/>
                  </a:lnTo>
                  <a:lnTo>
                    <a:pt x="28" y="22"/>
                  </a:lnTo>
                  <a:lnTo>
                    <a:pt x="20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94" name="Freeform 122"/>
            <p:cNvSpPr>
              <a:spLocks/>
            </p:cNvSpPr>
            <p:nvPr/>
          </p:nvSpPr>
          <p:spPr bwMode="auto">
            <a:xfrm>
              <a:off x="1033" y="2993"/>
              <a:ext cx="327" cy="582"/>
            </a:xfrm>
            <a:custGeom>
              <a:avLst/>
              <a:gdLst/>
              <a:ahLst/>
              <a:cxnLst>
                <a:cxn ang="0">
                  <a:pos x="622" y="0"/>
                </a:cxn>
                <a:cxn ang="0">
                  <a:pos x="556" y="4"/>
                </a:cxn>
                <a:cxn ang="0">
                  <a:pos x="493" y="17"/>
                </a:cxn>
                <a:cxn ang="0">
                  <a:pos x="430" y="37"/>
                </a:cxn>
                <a:cxn ang="0">
                  <a:pos x="370" y="66"/>
                </a:cxn>
                <a:cxn ang="0">
                  <a:pos x="313" y="101"/>
                </a:cxn>
                <a:cxn ang="0">
                  <a:pos x="260" y="140"/>
                </a:cxn>
                <a:cxn ang="0">
                  <a:pos x="214" y="184"/>
                </a:cxn>
                <a:cxn ang="0">
                  <a:pos x="174" y="229"/>
                </a:cxn>
                <a:cxn ang="0">
                  <a:pos x="142" y="274"/>
                </a:cxn>
                <a:cxn ang="0">
                  <a:pos x="114" y="322"/>
                </a:cxn>
                <a:cxn ang="0">
                  <a:pos x="89" y="373"/>
                </a:cxn>
                <a:cxn ang="0">
                  <a:pos x="64" y="435"/>
                </a:cxn>
                <a:cxn ang="0">
                  <a:pos x="36" y="511"/>
                </a:cxn>
                <a:cxn ang="0">
                  <a:pos x="15" y="587"/>
                </a:cxn>
                <a:cxn ang="0">
                  <a:pos x="2" y="666"/>
                </a:cxn>
                <a:cxn ang="0">
                  <a:pos x="1" y="745"/>
                </a:cxn>
                <a:cxn ang="0">
                  <a:pos x="14" y="817"/>
                </a:cxn>
                <a:cxn ang="0">
                  <a:pos x="39" y="887"/>
                </a:cxn>
                <a:cxn ang="0">
                  <a:pos x="74" y="952"/>
                </a:cxn>
                <a:cxn ang="0">
                  <a:pos x="104" y="1001"/>
                </a:cxn>
                <a:cxn ang="0">
                  <a:pos x="127" y="1030"/>
                </a:cxn>
                <a:cxn ang="0">
                  <a:pos x="152" y="1056"/>
                </a:cxn>
                <a:cxn ang="0">
                  <a:pos x="179" y="1079"/>
                </a:cxn>
                <a:cxn ang="0">
                  <a:pos x="206" y="1100"/>
                </a:cxn>
                <a:cxn ang="0">
                  <a:pos x="236" y="1119"/>
                </a:cxn>
                <a:cxn ang="0">
                  <a:pos x="267" y="1138"/>
                </a:cxn>
                <a:cxn ang="0">
                  <a:pos x="300" y="1155"/>
                </a:cxn>
                <a:cxn ang="0">
                  <a:pos x="320" y="1164"/>
                </a:cxn>
                <a:cxn ang="0">
                  <a:pos x="324" y="1157"/>
                </a:cxn>
                <a:cxn ang="0">
                  <a:pos x="308" y="1145"/>
                </a:cxn>
                <a:cxn ang="0">
                  <a:pos x="280" y="1125"/>
                </a:cxn>
                <a:cxn ang="0">
                  <a:pos x="252" y="1106"/>
                </a:cxn>
                <a:cxn ang="0">
                  <a:pos x="227" y="1085"/>
                </a:cxn>
                <a:cxn ang="0">
                  <a:pos x="203" y="1063"/>
                </a:cxn>
                <a:cxn ang="0">
                  <a:pos x="181" y="1039"/>
                </a:cxn>
                <a:cxn ang="0">
                  <a:pos x="161" y="1013"/>
                </a:cxn>
                <a:cxn ang="0">
                  <a:pos x="144" y="985"/>
                </a:cxn>
                <a:cxn ang="0">
                  <a:pos x="120" y="932"/>
                </a:cxn>
                <a:cxn ang="0">
                  <a:pos x="96" y="860"/>
                </a:cxn>
                <a:cxn ang="0">
                  <a:pos x="81" y="789"/>
                </a:cxn>
                <a:cxn ang="0">
                  <a:pos x="76" y="714"/>
                </a:cxn>
                <a:cxn ang="0">
                  <a:pos x="81" y="639"/>
                </a:cxn>
                <a:cxn ang="0">
                  <a:pos x="92" y="571"/>
                </a:cxn>
                <a:cxn ang="0">
                  <a:pos x="108" y="504"/>
                </a:cxn>
                <a:cxn ang="0">
                  <a:pos x="128" y="438"/>
                </a:cxn>
                <a:cxn ang="0">
                  <a:pos x="145" y="378"/>
                </a:cxn>
                <a:cxn ang="0">
                  <a:pos x="166" y="325"/>
                </a:cxn>
                <a:cxn ang="0">
                  <a:pos x="191" y="275"/>
                </a:cxn>
                <a:cxn ang="0">
                  <a:pos x="221" y="226"/>
                </a:cxn>
                <a:cxn ang="0">
                  <a:pos x="256" y="180"/>
                </a:cxn>
                <a:cxn ang="0">
                  <a:pos x="296" y="138"/>
                </a:cxn>
                <a:cxn ang="0">
                  <a:pos x="342" y="100"/>
                </a:cxn>
                <a:cxn ang="0">
                  <a:pos x="394" y="66"/>
                </a:cxn>
                <a:cxn ang="0">
                  <a:pos x="448" y="40"/>
                </a:cxn>
                <a:cxn ang="0">
                  <a:pos x="506" y="19"/>
                </a:cxn>
                <a:cxn ang="0">
                  <a:pos x="565" y="6"/>
                </a:cxn>
                <a:cxn ang="0">
                  <a:pos x="623" y="3"/>
                </a:cxn>
                <a:cxn ang="0">
                  <a:pos x="654" y="4"/>
                </a:cxn>
                <a:cxn ang="0">
                  <a:pos x="654" y="3"/>
                </a:cxn>
                <a:cxn ang="0">
                  <a:pos x="654" y="3"/>
                </a:cxn>
              </a:cxnLst>
              <a:rect l="0" t="0" r="r" b="b"/>
              <a:pathLst>
                <a:path w="654" h="1164">
                  <a:moveTo>
                    <a:pt x="654" y="3"/>
                  </a:moveTo>
                  <a:lnTo>
                    <a:pt x="622" y="0"/>
                  </a:lnTo>
                  <a:lnTo>
                    <a:pt x="590" y="0"/>
                  </a:lnTo>
                  <a:lnTo>
                    <a:pt x="556" y="4"/>
                  </a:lnTo>
                  <a:lnTo>
                    <a:pt x="524" y="8"/>
                  </a:lnTo>
                  <a:lnTo>
                    <a:pt x="493" y="17"/>
                  </a:lnTo>
                  <a:lnTo>
                    <a:pt x="461" y="26"/>
                  </a:lnTo>
                  <a:lnTo>
                    <a:pt x="430" y="37"/>
                  </a:lnTo>
                  <a:lnTo>
                    <a:pt x="400" y="51"/>
                  </a:lnTo>
                  <a:lnTo>
                    <a:pt x="370" y="66"/>
                  </a:lnTo>
                  <a:lnTo>
                    <a:pt x="341" y="82"/>
                  </a:lnTo>
                  <a:lnTo>
                    <a:pt x="313" y="101"/>
                  </a:lnTo>
                  <a:lnTo>
                    <a:pt x="287" y="119"/>
                  </a:lnTo>
                  <a:lnTo>
                    <a:pt x="260" y="140"/>
                  </a:lnTo>
                  <a:lnTo>
                    <a:pt x="236" y="162"/>
                  </a:lnTo>
                  <a:lnTo>
                    <a:pt x="214" y="184"/>
                  </a:lnTo>
                  <a:lnTo>
                    <a:pt x="193" y="207"/>
                  </a:lnTo>
                  <a:lnTo>
                    <a:pt x="174" y="229"/>
                  </a:lnTo>
                  <a:lnTo>
                    <a:pt x="158" y="250"/>
                  </a:lnTo>
                  <a:lnTo>
                    <a:pt x="142" y="274"/>
                  </a:lnTo>
                  <a:lnTo>
                    <a:pt x="127" y="298"/>
                  </a:lnTo>
                  <a:lnTo>
                    <a:pt x="114" y="322"/>
                  </a:lnTo>
                  <a:lnTo>
                    <a:pt x="102" y="347"/>
                  </a:lnTo>
                  <a:lnTo>
                    <a:pt x="89" y="373"/>
                  </a:lnTo>
                  <a:lnTo>
                    <a:pt x="78" y="398"/>
                  </a:lnTo>
                  <a:lnTo>
                    <a:pt x="64" y="435"/>
                  </a:lnTo>
                  <a:lnTo>
                    <a:pt x="50" y="473"/>
                  </a:lnTo>
                  <a:lnTo>
                    <a:pt x="36" y="511"/>
                  </a:lnTo>
                  <a:lnTo>
                    <a:pt x="26" y="549"/>
                  </a:lnTo>
                  <a:lnTo>
                    <a:pt x="15" y="587"/>
                  </a:lnTo>
                  <a:lnTo>
                    <a:pt x="8" y="626"/>
                  </a:lnTo>
                  <a:lnTo>
                    <a:pt x="2" y="666"/>
                  </a:lnTo>
                  <a:lnTo>
                    <a:pt x="0" y="707"/>
                  </a:lnTo>
                  <a:lnTo>
                    <a:pt x="1" y="745"/>
                  </a:lnTo>
                  <a:lnTo>
                    <a:pt x="6" y="782"/>
                  </a:lnTo>
                  <a:lnTo>
                    <a:pt x="14" y="817"/>
                  </a:lnTo>
                  <a:lnTo>
                    <a:pt x="26" y="852"/>
                  </a:lnTo>
                  <a:lnTo>
                    <a:pt x="39" y="887"/>
                  </a:lnTo>
                  <a:lnTo>
                    <a:pt x="55" y="920"/>
                  </a:lnTo>
                  <a:lnTo>
                    <a:pt x="74" y="952"/>
                  </a:lnTo>
                  <a:lnTo>
                    <a:pt x="93" y="985"/>
                  </a:lnTo>
                  <a:lnTo>
                    <a:pt x="104" y="1001"/>
                  </a:lnTo>
                  <a:lnTo>
                    <a:pt x="115" y="1016"/>
                  </a:lnTo>
                  <a:lnTo>
                    <a:pt x="127" y="1030"/>
                  </a:lnTo>
                  <a:lnTo>
                    <a:pt x="140" y="1043"/>
                  </a:lnTo>
                  <a:lnTo>
                    <a:pt x="152" y="1056"/>
                  </a:lnTo>
                  <a:lnTo>
                    <a:pt x="165" y="1068"/>
                  </a:lnTo>
                  <a:lnTo>
                    <a:pt x="179" y="1079"/>
                  </a:lnTo>
                  <a:lnTo>
                    <a:pt x="193" y="1089"/>
                  </a:lnTo>
                  <a:lnTo>
                    <a:pt x="206" y="1100"/>
                  </a:lnTo>
                  <a:lnTo>
                    <a:pt x="221" y="1110"/>
                  </a:lnTo>
                  <a:lnTo>
                    <a:pt x="236" y="1119"/>
                  </a:lnTo>
                  <a:lnTo>
                    <a:pt x="252" y="1129"/>
                  </a:lnTo>
                  <a:lnTo>
                    <a:pt x="267" y="1138"/>
                  </a:lnTo>
                  <a:lnTo>
                    <a:pt x="283" y="1147"/>
                  </a:lnTo>
                  <a:lnTo>
                    <a:pt x="300" y="1155"/>
                  </a:lnTo>
                  <a:lnTo>
                    <a:pt x="317" y="1164"/>
                  </a:lnTo>
                  <a:lnTo>
                    <a:pt x="320" y="1164"/>
                  </a:lnTo>
                  <a:lnTo>
                    <a:pt x="323" y="1161"/>
                  </a:lnTo>
                  <a:lnTo>
                    <a:pt x="324" y="1157"/>
                  </a:lnTo>
                  <a:lnTo>
                    <a:pt x="323" y="1154"/>
                  </a:lnTo>
                  <a:lnTo>
                    <a:pt x="308" y="1145"/>
                  </a:lnTo>
                  <a:lnTo>
                    <a:pt x="294" y="1134"/>
                  </a:lnTo>
                  <a:lnTo>
                    <a:pt x="280" y="1125"/>
                  </a:lnTo>
                  <a:lnTo>
                    <a:pt x="266" y="1116"/>
                  </a:lnTo>
                  <a:lnTo>
                    <a:pt x="252" y="1106"/>
                  </a:lnTo>
                  <a:lnTo>
                    <a:pt x="240" y="1095"/>
                  </a:lnTo>
                  <a:lnTo>
                    <a:pt x="227" y="1085"/>
                  </a:lnTo>
                  <a:lnTo>
                    <a:pt x="216" y="1074"/>
                  </a:lnTo>
                  <a:lnTo>
                    <a:pt x="203" y="1063"/>
                  </a:lnTo>
                  <a:lnTo>
                    <a:pt x="193" y="1051"/>
                  </a:lnTo>
                  <a:lnTo>
                    <a:pt x="181" y="1039"/>
                  </a:lnTo>
                  <a:lnTo>
                    <a:pt x="172" y="1026"/>
                  </a:lnTo>
                  <a:lnTo>
                    <a:pt x="161" y="1013"/>
                  </a:lnTo>
                  <a:lnTo>
                    <a:pt x="152" y="998"/>
                  </a:lnTo>
                  <a:lnTo>
                    <a:pt x="144" y="985"/>
                  </a:lnTo>
                  <a:lnTo>
                    <a:pt x="136" y="968"/>
                  </a:lnTo>
                  <a:lnTo>
                    <a:pt x="120" y="932"/>
                  </a:lnTo>
                  <a:lnTo>
                    <a:pt x="106" y="896"/>
                  </a:lnTo>
                  <a:lnTo>
                    <a:pt x="96" y="860"/>
                  </a:lnTo>
                  <a:lnTo>
                    <a:pt x="87" y="824"/>
                  </a:lnTo>
                  <a:lnTo>
                    <a:pt x="81" y="789"/>
                  </a:lnTo>
                  <a:lnTo>
                    <a:pt x="77" y="752"/>
                  </a:lnTo>
                  <a:lnTo>
                    <a:pt x="76" y="714"/>
                  </a:lnTo>
                  <a:lnTo>
                    <a:pt x="77" y="673"/>
                  </a:lnTo>
                  <a:lnTo>
                    <a:pt x="81" y="639"/>
                  </a:lnTo>
                  <a:lnTo>
                    <a:pt x="87" y="604"/>
                  </a:lnTo>
                  <a:lnTo>
                    <a:pt x="92" y="571"/>
                  </a:lnTo>
                  <a:lnTo>
                    <a:pt x="100" y="537"/>
                  </a:lnTo>
                  <a:lnTo>
                    <a:pt x="108" y="504"/>
                  </a:lnTo>
                  <a:lnTo>
                    <a:pt x="118" y="471"/>
                  </a:lnTo>
                  <a:lnTo>
                    <a:pt x="128" y="438"/>
                  </a:lnTo>
                  <a:lnTo>
                    <a:pt x="137" y="405"/>
                  </a:lnTo>
                  <a:lnTo>
                    <a:pt x="145" y="378"/>
                  </a:lnTo>
                  <a:lnTo>
                    <a:pt x="156" y="352"/>
                  </a:lnTo>
                  <a:lnTo>
                    <a:pt x="166" y="325"/>
                  </a:lnTo>
                  <a:lnTo>
                    <a:pt x="179" y="300"/>
                  </a:lnTo>
                  <a:lnTo>
                    <a:pt x="191" y="275"/>
                  </a:lnTo>
                  <a:lnTo>
                    <a:pt x="205" y="250"/>
                  </a:lnTo>
                  <a:lnTo>
                    <a:pt x="221" y="226"/>
                  </a:lnTo>
                  <a:lnTo>
                    <a:pt x="237" y="203"/>
                  </a:lnTo>
                  <a:lnTo>
                    <a:pt x="256" y="180"/>
                  </a:lnTo>
                  <a:lnTo>
                    <a:pt x="275" y="158"/>
                  </a:lnTo>
                  <a:lnTo>
                    <a:pt x="296" y="138"/>
                  </a:lnTo>
                  <a:lnTo>
                    <a:pt x="319" y="118"/>
                  </a:lnTo>
                  <a:lnTo>
                    <a:pt x="342" y="100"/>
                  </a:lnTo>
                  <a:lnTo>
                    <a:pt x="368" y="82"/>
                  </a:lnTo>
                  <a:lnTo>
                    <a:pt x="394" y="66"/>
                  </a:lnTo>
                  <a:lnTo>
                    <a:pt x="421" y="52"/>
                  </a:lnTo>
                  <a:lnTo>
                    <a:pt x="448" y="40"/>
                  </a:lnTo>
                  <a:lnTo>
                    <a:pt x="477" y="28"/>
                  </a:lnTo>
                  <a:lnTo>
                    <a:pt x="506" y="19"/>
                  </a:lnTo>
                  <a:lnTo>
                    <a:pt x="535" y="12"/>
                  </a:lnTo>
                  <a:lnTo>
                    <a:pt x="565" y="6"/>
                  </a:lnTo>
                  <a:lnTo>
                    <a:pt x="594" y="4"/>
                  </a:lnTo>
                  <a:lnTo>
                    <a:pt x="623" y="3"/>
                  </a:lnTo>
                  <a:lnTo>
                    <a:pt x="653" y="4"/>
                  </a:lnTo>
                  <a:lnTo>
                    <a:pt x="654" y="4"/>
                  </a:lnTo>
                  <a:lnTo>
                    <a:pt x="654" y="3"/>
                  </a:lnTo>
                  <a:lnTo>
                    <a:pt x="654" y="3"/>
                  </a:lnTo>
                  <a:lnTo>
                    <a:pt x="654" y="3"/>
                  </a:lnTo>
                  <a:lnTo>
                    <a:pt x="654" y="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95" name="Freeform 123"/>
            <p:cNvSpPr>
              <a:spLocks/>
            </p:cNvSpPr>
            <p:nvPr/>
          </p:nvSpPr>
          <p:spPr bwMode="auto">
            <a:xfrm>
              <a:off x="1735" y="3432"/>
              <a:ext cx="33" cy="19"/>
            </a:xfrm>
            <a:custGeom>
              <a:avLst/>
              <a:gdLst/>
              <a:ahLst/>
              <a:cxnLst>
                <a:cxn ang="0">
                  <a:pos x="65" y="0"/>
                </a:cxn>
                <a:cxn ang="0">
                  <a:pos x="57" y="7"/>
                </a:cxn>
                <a:cxn ang="0">
                  <a:pos x="50" y="13"/>
                </a:cxn>
                <a:cxn ang="0">
                  <a:pos x="43" y="18"/>
                </a:cxn>
                <a:cxn ang="0">
                  <a:pos x="36" y="22"/>
                </a:cxn>
                <a:cxn ang="0">
                  <a:pos x="28" y="26"/>
                </a:cxn>
                <a:cxn ang="0">
                  <a:pos x="20" y="29"/>
                </a:cxn>
                <a:cxn ang="0">
                  <a:pos x="12" y="33"/>
                </a:cxn>
                <a:cxn ang="0">
                  <a:pos x="2" y="36"/>
                </a:cxn>
                <a:cxn ang="0">
                  <a:pos x="1" y="37"/>
                </a:cxn>
                <a:cxn ang="0">
                  <a:pos x="0" y="38"/>
                </a:cxn>
                <a:cxn ang="0">
                  <a:pos x="0" y="40"/>
                </a:cxn>
                <a:cxn ang="0">
                  <a:pos x="1" y="40"/>
                </a:cxn>
                <a:cxn ang="0">
                  <a:pos x="11" y="37"/>
                </a:cxn>
                <a:cxn ang="0">
                  <a:pos x="20" y="34"/>
                </a:cxn>
                <a:cxn ang="0">
                  <a:pos x="29" y="30"/>
                </a:cxn>
                <a:cxn ang="0">
                  <a:pos x="37" y="26"/>
                </a:cxn>
                <a:cxn ang="0">
                  <a:pos x="45" y="21"/>
                </a:cxn>
                <a:cxn ang="0">
                  <a:pos x="52" y="15"/>
                </a:cxn>
                <a:cxn ang="0">
                  <a:pos x="59" y="8"/>
                </a:cxn>
                <a:cxn ang="0">
                  <a:pos x="66" y="0"/>
                </a:cxn>
                <a:cxn ang="0">
                  <a:pos x="66" y="0"/>
                </a:cxn>
                <a:cxn ang="0">
                  <a:pos x="66" y="0"/>
                </a:cxn>
                <a:cxn ang="0">
                  <a:pos x="66" y="0"/>
                </a:cxn>
                <a:cxn ang="0">
                  <a:pos x="65" y="0"/>
                </a:cxn>
                <a:cxn ang="0">
                  <a:pos x="65" y="0"/>
                </a:cxn>
              </a:cxnLst>
              <a:rect l="0" t="0" r="r" b="b"/>
              <a:pathLst>
                <a:path w="66" h="40">
                  <a:moveTo>
                    <a:pt x="65" y="0"/>
                  </a:moveTo>
                  <a:lnTo>
                    <a:pt x="57" y="7"/>
                  </a:lnTo>
                  <a:lnTo>
                    <a:pt x="50" y="13"/>
                  </a:lnTo>
                  <a:lnTo>
                    <a:pt x="43" y="18"/>
                  </a:lnTo>
                  <a:lnTo>
                    <a:pt x="36" y="22"/>
                  </a:lnTo>
                  <a:lnTo>
                    <a:pt x="28" y="26"/>
                  </a:lnTo>
                  <a:lnTo>
                    <a:pt x="20" y="29"/>
                  </a:lnTo>
                  <a:lnTo>
                    <a:pt x="12" y="33"/>
                  </a:lnTo>
                  <a:lnTo>
                    <a:pt x="2" y="36"/>
                  </a:lnTo>
                  <a:lnTo>
                    <a:pt x="1" y="37"/>
                  </a:lnTo>
                  <a:lnTo>
                    <a:pt x="0" y="38"/>
                  </a:lnTo>
                  <a:lnTo>
                    <a:pt x="0" y="40"/>
                  </a:lnTo>
                  <a:lnTo>
                    <a:pt x="1" y="40"/>
                  </a:lnTo>
                  <a:lnTo>
                    <a:pt x="11" y="37"/>
                  </a:lnTo>
                  <a:lnTo>
                    <a:pt x="20" y="34"/>
                  </a:lnTo>
                  <a:lnTo>
                    <a:pt x="29" y="30"/>
                  </a:lnTo>
                  <a:lnTo>
                    <a:pt x="37" y="26"/>
                  </a:lnTo>
                  <a:lnTo>
                    <a:pt x="45" y="21"/>
                  </a:lnTo>
                  <a:lnTo>
                    <a:pt x="52" y="15"/>
                  </a:lnTo>
                  <a:lnTo>
                    <a:pt x="59" y="8"/>
                  </a:lnTo>
                  <a:lnTo>
                    <a:pt x="66" y="0"/>
                  </a:lnTo>
                  <a:lnTo>
                    <a:pt x="66" y="0"/>
                  </a:lnTo>
                  <a:lnTo>
                    <a:pt x="66" y="0"/>
                  </a:lnTo>
                  <a:lnTo>
                    <a:pt x="66" y="0"/>
                  </a:lnTo>
                  <a:lnTo>
                    <a:pt x="65" y="0"/>
                  </a:lnTo>
                  <a:lnTo>
                    <a:pt x="6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96" name="Freeform 124"/>
            <p:cNvSpPr>
              <a:spLocks/>
            </p:cNvSpPr>
            <p:nvPr/>
          </p:nvSpPr>
          <p:spPr bwMode="auto">
            <a:xfrm>
              <a:off x="1698" y="3482"/>
              <a:ext cx="17" cy="100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31" y="22"/>
                </a:cxn>
                <a:cxn ang="0">
                  <a:pos x="31" y="44"/>
                </a:cxn>
                <a:cxn ang="0">
                  <a:pos x="33" y="67"/>
                </a:cxn>
                <a:cxn ang="0">
                  <a:pos x="33" y="89"/>
                </a:cxn>
                <a:cxn ang="0">
                  <a:pos x="29" y="116"/>
                </a:cxn>
                <a:cxn ang="0">
                  <a:pos x="22" y="144"/>
                </a:cxn>
                <a:cxn ang="0">
                  <a:pos x="12" y="170"/>
                </a:cxn>
                <a:cxn ang="0">
                  <a:pos x="0" y="196"/>
                </a:cxn>
                <a:cxn ang="0">
                  <a:pos x="0" y="198"/>
                </a:cxn>
                <a:cxn ang="0">
                  <a:pos x="1" y="198"/>
                </a:cxn>
                <a:cxn ang="0">
                  <a:pos x="3" y="197"/>
                </a:cxn>
                <a:cxn ang="0">
                  <a:pos x="4" y="196"/>
                </a:cxn>
                <a:cxn ang="0">
                  <a:pos x="14" y="176"/>
                </a:cxn>
                <a:cxn ang="0">
                  <a:pos x="22" y="155"/>
                </a:cxn>
                <a:cxn ang="0">
                  <a:pos x="29" y="135"/>
                </a:cxn>
                <a:cxn ang="0">
                  <a:pos x="34" y="113"/>
                </a:cxn>
                <a:cxn ang="0">
                  <a:pos x="36" y="85"/>
                </a:cxn>
                <a:cxn ang="0">
                  <a:pos x="35" y="56"/>
                </a:cxn>
                <a:cxn ang="0">
                  <a:pos x="34" y="29"/>
                </a:cxn>
                <a:cxn ang="0">
                  <a:pos x="35" y="0"/>
                </a:cxn>
                <a:cxn ang="0">
                  <a:pos x="35" y="0"/>
                </a:cxn>
                <a:cxn ang="0">
                  <a:pos x="35" y="0"/>
                </a:cxn>
                <a:cxn ang="0">
                  <a:pos x="34" y="0"/>
                </a:cxn>
                <a:cxn ang="0">
                  <a:pos x="34" y="0"/>
                </a:cxn>
                <a:cxn ang="0">
                  <a:pos x="34" y="0"/>
                </a:cxn>
              </a:cxnLst>
              <a:rect l="0" t="0" r="r" b="b"/>
              <a:pathLst>
                <a:path w="36" h="198">
                  <a:moveTo>
                    <a:pt x="34" y="0"/>
                  </a:moveTo>
                  <a:lnTo>
                    <a:pt x="31" y="22"/>
                  </a:lnTo>
                  <a:lnTo>
                    <a:pt x="31" y="44"/>
                  </a:lnTo>
                  <a:lnTo>
                    <a:pt x="33" y="67"/>
                  </a:lnTo>
                  <a:lnTo>
                    <a:pt x="33" y="89"/>
                  </a:lnTo>
                  <a:lnTo>
                    <a:pt x="29" y="116"/>
                  </a:lnTo>
                  <a:lnTo>
                    <a:pt x="22" y="144"/>
                  </a:lnTo>
                  <a:lnTo>
                    <a:pt x="12" y="170"/>
                  </a:lnTo>
                  <a:lnTo>
                    <a:pt x="0" y="196"/>
                  </a:lnTo>
                  <a:lnTo>
                    <a:pt x="0" y="198"/>
                  </a:lnTo>
                  <a:lnTo>
                    <a:pt x="1" y="198"/>
                  </a:lnTo>
                  <a:lnTo>
                    <a:pt x="3" y="197"/>
                  </a:lnTo>
                  <a:lnTo>
                    <a:pt x="4" y="196"/>
                  </a:lnTo>
                  <a:lnTo>
                    <a:pt x="14" y="176"/>
                  </a:lnTo>
                  <a:lnTo>
                    <a:pt x="22" y="155"/>
                  </a:lnTo>
                  <a:lnTo>
                    <a:pt x="29" y="135"/>
                  </a:lnTo>
                  <a:lnTo>
                    <a:pt x="34" y="113"/>
                  </a:lnTo>
                  <a:lnTo>
                    <a:pt x="36" y="85"/>
                  </a:lnTo>
                  <a:lnTo>
                    <a:pt x="35" y="56"/>
                  </a:lnTo>
                  <a:lnTo>
                    <a:pt x="34" y="29"/>
                  </a:lnTo>
                  <a:lnTo>
                    <a:pt x="35" y="0"/>
                  </a:lnTo>
                  <a:lnTo>
                    <a:pt x="35" y="0"/>
                  </a:lnTo>
                  <a:lnTo>
                    <a:pt x="35" y="0"/>
                  </a:lnTo>
                  <a:lnTo>
                    <a:pt x="34" y="0"/>
                  </a:lnTo>
                  <a:lnTo>
                    <a:pt x="34" y="0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97" name="Freeform 125"/>
            <p:cNvSpPr>
              <a:spLocks/>
            </p:cNvSpPr>
            <p:nvPr/>
          </p:nvSpPr>
          <p:spPr bwMode="auto">
            <a:xfrm>
              <a:off x="1604" y="3509"/>
              <a:ext cx="99" cy="126"/>
            </a:xfrm>
            <a:custGeom>
              <a:avLst/>
              <a:gdLst/>
              <a:ahLst/>
              <a:cxnLst>
                <a:cxn ang="0">
                  <a:pos x="188" y="0"/>
                </a:cxn>
                <a:cxn ang="0">
                  <a:pos x="191" y="23"/>
                </a:cxn>
                <a:cxn ang="0">
                  <a:pos x="192" y="44"/>
                </a:cxn>
                <a:cxn ang="0">
                  <a:pos x="190" y="65"/>
                </a:cxn>
                <a:cxn ang="0">
                  <a:pos x="186" y="85"/>
                </a:cxn>
                <a:cxn ang="0">
                  <a:pos x="180" y="106"/>
                </a:cxn>
                <a:cxn ang="0">
                  <a:pos x="172" y="125"/>
                </a:cxn>
                <a:cxn ang="0">
                  <a:pos x="163" y="144"/>
                </a:cxn>
                <a:cxn ang="0">
                  <a:pos x="150" y="163"/>
                </a:cxn>
                <a:cxn ang="0">
                  <a:pos x="138" y="178"/>
                </a:cxn>
                <a:cxn ang="0">
                  <a:pos x="122" y="192"/>
                </a:cxn>
                <a:cxn ang="0">
                  <a:pos x="106" y="203"/>
                </a:cxn>
                <a:cxn ang="0">
                  <a:pos x="87" y="212"/>
                </a:cxn>
                <a:cxn ang="0">
                  <a:pos x="69" y="220"/>
                </a:cxn>
                <a:cxn ang="0">
                  <a:pos x="49" y="226"/>
                </a:cxn>
                <a:cxn ang="0">
                  <a:pos x="30" y="231"/>
                </a:cxn>
                <a:cxn ang="0">
                  <a:pos x="11" y="236"/>
                </a:cxn>
                <a:cxn ang="0">
                  <a:pos x="6" y="240"/>
                </a:cxn>
                <a:cxn ang="0">
                  <a:pos x="2" y="244"/>
                </a:cxn>
                <a:cxn ang="0">
                  <a:pos x="0" y="249"/>
                </a:cxn>
                <a:cxn ang="0">
                  <a:pos x="5" y="251"/>
                </a:cxn>
                <a:cxn ang="0">
                  <a:pos x="26" y="251"/>
                </a:cxn>
                <a:cxn ang="0">
                  <a:pos x="47" y="250"/>
                </a:cxn>
                <a:cxn ang="0">
                  <a:pos x="68" y="245"/>
                </a:cxn>
                <a:cxn ang="0">
                  <a:pos x="87" y="238"/>
                </a:cxn>
                <a:cxn ang="0">
                  <a:pos x="107" y="230"/>
                </a:cxn>
                <a:cxn ang="0">
                  <a:pos x="124" y="219"/>
                </a:cxn>
                <a:cxn ang="0">
                  <a:pos x="140" y="206"/>
                </a:cxn>
                <a:cxn ang="0">
                  <a:pos x="155" y="191"/>
                </a:cxn>
                <a:cxn ang="0">
                  <a:pos x="170" y="170"/>
                </a:cxn>
                <a:cxn ang="0">
                  <a:pos x="183" y="147"/>
                </a:cxn>
                <a:cxn ang="0">
                  <a:pos x="191" y="124"/>
                </a:cxn>
                <a:cxn ang="0">
                  <a:pos x="195" y="100"/>
                </a:cxn>
                <a:cxn ang="0">
                  <a:pos x="198" y="76"/>
                </a:cxn>
                <a:cxn ang="0">
                  <a:pos x="198" y="51"/>
                </a:cxn>
                <a:cxn ang="0">
                  <a:pos x="194" y="25"/>
                </a:cxn>
                <a:cxn ang="0">
                  <a:pos x="190" y="0"/>
                </a:cxn>
                <a:cxn ang="0">
                  <a:pos x="190" y="0"/>
                </a:cxn>
                <a:cxn ang="0">
                  <a:pos x="190" y="0"/>
                </a:cxn>
                <a:cxn ang="0">
                  <a:pos x="188" y="0"/>
                </a:cxn>
                <a:cxn ang="0">
                  <a:pos x="188" y="0"/>
                </a:cxn>
                <a:cxn ang="0">
                  <a:pos x="188" y="0"/>
                </a:cxn>
              </a:cxnLst>
              <a:rect l="0" t="0" r="r" b="b"/>
              <a:pathLst>
                <a:path w="198" h="251">
                  <a:moveTo>
                    <a:pt x="188" y="0"/>
                  </a:moveTo>
                  <a:lnTo>
                    <a:pt x="191" y="23"/>
                  </a:lnTo>
                  <a:lnTo>
                    <a:pt x="192" y="44"/>
                  </a:lnTo>
                  <a:lnTo>
                    <a:pt x="190" y="65"/>
                  </a:lnTo>
                  <a:lnTo>
                    <a:pt x="186" y="85"/>
                  </a:lnTo>
                  <a:lnTo>
                    <a:pt x="180" y="106"/>
                  </a:lnTo>
                  <a:lnTo>
                    <a:pt x="172" y="125"/>
                  </a:lnTo>
                  <a:lnTo>
                    <a:pt x="163" y="144"/>
                  </a:lnTo>
                  <a:lnTo>
                    <a:pt x="150" y="163"/>
                  </a:lnTo>
                  <a:lnTo>
                    <a:pt x="138" y="178"/>
                  </a:lnTo>
                  <a:lnTo>
                    <a:pt x="122" y="192"/>
                  </a:lnTo>
                  <a:lnTo>
                    <a:pt x="106" y="203"/>
                  </a:lnTo>
                  <a:lnTo>
                    <a:pt x="87" y="212"/>
                  </a:lnTo>
                  <a:lnTo>
                    <a:pt x="69" y="220"/>
                  </a:lnTo>
                  <a:lnTo>
                    <a:pt x="49" y="226"/>
                  </a:lnTo>
                  <a:lnTo>
                    <a:pt x="30" y="231"/>
                  </a:lnTo>
                  <a:lnTo>
                    <a:pt x="11" y="236"/>
                  </a:lnTo>
                  <a:lnTo>
                    <a:pt x="6" y="240"/>
                  </a:lnTo>
                  <a:lnTo>
                    <a:pt x="2" y="244"/>
                  </a:lnTo>
                  <a:lnTo>
                    <a:pt x="0" y="249"/>
                  </a:lnTo>
                  <a:lnTo>
                    <a:pt x="5" y="251"/>
                  </a:lnTo>
                  <a:lnTo>
                    <a:pt x="26" y="251"/>
                  </a:lnTo>
                  <a:lnTo>
                    <a:pt x="47" y="250"/>
                  </a:lnTo>
                  <a:lnTo>
                    <a:pt x="68" y="245"/>
                  </a:lnTo>
                  <a:lnTo>
                    <a:pt x="87" y="238"/>
                  </a:lnTo>
                  <a:lnTo>
                    <a:pt x="107" y="230"/>
                  </a:lnTo>
                  <a:lnTo>
                    <a:pt x="124" y="219"/>
                  </a:lnTo>
                  <a:lnTo>
                    <a:pt x="140" y="206"/>
                  </a:lnTo>
                  <a:lnTo>
                    <a:pt x="155" y="191"/>
                  </a:lnTo>
                  <a:lnTo>
                    <a:pt x="170" y="170"/>
                  </a:lnTo>
                  <a:lnTo>
                    <a:pt x="183" y="147"/>
                  </a:lnTo>
                  <a:lnTo>
                    <a:pt x="191" y="124"/>
                  </a:lnTo>
                  <a:lnTo>
                    <a:pt x="195" y="100"/>
                  </a:lnTo>
                  <a:lnTo>
                    <a:pt x="198" y="76"/>
                  </a:lnTo>
                  <a:lnTo>
                    <a:pt x="198" y="51"/>
                  </a:lnTo>
                  <a:lnTo>
                    <a:pt x="194" y="25"/>
                  </a:lnTo>
                  <a:lnTo>
                    <a:pt x="190" y="0"/>
                  </a:lnTo>
                  <a:lnTo>
                    <a:pt x="190" y="0"/>
                  </a:lnTo>
                  <a:lnTo>
                    <a:pt x="190" y="0"/>
                  </a:lnTo>
                  <a:lnTo>
                    <a:pt x="188" y="0"/>
                  </a:lnTo>
                  <a:lnTo>
                    <a:pt x="188" y="0"/>
                  </a:lnTo>
                  <a:lnTo>
                    <a:pt x="188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98" name="Freeform 126"/>
            <p:cNvSpPr>
              <a:spLocks/>
            </p:cNvSpPr>
            <p:nvPr/>
          </p:nvSpPr>
          <p:spPr bwMode="auto">
            <a:xfrm>
              <a:off x="1502" y="3588"/>
              <a:ext cx="162" cy="54"/>
            </a:xfrm>
            <a:custGeom>
              <a:avLst/>
              <a:gdLst/>
              <a:ahLst/>
              <a:cxnLst>
                <a:cxn ang="0">
                  <a:pos x="323" y="0"/>
                </a:cxn>
                <a:cxn ang="0">
                  <a:pos x="319" y="8"/>
                </a:cxn>
                <a:cxn ang="0">
                  <a:pos x="313" y="15"/>
                </a:cxn>
                <a:cxn ang="0">
                  <a:pos x="309" y="23"/>
                </a:cxn>
                <a:cxn ang="0">
                  <a:pos x="303" y="30"/>
                </a:cxn>
                <a:cxn ang="0">
                  <a:pos x="298" y="37"/>
                </a:cxn>
                <a:cxn ang="0">
                  <a:pos x="292" y="44"/>
                </a:cxn>
                <a:cxn ang="0">
                  <a:pos x="285" y="49"/>
                </a:cxn>
                <a:cxn ang="0">
                  <a:pos x="279" y="55"/>
                </a:cxn>
                <a:cxn ang="0">
                  <a:pos x="267" y="62"/>
                </a:cxn>
                <a:cxn ang="0">
                  <a:pos x="254" y="69"/>
                </a:cxn>
                <a:cxn ang="0">
                  <a:pos x="241" y="74"/>
                </a:cxn>
                <a:cxn ang="0">
                  <a:pos x="227" y="77"/>
                </a:cxn>
                <a:cxn ang="0">
                  <a:pos x="212" y="79"/>
                </a:cxn>
                <a:cxn ang="0">
                  <a:pos x="198" y="82"/>
                </a:cxn>
                <a:cxn ang="0">
                  <a:pos x="184" y="84"/>
                </a:cxn>
                <a:cxn ang="0">
                  <a:pos x="170" y="85"/>
                </a:cxn>
                <a:cxn ang="0">
                  <a:pos x="151" y="86"/>
                </a:cxn>
                <a:cxn ang="0">
                  <a:pos x="130" y="85"/>
                </a:cxn>
                <a:cxn ang="0">
                  <a:pos x="110" y="82"/>
                </a:cxn>
                <a:cxn ang="0">
                  <a:pos x="90" y="78"/>
                </a:cxn>
                <a:cxn ang="0">
                  <a:pos x="69" y="74"/>
                </a:cxn>
                <a:cxn ang="0">
                  <a:pos x="49" y="68"/>
                </a:cxn>
                <a:cxn ang="0">
                  <a:pos x="30" y="63"/>
                </a:cxn>
                <a:cxn ang="0">
                  <a:pos x="10" y="57"/>
                </a:cxn>
                <a:cxn ang="0">
                  <a:pos x="7" y="59"/>
                </a:cxn>
                <a:cxn ang="0">
                  <a:pos x="2" y="61"/>
                </a:cxn>
                <a:cxn ang="0">
                  <a:pos x="0" y="66"/>
                </a:cxn>
                <a:cxn ang="0">
                  <a:pos x="1" y="69"/>
                </a:cxn>
                <a:cxn ang="0">
                  <a:pos x="13" y="76"/>
                </a:cxn>
                <a:cxn ang="0">
                  <a:pos x="24" y="82"/>
                </a:cxn>
                <a:cxn ang="0">
                  <a:pos x="36" y="87"/>
                </a:cxn>
                <a:cxn ang="0">
                  <a:pos x="48" y="92"/>
                </a:cxn>
                <a:cxn ang="0">
                  <a:pos x="60" y="95"/>
                </a:cxn>
                <a:cxn ang="0">
                  <a:pos x="72" y="99"/>
                </a:cxn>
                <a:cxn ang="0">
                  <a:pos x="85" y="102"/>
                </a:cxn>
                <a:cxn ang="0">
                  <a:pos x="98" y="105"/>
                </a:cxn>
                <a:cxn ang="0">
                  <a:pos x="109" y="106"/>
                </a:cxn>
                <a:cxn ang="0">
                  <a:pos x="122" y="107"/>
                </a:cxn>
                <a:cxn ang="0">
                  <a:pos x="136" y="107"/>
                </a:cxn>
                <a:cxn ang="0">
                  <a:pos x="148" y="106"/>
                </a:cxn>
                <a:cxn ang="0">
                  <a:pos x="161" y="106"/>
                </a:cxn>
                <a:cxn ang="0">
                  <a:pos x="174" y="104"/>
                </a:cxn>
                <a:cxn ang="0">
                  <a:pos x="188" y="101"/>
                </a:cxn>
                <a:cxn ang="0">
                  <a:pos x="200" y="99"/>
                </a:cxn>
                <a:cxn ang="0">
                  <a:pos x="222" y="93"/>
                </a:cxn>
                <a:cxn ang="0">
                  <a:pos x="241" y="85"/>
                </a:cxn>
                <a:cxn ang="0">
                  <a:pos x="258" y="76"/>
                </a:cxn>
                <a:cxn ang="0">
                  <a:pos x="274" y="64"/>
                </a:cxn>
                <a:cxn ang="0">
                  <a:pos x="288" y="51"/>
                </a:cxn>
                <a:cxn ang="0">
                  <a:pos x="300" y="36"/>
                </a:cxn>
                <a:cxn ang="0">
                  <a:pos x="312" y="18"/>
                </a:cxn>
                <a:cxn ang="0">
                  <a:pos x="323" y="0"/>
                </a:cxn>
                <a:cxn ang="0">
                  <a:pos x="323" y="0"/>
                </a:cxn>
                <a:cxn ang="0">
                  <a:pos x="323" y="0"/>
                </a:cxn>
                <a:cxn ang="0">
                  <a:pos x="323" y="0"/>
                </a:cxn>
                <a:cxn ang="0">
                  <a:pos x="323" y="0"/>
                </a:cxn>
                <a:cxn ang="0">
                  <a:pos x="323" y="0"/>
                </a:cxn>
              </a:cxnLst>
              <a:rect l="0" t="0" r="r" b="b"/>
              <a:pathLst>
                <a:path w="323" h="107">
                  <a:moveTo>
                    <a:pt x="323" y="0"/>
                  </a:moveTo>
                  <a:lnTo>
                    <a:pt x="319" y="8"/>
                  </a:lnTo>
                  <a:lnTo>
                    <a:pt x="313" y="15"/>
                  </a:lnTo>
                  <a:lnTo>
                    <a:pt x="309" y="23"/>
                  </a:lnTo>
                  <a:lnTo>
                    <a:pt x="303" y="30"/>
                  </a:lnTo>
                  <a:lnTo>
                    <a:pt x="298" y="37"/>
                  </a:lnTo>
                  <a:lnTo>
                    <a:pt x="292" y="44"/>
                  </a:lnTo>
                  <a:lnTo>
                    <a:pt x="285" y="49"/>
                  </a:lnTo>
                  <a:lnTo>
                    <a:pt x="279" y="55"/>
                  </a:lnTo>
                  <a:lnTo>
                    <a:pt x="267" y="62"/>
                  </a:lnTo>
                  <a:lnTo>
                    <a:pt x="254" y="69"/>
                  </a:lnTo>
                  <a:lnTo>
                    <a:pt x="241" y="74"/>
                  </a:lnTo>
                  <a:lnTo>
                    <a:pt x="227" y="77"/>
                  </a:lnTo>
                  <a:lnTo>
                    <a:pt x="212" y="79"/>
                  </a:lnTo>
                  <a:lnTo>
                    <a:pt x="198" y="82"/>
                  </a:lnTo>
                  <a:lnTo>
                    <a:pt x="184" y="84"/>
                  </a:lnTo>
                  <a:lnTo>
                    <a:pt x="170" y="85"/>
                  </a:lnTo>
                  <a:lnTo>
                    <a:pt x="151" y="86"/>
                  </a:lnTo>
                  <a:lnTo>
                    <a:pt x="130" y="85"/>
                  </a:lnTo>
                  <a:lnTo>
                    <a:pt x="110" y="82"/>
                  </a:lnTo>
                  <a:lnTo>
                    <a:pt x="90" y="78"/>
                  </a:lnTo>
                  <a:lnTo>
                    <a:pt x="69" y="74"/>
                  </a:lnTo>
                  <a:lnTo>
                    <a:pt x="49" y="68"/>
                  </a:lnTo>
                  <a:lnTo>
                    <a:pt x="30" y="63"/>
                  </a:lnTo>
                  <a:lnTo>
                    <a:pt x="10" y="57"/>
                  </a:lnTo>
                  <a:lnTo>
                    <a:pt x="7" y="59"/>
                  </a:lnTo>
                  <a:lnTo>
                    <a:pt x="2" y="61"/>
                  </a:lnTo>
                  <a:lnTo>
                    <a:pt x="0" y="66"/>
                  </a:lnTo>
                  <a:lnTo>
                    <a:pt x="1" y="69"/>
                  </a:lnTo>
                  <a:lnTo>
                    <a:pt x="13" y="76"/>
                  </a:lnTo>
                  <a:lnTo>
                    <a:pt x="24" y="82"/>
                  </a:lnTo>
                  <a:lnTo>
                    <a:pt x="36" y="87"/>
                  </a:lnTo>
                  <a:lnTo>
                    <a:pt x="48" y="92"/>
                  </a:lnTo>
                  <a:lnTo>
                    <a:pt x="60" y="95"/>
                  </a:lnTo>
                  <a:lnTo>
                    <a:pt x="72" y="99"/>
                  </a:lnTo>
                  <a:lnTo>
                    <a:pt x="85" y="102"/>
                  </a:lnTo>
                  <a:lnTo>
                    <a:pt x="98" y="105"/>
                  </a:lnTo>
                  <a:lnTo>
                    <a:pt x="109" y="106"/>
                  </a:lnTo>
                  <a:lnTo>
                    <a:pt x="122" y="107"/>
                  </a:lnTo>
                  <a:lnTo>
                    <a:pt x="136" y="107"/>
                  </a:lnTo>
                  <a:lnTo>
                    <a:pt x="148" y="106"/>
                  </a:lnTo>
                  <a:lnTo>
                    <a:pt x="161" y="106"/>
                  </a:lnTo>
                  <a:lnTo>
                    <a:pt x="174" y="104"/>
                  </a:lnTo>
                  <a:lnTo>
                    <a:pt x="188" y="101"/>
                  </a:lnTo>
                  <a:lnTo>
                    <a:pt x="200" y="99"/>
                  </a:lnTo>
                  <a:lnTo>
                    <a:pt x="222" y="93"/>
                  </a:lnTo>
                  <a:lnTo>
                    <a:pt x="241" y="85"/>
                  </a:lnTo>
                  <a:lnTo>
                    <a:pt x="258" y="76"/>
                  </a:lnTo>
                  <a:lnTo>
                    <a:pt x="274" y="64"/>
                  </a:lnTo>
                  <a:lnTo>
                    <a:pt x="288" y="51"/>
                  </a:lnTo>
                  <a:lnTo>
                    <a:pt x="300" y="36"/>
                  </a:lnTo>
                  <a:lnTo>
                    <a:pt x="312" y="18"/>
                  </a:lnTo>
                  <a:lnTo>
                    <a:pt x="323" y="0"/>
                  </a:lnTo>
                  <a:lnTo>
                    <a:pt x="323" y="0"/>
                  </a:lnTo>
                  <a:lnTo>
                    <a:pt x="323" y="0"/>
                  </a:lnTo>
                  <a:lnTo>
                    <a:pt x="323" y="0"/>
                  </a:lnTo>
                  <a:lnTo>
                    <a:pt x="323" y="0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99" name="Freeform 127"/>
            <p:cNvSpPr>
              <a:spLocks/>
            </p:cNvSpPr>
            <p:nvPr/>
          </p:nvSpPr>
          <p:spPr bwMode="auto">
            <a:xfrm>
              <a:off x="1501" y="3202"/>
              <a:ext cx="29" cy="132"/>
            </a:xfrm>
            <a:custGeom>
              <a:avLst/>
              <a:gdLst/>
              <a:ahLst/>
              <a:cxnLst>
                <a:cxn ang="0">
                  <a:pos x="42" y="0"/>
                </a:cxn>
                <a:cxn ang="0">
                  <a:pos x="52" y="47"/>
                </a:cxn>
                <a:cxn ang="0">
                  <a:pos x="53" y="96"/>
                </a:cxn>
                <a:cxn ang="0">
                  <a:pos x="46" y="144"/>
                </a:cxn>
                <a:cxn ang="0">
                  <a:pos x="27" y="190"/>
                </a:cxn>
                <a:cxn ang="0">
                  <a:pos x="15" y="208"/>
                </a:cxn>
                <a:cxn ang="0">
                  <a:pos x="6" y="223"/>
                </a:cxn>
                <a:cxn ang="0">
                  <a:pos x="0" y="239"/>
                </a:cxn>
                <a:cxn ang="0">
                  <a:pos x="2" y="261"/>
                </a:cxn>
                <a:cxn ang="0">
                  <a:pos x="4" y="263"/>
                </a:cxn>
                <a:cxn ang="0">
                  <a:pos x="6" y="262"/>
                </a:cxn>
                <a:cxn ang="0">
                  <a:pos x="8" y="259"/>
                </a:cxn>
                <a:cxn ang="0">
                  <a:pos x="10" y="257"/>
                </a:cxn>
                <a:cxn ang="0">
                  <a:pos x="11" y="242"/>
                </a:cxn>
                <a:cxn ang="0">
                  <a:pos x="15" y="225"/>
                </a:cxn>
                <a:cxn ang="0">
                  <a:pos x="22" y="209"/>
                </a:cxn>
                <a:cxn ang="0">
                  <a:pos x="29" y="193"/>
                </a:cxn>
                <a:cxn ang="0">
                  <a:pos x="37" y="177"/>
                </a:cxn>
                <a:cxn ang="0">
                  <a:pos x="45" y="161"/>
                </a:cxn>
                <a:cxn ang="0">
                  <a:pos x="51" y="146"/>
                </a:cxn>
                <a:cxn ang="0">
                  <a:pos x="56" y="130"/>
                </a:cxn>
                <a:cxn ang="0">
                  <a:pos x="59" y="98"/>
                </a:cxn>
                <a:cxn ang="0">
                  <a:pos x="58" y="64"/>
                </a:cxn>
                <a:cxn ang="0">
                  <a:pos x="52" y="31"/>
                </a:cxn>
                <a:cxn ang="0">
                  <a:pos x="43" y="0"/>
                </a:cxn>
                <a:cxn ang="0">
                  <a:pos x="43" y="0"/>
                </a:cxn>
                <a:cxn ang="0">
                  <a:pos x="43" y="0"/>
                </a:cxn>
                <a:cxn ang="0">
                  <a:pos x="42" y="0"/>
                </a:cxn>
                <a:cxn ang="0">
                  <a:pos x="42" y="0"/>
                </a:cxn>
                <a:cxn ang="0">
                  <a:pos x="42" y="0"/>
                </a:cxn>
              </a:cxnLst>
              <a:rect l="0" t="0" r="r" b="b"/>
              <a:pathLst>
                <a:path w="59" h="263">
                  <a:moveTo>
                    <a:pt x="42" y="0"/>
                  </a:moveTo>
                  <a:lnTo>
                    <a:pt x="52" y="47"/>
                  </a:lnTo>
                  <a:lnTo>
                    <a:pt x="53" y="96"/>
                  </a:lnTo>
                  <a:lnTo>
                    <a:pt x="46" y="144"/>
                  </a:lnTo>
                  <a:lnTo>
                    <a:pt x="27" y="190"/>
                  </a:lnTo>
                  <a:lnTo>
                    <a:pt x="15" y="208"/>
                  </a:lnTo>
                  <a:lnTo>
                    <a:pt x="6" y="223"/>
                  </a:lnTo>
                  <a:lnTo>
                    <a:pt x="0" y="239"/>
                  </a:lnTo>
                  <a:lnTo>
                    <a:pt x="2" y="261"/>
                  </a:lnTo>
                  <a:lnTo>
                    <a:pt x="4" y="263"/>
                  </a:lnTo>
                  <a:lnTo>
                    <a:pt x="6" y="262"/>
                  </a:lnTo>
                  <a:lnTo>
                    <a:pt x="8" y="259"/>
                  </a:lnTo>
                  <a:lnTo>
                    <a:pt x="10" y="257"/>
                  </a:lnTo>
                  <a:lnTo>
                    <a:pt x="11" y="242"/>
                  </a:lnTo>
                  <a:lnTo>
                    <a:pt x="15" y="225"/>
                  </a:lnTo>
                  <a:lnTo>
                    <a:pt x="22" y="209"/>
                  </a:lnTo>
                  <a:lnTo>
                    <a:pt x="29" y="193"/>
                  </a:lnTo>
                  <a:lnTo>
                    <a:pt x="37" y="177"/>
                  </a:lnTo>
                  <a:lnTo>
                    <a:pt x="45" y="161"/>
                  </a:lnTo>
                  <a:lnTo>
                    <a:pt x="51" y="146"/>
                  </a:lnTo>
                  <a:lnTo>
                    <a:pt x="56" y="130"/>
                  </a:lnTo>
                  <a:lnTo>
                    <a:pt x="59" y="98"/>
                  </a:lnTo>
                  <a:lnTo>
                    <a:pt x="58" y="64"/>
                  </a:lnTo>
                  <a:lnTo>
                    <a:pt x="52" y="31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42" y="0"/>
                  </a:lnTo>
                  <a:lnTo>
                    <a:pt x="42" y="0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00" name="Freeform 128"/>
            <p:cNvSpPr>
              <a:spLocks/>
            </p:cNvSpPr>
            <p:nvPr/>
          </p:nvSpPr>
          <p:spPr bwMode="auto">
            <a:xfrm>
              <a:off x="1368" y="3569"/>
              <a:ext cx="162" cy="47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10" y="8"/>
                </a:cxn>
                <a:cxn ang="0">
                  <a:pos x="19" y="15"/>
                </a:cxn>
                <a:cxn ang="0">
                  <a:pos x="28" y="22"/>
                </a:cxn>
                <a:cxn ang="0">
                  <a:pos x="37" y="27"/>
                </a:cxn>
                <a:cxn ang="0">
                  <a:pos x="46" y="34"/>
                </a:cxn>
                <a:cxn ang="0">
                  <a:pos x="57" y="40"/>
                </a:cxn>
                <a:cxn ang="0">
                  <a:pos x="66" y="45"/>
                </a:cxn>
                <a:cxn ang="0">
                  <a:pos x="76" y="51"/>
                </a:cxn>
                <a:cxn ang="0">
                  <a:pos x="87" y="56"/>
                </a:cxn>
                <a:cxn ang="0">
                  <a:pos x="98" y="62"/>
                </a:cxn>
                <a:cxn ang="0">
                  <a:pos x="111" y="69"/>
                </a:cxn>
                <a:cxn ang="0">
                  <a:pos x="125" y="75"/>
                </a:cxn>
                <a:cxn ang="0">
                  <a:pos x="137" y="80"/>
                </a:cxn>
                <a:cxn ang="0">
                  <a:pos x="150" y="85"/>
                </a:cxn>
                <a:cxn ang="0">
                  <a:pos x="163" y="89"/>
                </a:cxn>
                <a:cxn ang="0">
                  <a:pos x="175" y="91"/>
                </a:cxn>
                <a:cxn ang="0">
                  <a:pos x="197" y="92"/>
                </a:cxn>
                <a:cxn ang="0">
                  <a:pos x="218" y="91"/>
                </a:cxn>
                <a:cxn ang="0">
                  <a:pos x="238" y="87"/>
                </a:cxn>
                <a:cxn ang="0">
                  <a:pos x="257" y="80"/>
                </a:cxn>
                <a:cxn ang="0">
                  <a:pos x="274" y="72"/>
                </a:cxn>
                <a:cxn ang="0">
                  <a:pos x="293" y="61"/>
                </a:cxn>
                <a:cxn ang="0">
                  <a:pos x="309" y="48"/>
                </a:cxn>
                <a:cxn ang="0">
                  <a:pos x="325" y="34"/>
                </a:cxn>
                <a:cxn ang="0">
                  <a:pos x="325" y="33"/>
                </a:cxn>
                <a:cxn ang="0">
                  <a:pos x="325" y="32"/>
                </a:cxn>
                <a:cxn ang="0">
                  <a:pos x="325" y="31"/>
                </a:cxn>
                <a:cxn ang="0">
                  <a:pos x="324" y="31"/>
                </a:cxn>
                <a:cxn ang="0">
                  <a:pos x="307" y="46"/>
                </a:cxn>
                <a:cxn ang="0">
                  <a:pos x="288" y="59"/>
                </a:cxn>
                <a:cxn ang="0">
                  <a:pos x="269" y="70"/>
                </a:cxn>
                <a:cxn ang="0">
                  <a:pos x="249" y="79"/>
                </a:cxn>
                <a:cxn ang="0">
                  <a:pos x="227" y="85"/>
                </a:cxn>
                <a:cxn ang="0">
                  <a:pos x="205" y="87"/>
                </a:cxn>
                <a:cxn ang="0">
                  <a:pos x="183" y="87"/>
                </a:cxn>
                <a:cxn ang="0">
                  <a:pos x="160" y="83"/>
                </a:cxn>
                <a:cxn ang="0">
                  <a:pos x="140" y="76"/>
                </a:cxn>
                <a:cxn ang="0">
                  <a:pos x="119" y="68"/>
                </a:cxn>
                <a:cxn ang="0">
                  <a:pos x="98" y="59"/>
                </a:cxn>
                <a:cxn ang="0">
                  <a:pos x="78" y="48"/>
                </a:cxn>
                <a:cxn ang="0">
                  <a:pos x="57" y="38"/>
                </a:cxn>
                <a:cxn ang="0">
                  <a:pos x="37" y="26"/>
                </a:cxn>
                <a:cxn ang="0">
                  <a:pos x="19" y="14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325" h="92">
                  <a:moveTo>
                    <a:pt x="0" y="1"/>
                  </a:moveTo>
                  <a:lnTo>
                    <a:pt x="10" y="8"/>
                  </a:lnTo>
                  <a:lnTo>
                    <a:pt x="19" y="15"/>
                  </a:lnTo>
                  <a:lnTo>
                    <a:pt x="28" y="22"/>
                  </a:lnTo>
                  <a:lnTo>
                    <a:pt x="37" y="27"/>
                  </a:lnTo>
                  <a:lnTo>
                    <a:pt x="46" y="34"/>
                  </a:lnTo>
                  <a:lnTo>
                    <a:pt x="57" y="40"/>
                  </a:lnTo>
                  <a:lnTo>
                    <a:pt x="66" y="45"/>
                  </a:lnTo>
                  <a:lnTo>
                    <a:pt x="76" y="51"/>
                  </a:lnTo>
                  <a:lnTo>
                    <a:pt x="87" y="56"/>
                  </a:lnTo>
                  <a:lnTo>
                    <a:pt x="98" y="62"/>
                  </a:lnTo>
                  <a:lnTo>
                    <a:pt x="111" y="69"/>
                  </a:lnTo>
                  <a:lnTo>
                    <a:pt x="125" y="75"/>
                  </a:lnTo>
                  <a:lnTo>
                    <a:pt x="137" y="80"/>
                  </a:lnTo>
                  <a:lnTo>
                    <a:pt x="150" y="85"/>
                  </a:lnTo>
                  <a:lnTo>
                    <a:pt x="163" y="89"/>
                  </a:lnTo>
                  <a:lnTo>
                    <a:pt x="175" y="91"/>
                  </a:lnTo>
                  <a:lnTo>
                    <a:pt x="197" y="92"/>
                  </a:lnTo>
                  <a:lnTo>
                    <a:pt x="218" y="91"/>
                  </a:lnTo>
                  <a:lnTo>
                    <a:pt x="238" y="87"/>
                  </a:lnTo>
                  <a:lnTo>
                    <a:pt x="257" y="80"/>
                  </a:lnTo>
                  <a:lnTo>
                    <a:pt x="274" y="72"/>
                  </a:lnTo>
                  <a:lnTo>
                    <a:pt x="293" y="61"/>
                  </a:lnTo>
                  <a:lnTo>
                    <a:pt x="309" y="48"/>
                  </a:lnTo>
                  <a:lnTo>
                    <a:pt x="325" y="34"/>
                  </a:lnTo>
                  <a:lnTo>
                    <a:pt x="325" y="33"/>
                  </a:lnTo>
                  <a:lnTo>
                    <a:pt x="325" y="32"/>
                  </a:lnTo>
                  <a:lnTo>
                    <a:pt x="325" y="31"/>
                  </a:lnTo>
                  <a:lnTo>
                    <a:pt x="324" y="31"/>
                  </a:lnTo>
                  <a:lnTo>
                    <a:pt x="307" y="46"/>
                  </a:lnTo>
                  <a:lnTo>
                    <a:pt x="288" y="59"/>
                  </a:lnTo>
                  <a:lnTo>
                    <a:pt x="269" y="70"/>
                  </a:lnTo>
                  <a:lnTo>
                    <a:pt x="249" y="79"/>
                  </a:lnTo>
                  <a:lnTo>
                    <a:pt x="227" y="85"/>
                  </a:lnTo>
                  <a:lnTo>
                    <a:pt x="205" y="87"/>
                  </a:lnTo>
                  <a:lnTo>
                    <a:pt x="183" y="87"/>
                  </a:lnTo>
                  <a:lnTo>
                    <a:pt x="160" y="83"/>
                  </a:lnTo>
                  <a:lnTo>
                    <a:pt x="140" y="76"/>
                  </a:lnTo>
                  <a:lnTo>
                    <a:pt x="119" y="68"/>
                  </a:lnTo>
                  <a:lnTo>
                    <a:pt x="98" y="59"/>
                  </a:lnTo>
                  <a:lnTo>
                    <a:pt x="78" y="48"/>
                  </a:lnTo>
                  <a:lnTo>
                    <a:pt x="57" y="38"/>
                  </a:lnTo>
                  <a:lnTo>
                    <a:pt x="37" y="26"/>
                  </a:lnTo>
                  <a:lnTo>
                    <a:pt x="19" y="14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01" name="Freeform 129"/>
            <p:cNvSpPr>
              <a:spLocks/>
            </p:cNvSpPr>
            <p:nvPr/>
          </p:nvSpPr>
          <p:spPr bwMode="auto">
            <a:xfrm>
              <a:off x="1482" y="3514"/>
              <a:ext cx="90" cy="108"/>
            </a:xfrm>
            <a:custGeom>
              <a:avLst/>
              <a:gdLst/>
              <a:ahLst/>
              <a:cxnLst>
                <a:cxn ang="0">
                  <a:pos x="178" y="0"/>
                </a:cxn>
                <a:cxn ang="0">
                  <a:pos x="176" y="22"/>
                </a:cxn>
                <a:cxn ang="0">
                  <a:pos x="172" y="44"/>
                </a:cxn>
                <a:cxn ang="0">
                  <a:pos x="169" y="65"/>
                </a:cxn>
                <a:cxn ang="0">
                  <a:pos x="164" y="85"/>
                </a:cxn>
                <a:cxn ang="0">
                  <a:pos x="158" y="105"/>
                </a:cxn>
                <a:cxn ang="0">
                  <a:pos x="150" y="125"/>
                </a:cxn>
                <a:cxn ang="0">
                  <a:pos x="140" y="143"/>
                </a:cxn>
                <a:cxn ang="0">
                  <a:pos x="126" y="162"/>
                </a:cxn>
                <a:cxn ang="0">
                  <a:pos x="115" y="173"/>
                </a:cxn>
                <a:cxn ang="0">
                  <a:pos x="101" y="181"/>
                </a:cxn>
                <a:cxn ang="0">
                  <a:pos x="86" y="189"/>
                </a:cxn>
                <a:cxn ang="0">
                  <a:pos x="71" y="195"/>
                </a:cxn>
                <a:cxn ang="0">
                  <a:pos x="54" y="200"/>
                </a:cxn>
                <a:cxn ang="0">
                  <a:pos x="38" y="203"/>
                </a:cxn>
                <a:cxn ang="0">
                  <a:pos x="21" y="206"/>
                </a:cxn>
                <a:cxn ang="0">
                  <a:pos x="5" y="209"/>
                </a:cxn>
                <a:cxn ang="0">
                  <a:pos x="3" y="210"/>
                </a:cxn>
                <a:cxn ang="0">
                  <a:pos x="1" y="212"/>
                </a:cxn>
                <a:cxn ang="0">
                  <a:pos x="0" y="216"/>
                </a:cxn>
                <a:cxn ang="0">
                  <a:pos x="2" y="217"/>
                </a:cxn>
                <a:cxn ang="0">
                  <a:pos x="20" y="216"/>
                </a:cxn>
                <a:cxn ang="0">
                  <a:pos x="39" y="213"/>
                </a:cxn>
                <a:cxn ang="0">
                  <a:pos x="56" y="210"/>
                </a:cxn>
                <a:cxn ang="0">
                  <a:pos x="72" y="205"/>
                </a:cxn>
                <a:cxn ang="0">
                  <a:pos x="88" y="198"/>
                </a:cxn>
                <a:cxn ang="0">
                  <a:pos x="103" y="190"/>
                </a:cxn>
                <a:cxn ang="0">
                  <a:pos x="117" y="179"/>
                </a:cxn>
                <a:cxn ang="0">
                  <a:pos x="131" y="166"/>
                </a:cxn>
                <a:cxn ang="0">
                  <a:pos x="145" y="149"/>
                </a:cxn>
                <a:cxn ang="0">
                  <a:pos x="155" y="129"/>
                </a:cxn>
                <a:cxn ang="0">
                  <a:pos x="162" y="109"/>
                </a:cxn>
                <a:cxn ang="0">
                  <a:pos x="168" y="88"/>
                </a:cxn>
                <a:cxn ang="0">
                  <a:pos x="171" y="66"/>
                </a:cxn>
                <a:cxn ang="0">
                  <a:pos x="175" y="44"/>
                </a:cxn>
                <a:cxn ang="0">
                  <a:pos x="177" y="22"/>
                </a:cxn>
                <a:cxn ang="0">
                  <a:pos x="178" y="0"/>
                </a:cxn>
                <a:cxn ang="0">
                  <a:pos x="178" y="0"/>
                </a:cxn>
                <a:cxn ang="0">
                  <a:pos x="178" y="0"/>
                </a:cxn>
                <a:cxn ang="0">
                  <a:pos x="178" y="0"/>
                </a:cxn>
                <a:cxn ang="0">
                  <a:pos x="178" y="0"/>
                </a:cxn>
                <a:cxn ang="0">
                  <a:pos x="178" y="0"/>
                </a:cxn>
              </a:cxnLst>
              <a:rect l="0" t="0" r="r" b="b"/>
              <a:pathLst>
                <a:path w="178" h="217">
                  <a:moveTo>
                    <a:pt x="178" y="0"/>
                  </a:moveTo>
                  <a:lnTo>
                    <a:pt x="176" y="22"/>
                  </a:lnTo>
                  <a:lnTo>
                    <a:pt x="172" y="44"/>
                  </a:lnTo>
                  <a:lnTo>
                    <a:pt x="169" y="65"/>
                  </a:lnTo>
                  <a:lnTo>
                    <a:pt x="164" y="85"/>
                  </a:lnTo>
                  <a:lnTo>
                    <a:pt x="158" y="105"/>
                  </a:lnTo>
                  <a:lnTo>
                    <a:pt x="150" y="125"/>
                  </a:lnTo>
                  <a:lnTo>
                    <a:pt x="140" y="143"/>
                  </a:lnTo>
                  <a:lnTo>
                    <a:pt x="126" y="162"/>
                  </a:lnTo>
                  <a:lnTo>
                    <a:pt x="115" y="173"/>
                  </a:lnTo>
                  <a:lnTo>
                    <a:pt x="101" y="181"/>
                  </a:lnTo>
                  <a:lnTo>
                    <a:pt x="86" y="189"/>
                  </a:lnTo>
                  <a:lnTo>
                    <a:pt x="71" y="195"/>
                  </a:lnTo>
                  <a:lnTo>
                    <a:pt x="54" y="200"/>
                  </a:lnTo>
                  <a:lnTo>
                    <a:pt x="38" y="203"/>
                  </a:lnTo>
                  <a:lnTo>
                    <a:pt x="21" y="206"/>
                  </a:lnTo>
                  <a:lnTo>
                    <a:pt x="5" y="209"/>
                  </a:lnTo>
                  <a:lnTo>
                    <a:pt x="3" y="210"/>
                  </a:lnTo>
                  <a:lnTo>
                    <a:pt x="1" y="212"/>
                  </a:lnTo>
                  <a:lnTo>
                    <a:pt x="0" y="216"/>
                  </a:lnTo>
                  <a:lnTo>
                    <a:pt x="2" y="217"/>
                  </a:lnTo>
                  <a:lnTo>
                    <a:pt x="20" y="216"/>
                  </a:lnTo>
                  <a:lnTo>
                    <a:pt x="39" y="213"/>
                  </a:lnTo>
                  <a:lnTo>
                    <a:pt x="56" y="210"/>
                  </a:lnTo>
                  <a:lnTo>
                    <a:pt x="72" y="205"/>
                  </a:lnTo>
                  <a:lnTo>
                    <a:pt x="88" y="198"/>
                  </a:lnTo>
                  <a:lnTo>
                    <a:pt x="103" y="190"/>
                  </a:lnTo>
                  <a:lnTo>
                    <a:pt x="117" y="179"/>
                  </a:lnTo>
                  <a:lnTo>
                    <a:pt x="131" y="166"/>
                  </a:lnTo>
                  <a:lnTo>
                    <a:pt x="145" y="149"/>
                  </a:lnTo>
                  <a:lnTo>
                    <a:pt x="155" y="129"/>
                  </a:lnTo>
                  <a:lnTo>
                    <a:pt x="162" y="109"/>
                  </a:lnTo>
                  <a:lnTo>
                    <a:pt x="168" y="88"/>
                  </a:lnTo>
                  <a:lnTo>
                    <a:pt x="171" y="66"/>
                  </a:lnTo>
                  <a:lnTo>
                    <a:pt x="175" y="44"/>
                  </a:lnTo>
                  <a:lnTo>
                    <a:pt x="177" y="22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02" name="Freeform 130"/>
            <p:cNvSpPr>
              <a:spLocks/>
            </p:cNvSpPr>
            <p:nvPr/>
          </p:nvSpPr>
          <p:spPr bwMode="auto">
            <a:xfrm>
              <a:off x="946" y="3273"/>
              <a:ext cx="157" cy="83"/>
            </a:xfrm>
            <a:custGeom>
              <a:avLst/>
              <a:gdLst/>
              <a:ahLst/>
              <a:cxnLst>
                <a:cxn ang="0">
                  <a:pos x="315" y="0"/>
                </a:cxn>
                <a:cxn ang="0">
                  <a:pos x="296" y="1"/>
                </a:cxn>
                <a:cxn ang="0">
                  <a:pos x="279" y="3"/>
                </a:cxn>
                <a:cxn ang="0">
                  <a:pos x="263" y="6"/>
                </a:cxn>
                <a:cxn ang="0">
                  <a:pos x="245" y="11"/>
                </a:cxn>
                <a:cxn ang="0">
                  <a:pos x="229" y="16"/>
                </a:cxn>
                <a:cxn ang="0">
                  <a:pos x="213" y="23"/>
                </a:cxn>
                <a:cxn ang="0">
                  <a:pos x="198" y="31"/>
                </a:cxn>
                <a:cxn ang="0">
                  <a:pos x="182" y="41"/>
                </a:cxn>
                <a:cxn ang="0">
                  <a:pos x="161" y="58"/>
                </a:cxn>
                <a:cxn ang="0">
                  <a:pos x="143" y="79"/>
                </a:cxn>
                <a:cxn ang="0">
                  <a:pos x="123" y="103"/>
                </a:cxn>
                <a:cxn ang="0">
                  <a:pos x="103" y="125"/>
                </a:cxn>
                <a:cxn ang="0">
                  <a:pos x="82" y="142"/>
                </a:cxn>
                <a:cxn ang="0">
                  <a:pos x="58" y="152"/>
                </a:cxn>
                <a:cxn ang="0">
                  <a:pos x="32" y="151"/>
                </a:cxn>
                <a:cxn ang="0">
                  <a:pos x="4" y="137"/>
                </a:cxn>
                <a:cxn ang="0">
                  <a:pos x="2" y="137"/>
                </a:cxn>
                <a:cxn ang="0">
                  <a:pos x="0" y="137"/>
                </a:cxn>
                <a:cxn ang="0">
                  <a:pos x="0" y="139"/>
                </a:cxn>
                <a:cxn ang="0">
                  <a:pos x="0" y="140"/>
                </a:cxn>
                <a:cxn ang="0">
                  <a:pos x="12" y="149"/>
                </a:cxn>
                <a:cxn ang="0">
                  <a:pos x="24" y="157"/>
                </a:cxn>
                <a:cxn ang="0">
                  <a:pos x="37" y="163"/>
                </a:cxn>
                <a:cxn ang="0">
                  <a:pos x="51" y="166"/>
                </a:cxn>
                <a:cxn ang="0">
                  <a:pos x="65" y="166"/>
                </a:cxn>
                <a:cxn ang="0">
                  <a:pos x="77" y="164"/>
                </a:cxn>
                <a:cxn ang="0">
                  <a:pos x="90" y="158"/>
                </a:cxn>
                <a:cxn ang="0">
                  <a:pos x="103" y="148"/>
                </a:cxn>
                <a:cxn ang="0">
                  <a:pos x="111" y="139"/>
                </a:cxn>
                <a:cxn ang="0">
                  <a:pos x="119" y="128"/>
                </a:cxn>
                <a:cxn ang="0">
                  <a:pos x="126" y="118"/>
                </a:cxn>
                <a:cxn ang="0">
                  <a:pos x="133" y="107"/>
                </a:cxn>
                <a:cxn ang="0">
                  <a:pos x="139" y="97"/>
                </a:cxn>
                <a:cxn ang="0">
                  <a:pos x="146" y="87"/>
                </a:cxn>
                <a:cxn ang="0">
                  <a:pos x="154" y="76"/>
                </a:cxn>
                <a:cxn ang="0">
                  <a:pos x="162" y="67"/>
                </a:cxn>
                <a:cxn ang="0">
                  <a:pos x="177" y="52"/>
                </a:cxn>
                <a:cxn ang="0">
                  <a:pos x="195" y="40"/>
                </a:cxn>
                <a:cxn ang="0">
                  <a:pos x="213" y="28"/>
                </a:cxn>
                <a:cxn ang="0">
                  <a:pos x="232" y="20"/>
                </a:cxn>
                <a:cxn ang="0">
                  <a:pos x="252" y="12"/>
                </a:cxn>
                <a:cxn ang="0">
                  <a:pos x="272" y="7"/>
                </a:cxn>
                <a:cxn ang="0">
                  <a:pos x="294" y="3"/>
                </a:cxn>
                <a:cxn ang="0">
                  <a:pos x="315" y="0"/>
                </a:cxn>
                <a:cxn ang="0">
                  <a:pos x="315" y="0"/>
                </a:cxn>
                <a:cxn ang="0">
                  <a:pos x="315" y="0"/>
                </a:cxn>
                <a:cxn ang="0">
                  <a:pos x="315" y="0"/>
                </a:cxn>
                <a:cxn ang="0">
                  <a:pos x="315" y="0"/>
                </a:cxn>
                <a:cxn ang="0">
                  <a:pos x="315" y="0"/>
                </a:cxn>
              </a:cxnLst>
              <a:rect l="0" t="0" r="r" b="b"/>
              <a:pathLst>
                <a:path w="315" h="166">
                  <a:moveTo>
                    <a:pt x="315" y="0"/>
                  </a:moveTo>
                  <a:lnTo>
                    <a:pt x="296" y="1"/>
                  </a:lnTo>
                  <a:lnTo>
                    <a:pt x="279" y="3"/>
                  </a:lnTo>
                  <a:lnTo>
                    <a:pt x="263" y="6"/>
                  </a:lnTo>
                  <a:lnTo>
                    <a:pt x="245" y="11"/>
                  </a:lnTo>
                  <a:lnTo>
                    <a:pt x="229" y="16"/>
                  </a:lnTo>
                  <a:lnTo>
                    <a:pt x="213" y="23"/>
                  </a:lnTo>
                  <a:lnTo>
                    <a:pt x="198" y="31"/>
                  </a:lnTo>
                  <a:lnTo>
                    <a:pt x="182" y="41"/>
                  </a:lnTo>
                  <a:lnTo>
                    <a:pt x="161" y="58"/>
                  </a:lnTo>
                  <a:lnTo>
                    <a:pt x="143" y="79"/>
                  </a:lnTo>
                  <a:lnTo>
                    <a:pt x="123" y="103"/>
                  </a:lnTo>
                  <a:lnTo>
                    <a:pt x="103" y="125"/>
                  </a:lnTo>
                  <a:lnTo>
                    <a:pt x="82" y="142"/>
                  </a:lnTo>
                  <a:lnTo>
                    <a:pt x="58" y="152"/>
                  </a:lnTo>
                  <a:lnTo>
                    <a:pt x="32" y="151"/>
                  </a:lnTo>
                  <a:lnTo>
                    <a:pt x="4" y="137"/>
                  </a:lnTo>
                  <a:lnTo>
                    <a:pt x="2" y="137"/>
                  </a:lnTo>
                  <a:lnTo>
                    <a:pt x="0" y="137"/>
                  </a:lnTo>
                  <a:lnTo>
                    <a:pt x="0" y="139"/>
                  </a:lnTo>
                  <a:lnTo>
                    <a:pt x="0" y="140"/>
                  </a:lnTo>
                  <a:lnTo>
                    <a:pt x="12" y="149"/>
                  </a:lnTo>
                  <a:lnTo>
                    <a:pt x="24" y="157"/>
                  </a:lnTo>
                  <a:lnTo>
                    <a:pt x="37" y="163"/>
                  </a:lnTo>
                  <a:lnTo>
                    <a:pt x="51" y="166"/>
                  </a:lnTo>
                  <a:lnTo>
                    <a:pt x="65" y="166"/>
                  </a:lnTo>
                  <a:lnTo>
                    <a:pt x="77" y="164"/>
                  </a:lnTo>
                  <a:lnTo>
                    <a:pt x="90" y="158"/>
                  </a:lnTo>
                  <a:lnTo>
                    <a:pt x="103" y="148"/>
                  </a:lnTo>
                  <a:lnTo>
                    <a:pt x="111" y="139"/>
                  </a:lnTo>
                  <a:lnTo>
                    <a:pt x="119" y="128"/>
                  </a:lnTo>
                  <a:lnTo>
                    <a:pt x="126" y="118"/>
                  </a:lnTo>
                  <a:lnTo>
                    <a:pt x="133" y="107"/>
                  </a:lnTo>
                  <a:lnTo>
                    <a:pt x="139" y="97"/>
                  </a:lnTo>
                  <a:lnTo>
                    <a:pt x="146" y="87"/>
                  </a:lnTo>
                  <a:lnTo>
                    <a:pt x="154" y="76"/>
                  </a:lnTo>
                  <a:lnTo>
                    <a:pt x="162" y="67"/>
                  </a:lnTo>
                  <a:lnTo>
                    <a:pt x="177" y="52"/>
                  </a:lnTo>
                  <a:lnTo>
                    <a:pt x="195" y="40"/>
                  </a:lnTo>
                  <a:lnTo>
                    <a:pt x="213" y="28"/>
                  </a:lnTo>
                  <a:lnTo>
                    <a:pt x="232" y="20"/>
                  </a:lnTo>
                  <a:lnTo>
                    <a:pt x="252" y="12"/>
                  </a:lnTo>
                  <a:lnTo>
                    <a:pt x="272" y="7"/>
                  </a:lnTo>
                  <a:lnTo>
                    <a:pt x="294" y="3"/>
                  </a:lnTo>
                  <a:lnTo>
                    <a:pt x="315" y="0"/>
                  </a:lnTo>
                  <a:lnTo>
                    <a:pt x="315" y="0"/>
                  </a:lnTo>
                  <a:lnTo>
                    <a:pt x="315" y="0"/>
                  </a:lnTo>
                  <a:lnTo>
                    <a:pt x="315" y="0"/>
                  </a:lnTo>
                  <a:lnTo>
                    <a:pt x="315" y="0"/>
                  </a:lnTo>
                  <a:lnTo>
                    <a:pt x="31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03" name="Freeform 131"/>
            <p:cNvSpPr>
              <a:spLocks/>
            </p:cNvSpPr>
            <p:nvPr/>
          </p:nvSpPr>
          <p:spPr bwMode="auto">
            <a:xfrm>
              <a:off x="931" y="3320"/>
              <a:ext cx="58" cy="7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26"/>
                </a:cxn>
                <a:cxn ang="0">
                  <a:pos x="9" y="53"/>
                </a:cxn>
                <a:cxn ang="0">
                  <a:pos x="19" y="76"/>
                </a:cxn>
                <a:cxn ang="0">
                  <a:pos x="32" y="98"/>
                </a:cxn>
                <a:cxn ang="0">
                  <a:pos x="49" y="116"/>
                </a:cxn>
                <a:cxn ang="0">
                  <a:pos x="68" y="132"/>
                </a:cxn>
                <a:cxn ang="0">
                  <a:pos x="91" y="146"/>
                </a:cxn>
                <a:cxn ang="0">
                  <a:pos x="115" y="156"/>
                </a:cxn>
                <a:cxn ang="0">
                  <a:pos x="116" y="156"/>
                </a:cxn>
                <a:cxn ang="0">
                  <a:pos x="118" y="154"/>
                </a:cxn>
                <a:cxn ang="0">
                  <a:pos x="118" y="153"/>
                </a:cxn>
                <a:cxn ang="0">
                  <a:pos x="118" y="152"/>
                </a:cxn>
                <a:cxn ang="0">
                  <a:pos x="93" y="142"/>
                </a:cxn>
                <a:cxn ang="0">
                  <a:pos x="73" y="128"/>
                </a:cxn>
                <a:cxn ang="0">
                  <a:pos x="53" y="112"/>
                </a:cxn>
                <a:cxn ang="0">
                  <a:pos x="37" y="93"/>
                </a:cxn>
                <a:cxn ang="0">
                  <a:pos x="23" y="73"/>
                </a:cxn>
                <a:cxn ang="0">
                  <a:pos x="13" y="50"/>
                </a:cxn>
                <a:cxn ang="0">
                  <a:pos x="5" y="25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18" h="156">
                  <a:moveTo>
                    <a:pt x="0" y="0"/>
                  </a:moveTo>
                  <a:lnTo>
                    <a:pt x="2" y="26"/>
                  </a:lnTo>
                  <a:lnTo>
                    <a:pt x="9" y="53"/>
                  </a:lnTo>
                  <a:lnTo>
                    <a:pt x="19" y="76"/>
                  </a:lnTo>
                  <a:lnTo>
                    <a:pt x="32" y="98"/>
                  </a:lnTo>
                  <a:lnTo>
                    <a:pt x="49" y="116"/>
                  </a:lnTo>
                  <a:lnTo>
                    <a:pt x="68" y="132"/>
                  </a:lnTo>
                  <a:lnTo>
                    <a:pt x="91" y="146"/>
                  </a:lnTo>
                  <a:lnTo>
                    <a:pt x="115" y="156"/>
                  </a:lnTo>
                  <a:lnTo>
                    <a:pt x="116" y="156"/>
                  </a:lnTo>
                  <a:lnTo>
                    <a:pt x="118" y="154"/>
                  </a:lnTo>
                  <a:lnTo>
                    <a:pt x="118" y="153"/>
                  </a:lnTo>
                  <a:lnTo>
                    <a:pt x="118" y="152"/>
                  </a:lnTo>
                  <a:lnTo>
                    <a:pt x="93" y="142"/>
                  </a:lnTo>
                  <a:lnTo>
                    <a:pt x="73" y="128"/>
                  </a:lnTo>
                  <a:lnTo>
                    <a:pt x="53" y="112"/>
                  </a:lnTo>
                  <a:lnTo>
                    <a:pt x="37" y="93"/>
                  </a:lnTo>
                  <a:lnTo>
                    <a:pt x="23" y="73"/>
                  </a:lnTo>
                  <a:lnTo>
                    <a:pt x="13" y="50"/>
                  </a:lnTo>
                  <a:lnTo>
                    <a:pt x="5" y="25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04" name="Freeform 132"/>
            <p:cNvSpPr>
              <a:spLocks/>
            </p:cNvSpPr>
            <p:nvPr/>
          </p:nvSpPr>
          <p:spPr bwMode="auto">
            <a:xfrm>
              <a:off x="949" y="3384"/>
              <a:ext cx="70" cy="100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2" y="34"/>
                </a:cxn>
                <a:cxn ang="0">
                  <a:pos x="8" y="67"/>
                </a:cxn>
                <a:cxn ang="0">
                  <a:pos x="18" y="99"/>
                </a:cxn>
                <a:cxn ang="0">
                  <a:pos x="33" y="129"/>
                </a:cxn>
                <a:cxn ang="0">
                  <a:pos x="43" y="141"/>
                </a:cxn>
                <a:cxn ang="0">
                  <a:pos x="54" y="152"/>
                </a:cxn>
                <a:cxn ang="0">
                  <a:pos x="67" y="161"/>
                </a:cxn>
                <a:cxn ang="0">
                  <a:pos x="79" y="170"/>
                </a:cxn>
                <a:cxn ang="0">
                  <a:pos x="93" y="177"/>
                </a:cxn>
                <a:cxn ang="0">
                  <a:pos x="108" y="185"/>
                </a:cxn>
                <a:cxn ang="0">
                  <a:pos x="122" y="192"/>
                </a:cxn>
                <a:cxn ang="0">
                  <a:pos x="136" y="199"/>
                </a:cxn>
                <a:cxn ang="0">
                  <a:pos x="138" y="199"/>
                </a:cxn>
                <a:cxn ang="0">
                  <a:pos x="139" y="198"/>
                </a:cxn>
                <a:cxn ang="0">
                  <a:pos x="141" y="196"/>
                </a:cxn>
                <a:cxn ang="0">
                  <a:pos x="139" y="193"/>
                </a:cxn>
                <a:cxn ang="0">
                  <a:pos x="129" y="186"/>
                </a:cxn>
                <a:cxn ang="0">
                  <a:pos x="117" y="178"/>
                </a:cxn>
                <a:cxn ang="0">
                  <a:pos x="107" y="171"/>
                </a:cxn>
                <a:cxn ang="0">
                  <a:pos x="97" y="165"/>
                </a:cxn>
                <a:cxn ang="0">
                  <a:pos x="86" y="156"/>
                </a:cxn>
                <a:cxn ang="0">
                  <a:pos x="76" y="150"/>
                </a:cxn>
                <a:cxn ang="0">
                  <a:pos x="66" y="141"/>
                </a:cxn>
                <a:cxn ang="0">
                  <a:pos x="55" y="133"/>
                </a:cxn>
                <a:cxn ang="0">
                  <a:pos x="43" y="121"/>
                </a:cxn>
                <a:cxn ang="0">
                  <a:pos x="31" y="107"/>
                </a:cxn>
                <a:cxn ang="0">
                  <a:pos x="22" y="90"/>
                </a:cxn>
                <a:cxn ang="0">
                  <a:pos x="15" y="72"/>
                </a:cxn>
                <a:cxn ang="0">
                  <a:pos x="9" y="54"/>
                </a:cxn>
                <a:cxn ang="0">
                  <a:pos x="5" y="35"/>
                </a:cxn>
                <a:cxn ang="0">
                  <a:pos x="2" y="1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141" h="199">
                  <a:moveTo>
                    <a:pt x="0" y="1"/>
                  </a:moveTo>
                  <a:lnTo>
                    <a:pt x="2" y="34"/>
                  </a:lnTo>
                  <a:lnTo>
                    <a:pt x="8" y="67"/>
                  </a:lnTo>
                  <a:lnTo>
                    <a:pt x="18" y="99"/>
                  </a:lnTo>
                  <a:lnTo>
                    <a:pt x="33" y="129"/>
                  </a:lnTo>
                  <a:lnTo>
                    <a:pt x="43" y="141"/>
                  </a:lnTo>
                  <a:lnTo>
                    <a:pt x="54" y="152"/>
                  </a:lnTo>
                  <a:lnTo>
                    <a:pt x="67" y="161"/>
                  </a:lnTo>
                  <a:lnTo>
                    <a:pt x="79" y="170"/>
                  </a:lnTo>
                  <a:lnTo>
                    <a:pt x="93" y="177"/>
                  </a:lnTo>
                  <a:lnTo>
                    <a:pt x="108" y="185"/>
                  </a:lnTo>
                  <a:lnTo>
                    <a:pt x="122" y="192"/>
                  </a:lnTo>
                  <a:lnTo>
                    <a:pt x="136" y="199"/>
                  </a:lnTo>
                  <a:lnTo>
                    <a:pt x="138" y="199"/>
                  </a:lnTo>
                  <a:lnTo>
                    <a:pt x="139" y="198"/>
                  </a:lnTo>
                  <a:lnTo>
                    <a:pt x="141" y="196"/>
                  </a:lnTo>
                  <a:lnTo>
                    <a:pt x="139" y="193"/>
                  </a:lnTo>
                  <a:lnTo>
                    <a:pt x="129" y="186"/>
                  </a:lnTo>
                  <a:lnTo>
                    <a:pt x="117" y="178"/>
                  </a:lnTo>
                  <a:lnTo>
                    <a:pt x="107" y="171"/>
                  </a:lnTo>
                  <a:lnTo>
                    <a:pt x="97" y="165"/>
                  </a:lnTo>
                  <a:lnTo>
                    <a:pt x="86" y="156"/>
                  </a:lnTo>
                  <a:lnTo>
                    <a:pt x="76" y="150"/>
                  </a:lnTo>
                  <a:lnTo>
                    <a:pt x="66" y="141"/>
                  </a:lnTo>
                  <a:lnTo>
                    <a:pt x="55" y="133"/>
                  </a:lnTo>
                  <a:lnTo>
                    <a:pt x="43" y="121"/>
                  </a:lnTo>
                  <a:lnTo>
                    <a:pt x="31" y="107"/>
                  </a:lnTo>
                  <a:lnTo>
                    <a:pt x="22" y="90"/>
                  </a:lnTo>
                  <a:lnTo>
                    <a:pt x="15" y="72"/>
                  </a:lnTo>
                  <a:lnTo>
                    <a:pt x="9" y="54"/>
                  </a:lnTo>
                  <a:lnTo>
                    <a:pt x="5" y="35"/>
                  </a:lnTo>
                  <a:lnTo>
                    <a:pt x="2" y="17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05" name="Freeform 133"/>
            <p:cNvSpPr>
              <a:spLocks/>
            </p:cNvSpPr>
            <p:nvPr/>
          </p:nvSpPr>
          <p:spPr bwMode="auto">
            <a:xfrm>
              <a:off x="981" y="3461"/>
              <a:ext cx="126" cy="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19"/>
                </a:cxn>
                <a:cxn ang="0">
                  <a:pos x="14" y="35"/>
                </a:cxn>
                <a:cxn ang="0">
                  <a:pos x="25" y="50"/>
                </a:cxn>
                <a:cxn ang="0">
                  <a:pos x="36" y="62"/>
                </a:cxn>
                <a:cxn ang="0">
                  <a:pos x="49" y="75"/>
                </a:cxn>
                <a:cxn ang="0">
                  <a:pos x="64" y="85"/>
                </a:cxn>
                <a:cxn ang="0">
                  <a:pos x="79" y="95"/>
                </a:cxn>
                <a:cxn ang="0">
                  <a:pos x="96" y="104"/>
                </a:cxn>
                <a:cxn ang="0">
                  <a:pos x="117" y="111"/>
                </a:cxn>
                <a:cxn ang="0">
                  <a:pos x="136" y="113"/>
                </a:cxn>
                <a:cxn ang="0">
                  <a:pos x="156" y="112"/>
                </a:cxn>
                <a:cxn ang="0">
                  <a:pos x="175" y="107"/>
                </a:cxn>
                <a:cxn ang="0">
                  <a:pos x="194" y="99"/>
                </a:cxn>
                <a:cxn ang="0">
                  <a:pos x="211" y="90"/>
                </a:cxn>
                <a:cxn ang="0">
                  <a:pos x="230" y="81"/>
                </a:cxn>
                <a:cxn ang="0">
                  <a:pos x="247" y="70"/>
                </a:cxn>
                <a:cxn ang="0">
                  <a:pos x="250" y="67"/>
                </a:cxn>
                <a:cxn ang="0">
                  <a:pos x="253" y="62"/>
                </a:cxn>
                <a:cxn ang="0">
                  <a:pos x="253" y="58"/>
                </a:cxn>
                <a:cxn ang="0">
                  <a:pos x="249" y="55"/>
                </a:cxn>
                <a:cxn ang="0">
                  <a:pos x="243" y="55"/>
                </a:cxn>
                <a:cxn ang="0">
                  <a:pos x="239" y="55"/>
                </a:cxn>
                <a:cxn ang="0">
                  <a:pos x="233" y="55"/>
                </a:cxn>
                <a:cxn ang="0">
                  <a:pos x="228" y="57"/>
                </a:cxn>
                <a:cxn ang="0">
                  <a:pos x="224" y="57"/>
                </a:cxn>
                <a:cxn ang="0">
                  <a:pos x="219" y="58"/>
                </a:cxn>
                <a:cxn ang="0">
                  <a:pos x="213" y="59"/>
                </a:cxn>
                <a:cxn ang="0">
                  <a:pos x="209" y="60"/>
                </a:cxn>
                <a:cxn ang="0">
                  <a:pos x="200" y="62"/>
                </a:cxn>
                <a:cxn ang="0">
                  <a:pos x="189" y="65"/>
                </a:cxn>
                <a:cxn ang="0">
                  <a:pos x="180" y="66"/>
                </a:cxn>
                <a:cxn ang="0">
                  <a:pos x="171" y="67"/>
                </a:cxn>
                <a:cxn ang="0">
                  <a:pos x="162" y="67"/>
                </a:cxn>
                <a:cxn ang="0">
                  <a:pos x="152" y="67"/>
                </a:cxn>
                <a:cxn ang="0">
                  <a:pos x="143" y="67"/>
                </a:cxn>
                <a:cxn ang="0">
                  <a:pos x="133" y="67"/>
                </a:cxn>
                <a:cxn ang="0">
                  <a:pos x="114" y="66"/>
                </a:cxn>
                <a:cxn ang="0">
                  <a:pos x="95" y="62"/>
                </a:cxn>
                <a:cxn ang="0">
                  <a:pos x="75" y="58"/>
                </a:cxn>
                <a:cxn ang="0">
                  <a:pos x="56" y="51"/>
                </a:cxn>
                <a:cxn ang="0">
                  <a:pos x="38" y="43"/>
                </a:cxn>
                <a:cxn ang="0">
                  <a:pos x="23" y="31"/>
                </a:cxn>
                <a:cxn ang="0">
                  <a:pos x="11" y="17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53" h="113">
                  <a:moveTo>
                    <a:pt x="0" y="0"/>
                  </a:moveTo>
                  <a:lnTo>
                    <a:pt x="6" y="19"/>
                  </a:lnTo>
                  <a:lnTo>
                    <a:pt x="14" y="35"/>
                  </a:lnTo>
                  <a:lnTo>
                    <a:pt x="25" y="50"/>
                  </a:lnTo>
                  <a:lnTo>
                    <a:pt x="36" y="62"/>
                  </a:lnTo>
                  <a:lnTo>
                    <a:pt x="49" y="75"/>
                  </a:lnTo>
                  <a:lnTo>
                    <a:pt x="64" y="85"/>
                  </a:lnTo>
                  <a:lnTo>
                    <a:pt x="79" y="95"/>
                  </a:lnTo>
                  <a:lnTo>
                    <a:pt x="96" y="104"/>
                  </a:lnTo>
                  <a:lnTo>
                    <a:pt x="117" y="111"/>
                  </a:lnTo>
                  <a:lnTo>
                    <a:pt x="136" y="113"/>
                  </a:lnTo>
                  <a:lnTo>
                    <a:pt x="156" y="112"/>
                  </a:lnTo>
                  <a:lnTo>
                    <a:pt x="175" y="107"/>
                  </a:lnTo>
                  <a:lnTo>
                    <a:pt x="194" y="99"/>
                  </a:lnTo>
                  <a:lnTo>
                    <a:pt x="211" y="90"/>
                  </a:lnTo>
                  <a:lnTo>
                    <a:pt x="230" y="81"/>
                  </a:lnTo>
                  <a:lnTo>
                    <a:pt x="247" y="70"/>
                  </a:lnTo>
                  <a:lnTo>
                    <a:pt x="250" y="67"/>
                  </a:lnTo>
                  <a:lnTo>
                    <a:pt x="253" y="62"/>
                  </a:lnTo>
                  <a:lnTo>
                    <a:pt x="253" y="58"/>
                  </a:lnTo>
                  <a:lnTo>
                    <a:pt x="249" y="55"/>
                  </a:lnTo>
                  <a:lnTo>
                    <a:pt x="243" y="55"/>
                  </a:lnTo>
                  <a:lnTo>
                    <a:pt x="239" y="55"/>
                  </a:lnTo>
                  <a:lnTo>
                    <a:pt x="233" y="55"/>
                  </a:lnTo>
                  <a:lnTo>
                    <a:pt x="228" y="57"/>
                  </a:lnTo>
                  <a:lnTo>
                    <a:pt x="224" y="57"/>
                  </a:lnTo>
                  <a:lnTo>
                    <a:pt x="219" y="58"/>
                  </a:lnTo>
                  <a:lnTo>
                    <a:pt x="213" y="59"/>
                  </a:lnTo>
                  <a:lnTo>
                    <a:pt x="209" y="60"/>
                  </a:lnTo>
                  <a:lnTo>
                    <a:pt x="200" y="62"/>
                  </a:lnTo>
                  <a:lnTo>
                    <a:pt x="189" y="65"/>
                  </a:lnTo>
                  <a:lnTo>
                    <a:pt x="180" y="66"/>
                  </a:lnTo>
                  <a:lnTo>
                    <a:pt x="171" y="67"/>
                  </a:lnTo>
                  <a:lnTo>
                    <a:pt x="162" y="67"/>
                  </a:lnTo>
                  <a:lnTo>
                    <a:pt x="152" y="67"/>
                  </a:lnTo>
                  <a:lnTo>
                    <a:pt x="143" y="67"/>
                  </a:lnTo>
                  <a:lnTo>
                    <a:pt x="133" y="67"/>
                  </a:lnTo>
                  <a:lnTo>
                    <a:pt x="114" y="66"/>
                  </a:lnTo>
                  <a:lnTo>
                    <a:pt x="95" y="62"/>
                  </a:lnTo>
                  <a:lnTo>
                    <a:pt x="75" y="58"/>
                  </a:lnTo>
                  <a:lnTo>
                    <a:pt x="56" y="51"/>
                  </a:lnTo>
                  <a:lnTo>
                    <a:pt x="38" y="43"/>
                  </a:lnTo>
                  <a:lnTo>
                    <a:pt x="23" y="31"/>
                  </a:lnTo>
                  <a:lnTo>
                    <a:pt x="11" y="17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06" name="Freeform 134"/>
            <p:cNvSpPr>
              <a:spLocks/>
            </p:cNvSpPr>
            <p:nvPr/>
          </p:nvSpPr>
          <p:spPr bwMode="auto">
            <a:xfrm>
              <a:off x="1305" y="3379"/>
              <a:ext cx="110" cy="267"/>
            </a:xfrm>
            <a:custGeom>
              <a:avLst/>
              <a:gdLst/>
              <a:ahLst/>
              <a:cxnLst>
                <a:cxn ang="0">
                  <a:pos x="40" y="2"/>
                </a:cxn>
                <a:cxn ang="0">
                  <a:pos x="42" y="22"/>
                </a:cxn>
                <a:cxn ang="0">
                  <a:pos x="42" y="43"/>
                </a:cxn>
                <a:cxn ang="0">
                  <a:pos x="40" y="63"/>
                </a:cxn>
                <a:cxn ang="0">
                  <a:pos x="38" y="82"/>
                </a:cxn>
                <a:cxn ang="0">
                  <a:pos x="33" y="102"/>
                </a:cxn>
                <a:cxn ang="0">
                  <a:pos x="26" y="120"/>
                </a:cxn>
                <a:cxn ang="0">
                  <a:pos x="18" y="139"/>
                </a:cxn>
                <a:cxn ang="0">
                  <a:pos x="9" y="157"/>
                </a:cxn>
                <a:cxn ang="0">
                  <a:pos x="0" y="188"/>
                </a:cxn>
                <a:cxn ang="0">
                  <a:pos x="0" y="220"/>
                </a:cxn>
                <a:cxn ang="0">
                  <a:pos x="7" y="254"/>
                </a:cxn>
                <a:cxn ang="0">
                  <a:pos x="17" y="285"/>
                </a:cxn>
                <a:cxn ang="0">
                  <a:pos x="25" y="303"/>
                </a:cxn>
                <a:cxn ang="0">
                  <a:pos x="34" y="322"/>
                </a:cxn>
                <a:cxn ang="0">
                  <a:pos x="44" y="339"/>
                </a:cxn>
                <a:cxn ang="0">
                  <a:pos x="54" y="356"/>
                </a:cxn>
                <a:cxn ang="0">
                  <a:pos x="65" y="373"/>
                </a:cxn>
                <a:cxn ang="0">
                  <a:pos x="77" y="389"/>
                </a:cxn>
                <a:cxn ang="0">
                  <a:pos x="88" y="405"/>
                </a:cxn>
                <a:cxn ang="0">
                  <a:pos x="101" y="420"/>
                </a:cxn>
                <a:cxn ang="0">
                  <a:pos x="114" y="435"/>
                </a:cxn>
                <a:cxn ang="0">
                  <a:pos x="128" y="450"/>
                </a:cxn>
                <a:cxn ang="0">
                  <a:pos x="140" y="465"/>
                </a:cxn>
                <a:cxn ang="0">
                  <a:pos x="154" y="479"/>
                </a:cxn>
                <a:cxn ang="0">
                  <a:pos x="169" y="494"/>
                </a:cxn>
                <a:cxn ang="0">
                  <a:pos x="183" y="507"/>
                </a:cxn>
                <a:cxn ang="0">
                  <a:pos x="197" y="521"/>
                </a:cxn>
                <a:cxn ang="0">
                  <a:pos x="212" y="535"/>
                </a:cxn>
                <a:cxn ang="0">
                  <a:pos x="214" y="535"/>
                </a:cxn>
                <a:cxn ang="0">
                  <a:pos x="219" y="534"/>
                </a:cxn>
                <a:cxn ang="0">
                  <a:pos x="221" y="530"/>
                </a:cxn>
                <a:cxn ang="0">
                  <a:pos x="221" y="528"/>
                </a:cxn>
                <a:cxn ang="0">
                  <a:pos x="196" y="498"/>
                </a:cxn>
                <a:cxn ang="0">
                  <a:pos x="171" y="467"/>
                </a:cxn>
                <a:cxn ang="0">
                  <a:pos x="146" y="437"/>
                </a:cxn>
                <a:cxn ang="0">
                  <a:pos x="123" y="406"/>
                </a:cxn>
                <a:cxn ang="0">
                  <a:pos x="100" y="374"/>
                </a:cxn>
                <a:cxn ang="0">
                  <a:pos x="80" y="340"/>
                </a:cxn>
                <a:cxn ang="0">
                  <a:pos x="63" y="306"/>
                </a:cxn>
                <a:cxn ang="0">
                  <a:pos x="49" y="269"/>
                </a:cxn>
                <a:cxn ang="0">
                  <a:pos x="41" y="229"/>
                </a:cxn>
                <a:cxn ang="0">
                  <a:pos x="42" y="191"/>
                </a:cxn>
                <a:cxn ang="0">
                  <a:pos x="49" y="152"/>
                </a:cxn>
                <a:cxn ang="0">
                  <a:pos x="62" y="114"/>
                </a:cxn>
                <a:cxn ang="0">
                  <a:pos x="64" y="88"/>
                </a:cxn>
                <a:cxn ang="0">
                  <a:pos x="59" y="57"/>
                </a:cxn>
                <a:cxn ang="0">
                  <a:pos x="49" y="26"/>
                </a:cxn>
                <a:cxn ang="0">
                  <a:pos x="42" y="0"/>
                </a:cxn>
                <a:cxn ang="0">
                  <a:pos x="41" y="0"/>
                </a:cxn>
                <a:cxn ang="0">
                  <a:pos x="41" y="0"/>
                </a:cxn>
                <a:cxn ang="0">
                  <a:pos x="40" y="0"/>
                </a:cxn>
                <a:cxn ang="0">
                  <a:pos x="40" y="2"/>
                </a:cxn>
                <a:cxn ang="0">
                  <a:pos x="40" y="2"/>
                </a:cxn>
              </a:cxnLst>
              <a:rect l="0" t="0" r="r" b="b"/>
              <a:pathLst>
                <a:path w="221" h="535">
                  <a:moveTo>
                    <a:pt x="40" y="2"/>
                  </a:moveTo>
                  <a:lnTo>
                    <a:pt x="42" y="22"/>
                  </a:lnTo>
                  <a:lnTo>
                    <a:pt x="42" y="43"/>
                  </a:lnTo>
                  <a:lnTo>
                    <a:pt x="40" y="63"/>
                  </a:lnTo>
                  <a:lnTo>
                    <a:pt x="38" y="82"/>
                  </a:lnTo>
                  <a:lnTo>
                    <a:pt x="33" y="102"/>
                  </a:lnTo>
                  <a:lnTo>
                    <a:pt x="26" y="120"/>
                  </a:lnTo>
                  <a:lnTo>
                    <a:pt x="18" y="139"/>
                  </a:lnTo>
                  <a:lnTo>
                    <a:pt x="9" y="157"/>
                  </a:lnTo>
                  <a:lnTo>
                    <a:pt x="0" y="188"/>
                  </a:lnTo>
                  <a:lnTo>
                    <a:pt x="0" y="220"/>
                  </a:lnTo>
                  <a:lnTo>
                    <a:pt x="7" y="254"/>
                  </a:lnTo>
                  <a:lnTo>
                    <a:pt x="17" y="285"/>
                  </a:lnTo>
                  <a:lnTo>
                    <a:pt x="25" y="303"/>
                  </a:lnTo>
                  <a:lnTo>
                    <a:pt x="34" y="322"/>
                  </a:lnTo>
                  <a:lnTo>
                    <a:pt x="44" y="339"/>
                  </a:lnTo>
                  <a:lnTo>
                    <a:pt x="54" y="356"/>
                  </a:lnTo>
                  <a:lnTo>
                    <a:pt x="65" y="373"/>
                  </a:lnTo>
                  <a:lnTo>
                    <a:pt x="77" y="389"/>
                  </a:lnTo>
                  <a:lnTo>
                    <a:pt x="88" y="405"/>
                  </a:lnTo>
                  <a:lnTo>
                    <a:pt x="101" y="420"/>
                  </a:lnTo>
                  <a:lnTo>
                    <a:pt x="114" y="435"/>
                  </a:lnTo>
                  <a:lnTo>
                    <a:pt x="128" y="450"/>
                  </a:lnTo>
                  <a:lnTo>
                    <a:pt x="140" y="465"/>
                  </a:lnTo>
                  <a:lnTo>
                    <a:pt x="154" y="479"/>
                  </a:lnTo>
                  <a:lnTo>
                    <a:pt x="169" y="494"/>
                  </a:lnTo>
                  <a:lnTo>
                    <a:pt x="183" y="507"/>
                  </a:lnTo>
                  <a:lnTo>
                    <a:pt x="197" y="521"/>
                  </a:lnTo>
                  <a:lnTo>
                    <a:pt x="212" y="535"/>
                  </a:lnTo>
                  <a:lnTo>
                    <a:pt x="214" y="535"/>
                  </a:lnTo>
                  <a:lnTo>
                    <a:pt x="219" y="534"/>
                  </a:lnTo>
                  <a:lnTo>
                    <a:pt x="221" y="530"/>
                  </a:lnTo>
                  <a:lnTo>
                    <a:pt x="221" y="528"/>
                  </a:lnTo>
                  <a:lnTo>
                    <a:pt x="196" y="498"/>
                  </a:lnTo>
                  <a:lnTo>
                    <a:pt x="171" y="467"/>
                  </a:lnTo>
                  <a:lnTo>
                    <a:pt x="146" y="437"/>
                  </a:lnTo>
                  <a:lnTo>
                    <a:pt x="123" y="406"/>
                  </a:lnTo>
                  <a:lnTo>
                    <a:pt x="100" y="374"/>
                  </a:lnTo>
                  <a:lnTo>
                    <a:pt x="80" y="340"/>
                  </a:lnTo>
                  <a:lnTo>
                    <a:pt x="63" y="306"/>
                  </a:lnTo>
                  <a:lnTo>
                    <a:pt x="49" y="269"/>
                  </a:lnTo>
                  <a:lnTo>
                    <a:pt x="41" y="229"/>
                  </a:lnTo>
                  <a:lnTo>
                    <a:pt x="42" y="191"/>
                  </a:lnTo>
                  <a:lnTo>
                    <a:pt x="49" y="152"/>
                  </a:lnTo>
                  <a:lnTo>
                    <a:pt x="62" y="114"/>
                  </a:lnTo>
                  <a:lnTo>
                    <a:pt x="64" y="88"/>
                  </a:lnTo>
                  <a:lnTo>
                    <a:pt x="59" y="57"/>
                  </a:lnTo>
                  <a:lnTo>
                    <a:pt x="49" y="26"/>
                  </a:lnTo>
                  <a:lnTo>
                    <a:pt x="42" y="0"/>
                  </a:lnTo>
                  <a:lnTo>
                    <a:pt x="41" y="0"/>
                  </a:lnTo>
                  <a:lnTo>
                    <a:pt x="41" y="0"/>
                  </a:lnTo>
                  <a:lnTo>
                    <a:pt x="40" y="0"/>
                  </a:lnTo>
                  <a:lnTo>
                    <a:pt x="40" y="2"/>
                  </a:lnTo>
                  <a:lnTo>
                    <a:pt x="40" y="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07" name="Freeform 135"/>
            <p:cNvSpPr>
              <a:spLocks/>
            </p:cNvSpPr>
            <p:nvPr/>
          </p:nvSpPr>
          <p:spPr bwMode="auto">
            <a:xfrm>
              <a:off x="1460" y="3623"/>
              <a:ext cx="90" cy="60"/>
            </a:xfrm>
            <a:custGeom>
              <a:avLst/>
              <a:gdLst/>
              <a:ahLst/>
              <a:cxnLst>
                <a:cxn ang="0">
                  <a:pos x="1" y="26"/>
                </a:cxn>
                <a:cxn ang="0">
                  <a:pos x="18" y="18"/>
                </a:cxn>
                <a:cxn ang="0">
                  <a:pos x="34" y="13"/>
                </a:cxn>
                <a:cxn ang="0">
                  <a:pos x="52" y="10"/>
                </a:cxn>
                <a:cxn ang="0">
                  <a:pos x="68" y="9"/>
                </a:cxn>
                <a:cxn ang="0">
                  <a:pos x="83" y="12"/>
                </a:cxn>
                <a:cxn ang="0">
                  <a:pos x="99" y="17"/>
                </a:cxn>
                <a:cxn ang="0">
                  <a:pos x="114" y="26"/>
                </a:cxn>
                <a:cxn ang="0">
                  <a:pos x="128" y="40"/>
                </a:cxn>
                <a:cxn ang="0">
                  <a:pos x="135" y="50"/>
                </a:cxn>
                <a:cxn ang="0">
                  <a:pos x="141" y="59"/>
                </a:cxn>
                <a:cxn ang="0">
                  <a:pos x="147" y="68"/>
                </a:cxn>
                <a:cxn ang="0">
                  <a:pos x="153" y="77"/>
                </a:cxn>
                <a:cxn ang="0">
                  <a:pos x="158" y="88"/>
                </a:cxn>
                <a:cxn ang="0">
                  <a:pos x="162" y="98"/>
                </a:cxn>
                <a:cxn ang="0">
                  <a:pos x="167" y="108"/>
                </a:cxn>
                <a:cxn ang="0">
                  <a:pos x="171" y="119"/>
                </a:cxn>
                <a:cxn ang="0">
                  <a:pos x="174" y="120"/>
                </a:cxn>
                <a:cxn ang="0">
                  <a:pos x="176" y="119"/>
                </a:cxn>
                <a:cxn ang="0">
                  <a:pos x="178" y="118"/>
                </a:cxn>
                <a:cxn ang="0">
                  <a:pos x="179" y="115"/>
                </a:cxn>
                <a:cxn ang="0">
                  <a:pos x="175" y="100"/>
                </a:cxn>
                <a:cxn ang="0">
                  <a:pos x="169" y="85"/>
                </a:cxn>
                <a:cxn ang="0">
                  <a:pos x="163" y="70"/>
                </a:cxn>
                <a:cxn ang="0">
                  <a:pos x="156" y="56"/>
                </a:cxn>
                <a:cxn ang="0">
                  <a:pos x="148" y="44"/>
                </a:cxn>
                <a:cxn ang="0">
                  <a:pos x="139" y="32"/>
                </a:cxn>
                <a:cxn ang="0">
                  <a:pos x="128" y="21"/>
                </a:cxn>
                <a:cxn ang="0">
                  <a:pos x="115" y="12"/>
                </a:cxn>
                <a:cxn ang="0">
                  <a:pos x="101" y="5"/>
                </a:cxn>
                <a:cxn ang="0">
                  <a:pos x="86" y="1"/>
                </a:cxn>
                <a:cxn ang="0">
                  <a:pos x="71" y="0"/>
                </a:cxn>
                <a:cxn ang="0">
                  <a:pos x="56" y="2"/>
                </a:cxn>
                <a:cxn ang="0">
                  <a:pos x="41" y="6"/>
                </a:cxn>
                <a:cxn ang="0">
                  <a:pos x="26" y="12"/>
                </a:cxn>
                <a:cxn ang="0">
                  <a:pos x="12" y="18"/>
                </a:cxn>
                <a:cxn ang="0">
                  <a:pos x="0" y="26"/>
                </a:cxn>
                <a:cxn ang="0">
                  <a:pos x="0" y="26"/>
                </a:cxn>
                <a:cxn ang="0">
                  <a:pos x="0" y="26"/>
                </a:cxn>
                <a:cxn ang="0">
                  <a:pos x="0" y="26"/>
                </a:cxn>
                <a:cxn ang="0">
                  <a:pos x="1" y="26"/>
                </a:cxn>
                <a:cxn ang="0">
                  <a:pos x="1" y="26"/>
                </a:cxn>
              </a:cxnLst>
              <a:rect l="0" t="0" r="r" b="b"/>
              <a:pathLst>
                <a:path w="179" h="120">
                  <a:moveTo>
                    <a:pt x="1" y="26"/>
                  </a:moveTo>
                  <a:lnTo>
                    <a:pt x="18" y="18"/>
                  </a:lnTo>
                  <a:lnTo>
                    <a:pt x="34" y="13"/>
                  </a:lnTo>
                  <a:lnTo>
                    <a:pt x="52" y="10"/>
                  </a:lnTo>
                  <a:lnTo>
                    <a:pt x="68" y="9"/>
                  </a:lnTo>
                  <a:lnTo>
                    <a:pt x="83" y="12"/>
                  </a:lnTo>
                  <a:lnTo>
                    <a:pt x="99" y="17"/>
                  </a:lnTo>
                  <a:lnTo>
                    <a:pt x="114" y="26"/>
                  </a:lnTo>
                  <a:lnTo>
                    <a:pt x="128" y="40"/>
                  </a:lnTo>
                  <a:lnTo>
                    <a:pt x="135" y="50"/>
                  </a:lnTo>
                  <a:lnTo>
                    <a:pt x="141" y="59"/>
                  </a:lnTo>
                  <a:lnTo>
                    <a:pt x="147" y="68"/>
                  </a:lnTo>
                  <a:lnTo>
                    <a:pt x="153" y="77"/>
                  </a:lnTo>
                  <a:lnTo>
                    <a:pt x="158" y="88"/>
                  </a:lnTo>
                  <a:lnTo>
                    <a:pt x="162" y="98"/>
                  </a:lnTo>
                  <a:lnTo>
                    <a:pt x="167" y="108"/>
                  </a:lnTo>
                  <a:lnTo>
                    <a:pt x="171" y="119"/>
                  </a:lnTo>
                  <a:lnTo>
                    <a:pt x="174" y="120"/>
                  </a:lnTo>
                  <a:lnTo>
                    <a:pt x="176" y="119"/>
                  </a:lnTo>
                  <a:lnTo>
                    <a:pt x="178" y="118"/>
                  </a:lnTo>
                  <a:lnTo>
                    <a:pt x="179" y="115"/>
                  </a:lnTo>
                  <a:lnTo>
                    <a:pt x="175" y="100"/>
                  </a:lnTo>
                  <a:lnTo>
                    <a:pt x="169" y="85"/>
                  </a:lnTo>
                  <a:lnTo>
                    <a:pt x="163" y="70"/>
                  </a:lnTo>
                  <a:lnTo>
                    <a:pt x="156" y="56"/>
                  </a:lnTo>
                  <a:lnTo>
                    <a:pt x="148" y="44"/>
                  </a:lnTo>
                  <a:lnTo>
                    <a:pt x="139" y="32"/>
                  </a:lnTo>
                  <a:lnTo>
                    <a:pt x="128" y="21"/>
                  </a:lnTo>
                  <a:lnTo>
                    <a:pt x="115" y="12"/>
                  </a:lnTo>
                  <a:lnTo>
                    <a:pt x="101" y="5"/>
                  </a:lnTo>
                  <a:lnTo>
                    <a:pt x="86" y="1"/>
                  </a:lnTo>
                  <a:lnTo>
                    <a:pt x="71" y="0"/>
                  </a:lnTo>
                  <a:lnTo>
                    <a:pt x="56" y="2"/>
                  </a:lnTo>
                  <a:lnTo>
                    <a:pt x="41" y="6"/>
                  </a:lnTo>
                  <a:lnTo>
                    <a:pt x="26" y="12"/>
                  </a:lnTo>
                  <a:lnTo>
                    <a:pt x="12" y="18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1" y="26"/>
                  </a:lnTo>
                  <a:lnTo>
                    <a:pt x="1" y="2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08" name="Freeform 136"/>
            <p:cNvSpPr>
              <a:spLocks/>
            </p:cNvSpPr>
            <p:nvPr/>
          </p:nvSpPr>
          <p:spPr bwMode="auto">
            <a:xfrm>
              <a:off x="1490" y="3630"/>
              <a:ext cx="42" cy="68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23" y="7"/>
                </a:cxn>
                <a:cxn ang="0">
                  <a:pos x="41" y="17"/>
                </a:cxn>
                <a:cxn ang="0">
                  <a:pos x="55" y="31"/>
                </a:cxn>
                <a:cxn ang="0">
                  <a:pos x="66" y="50"/>
                </a:cxn>
                <a:cxn ang="0">
                  <a:pos x="73" y="69"/>
                </a:cxn>
                <a:cxn ang="0">
                  <a:pos x="77" y="91"/>
                </a:cxn>
                <a:cxn ang="0">
                  <a:pos x="78" y="113"/>
                </a:cxn>
                <a:cxn ang="0">
                  <a:pos x="77" y="135"/>
                </a:cxn>
                <a:cxn ang="0">
                  <a:pos x="78" y="136"/>
                </a:cxn>
                <a:cxn ang="0">
                  <a:pos x="79" y="136"/>
                </a:cxn>
                <a:cxn ang="0">
                  <a:pos x="80" y="135"/>
                </a:cxn>
                <a:cxn ang="0">
                  <a:pos x="81" y="132"/>
                </a:cxn>
                <a:cxn ang="0">
                  <a:pos x="85" y="109"/>
                </a:cxn>
                <a:cxn ang="0">
                  <a:pos x="84" y="88"/>
                </a:cxn>
                <a:cxn ang="0">
                  <a:pos x="80" y="66"/>
                </a:cxn>
                <a:cxn ang="0">
                  <a:pos x="72" y="45"/>
                </a:cxn>
                <a:cxn ang="0">
                  <a:pos x="61" y="28"/>
                </a:cxn>
                <a:cxn ang="0">
                  <a:pos x="44" y="14"/>
                </a:cxn>
                <a:cxn ang="0">
                  <a:pos x="24" y="3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85" h="136">
                  <a:moveTo>
                    <a:pt x="0" y="1"/>
                  </a:moveTo>
                  <a:lnTo>
                    <a:pt x="23" y="7"/>
                  </a:lnTo>
                  <a:lnTo>
                    <a:pt x="41" y="17"/>
                  </a:lnTo>
                  <a:lnTo>
                    <a:pt x="55" y="31"/>
                  </a:lnTo>
                  <a:lnTo>
                    <a:pt x="66" y="50"/>
                  </a:lnTo>
                  <a:lnTo>
                    <a:pt x="73" y="69"/>
                  </a:lnTo>
                  <a:lnTo>
                    <a:pt x="77" y="91"/>
                  </a:lnTo>
                  <a:lnTo>
                    <a:pt x="78" y="113"/>
                  </a:lnTo>
                  <a:lnTo>
                    <a:pt x="77" y="135"/>
                  </a:lnTo>
                  <a:lnTo>
                    <a:pt x="78" y="136"/>
                  </a:lnTo>
                  <a:lnTo>
                    <a:pt x="79" y="136"/>
                  </a:lnTo>
                  <a:lnTo>
                    <a:pt x="80" y="135"/>
                  </a:lnTo>
                  <a:lnTo>
                    <a:pt x="81" y="132"/>
                  </a:lnTo>
                  <a:lnTo>
                    <a:pt x="85" y="109"/>
                  </a:lnTo>
                  <a:lnTo>
                    <a:pt x="84" y="88"/>
                  </a:lnTo>
                  <a:lnTo>
                    <a:pt x="80" y="66"/>
                  </a:lnTo>
                  <a:lnTo>
                    <a:pt x="72" y="45"/>
                  </a:lnTo>
                  <a:lnTo>
                    <a:pt x="61" y="28"/>
                  </a:lnTo>
                  <a:lnTo>
                    <a:pt x="44" y="14"/>
                  </a:lnTo>
                  <a:lnTo>
                    <a:pt x="24" y="3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09" name="Freeform 137"/>
            <p:cNvSpPr>
              <a:spLocks/>
            </p:cNvSpPr>
            <p:nvPr/>
          </p:nvSpPr>
          <p:spPr bwMode="auto">
            <a:xfrm>
              <a:off x="1466" y="3636"/>
              <a:ext cx="39" cy="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" y="6"/>
                </a:cxn>
                <a:cxn ang="0">
                  <a:pos x="15" y="12"/>
                </a:cxn>
                <a:cxn ang="0">
                  <a:pos x="22" y="18"/>
                </a:cxn>
                <a:cxn ang="0">
                  <a:pos x="30" y="24"/>
                </a:cxn>
                <a:cxn ang="0">
                  <a:pos x="37" y="29"/>
                </a:cxn>
                <a:cxn ang="0">
                  <a:pos x="44" y="36"/>
                </a:cxn>
                <a:cxn ang="0">
                  <a:pos x="51" y="43"/>
                </a:cxn>
                <a:cxn ang="0">
                  <a:pos x="57" y="50"/>
                </a:cxn>
                <a:cxn ang="0">
                  <a:pos x="67" y="71"/>
                </a:cxn>
                <a:cxn ang="0">
                  <a:pos x="72" y="93"/>
                </a:cxn>
                <a:cxn ang="0">
                  <a:pos x="72" y="116"/>
                </a:cxn>
                <a:cxn ang="0">
                  <a:pos x="67" y="139"/>
                </a:cxn>
                <a:cxn ang="0">
                  <a:pos x="67" y="140"/>
                </a:cxn>
                <a:cxn ang="0">
                  <a:pos x="68" y="140"/>
                </a:cxn>
                <a:cxn ang="0">
                  <a:pos x="69" y="139"/>
                </a:cxn>
                <a:cxn ang="0">
                  <a:pos x="71" y="138"/>
                </a:cxn>
                <a:cxn ang="0">
                  <a:pos x="75" y="120"/>
                </a:cxn>
                <a:cxn ang="0">
                  <a:pos x="79" y="102"/>
                </a:cxn>
                <a:cxn ang="0">
                  <a:pos x="79" y="85"/>
                </a:cxn>
                <a:cxn ang="0">
                  <a:pos x="73" y="67"/>
                </a:cxn>
                <a:cxn ang="0">
                  <a:pos x="66" y="56"/>
                </a:cxn>
                <a:cxn ang="0">
                  <a:pos x="59" y="47"/>
                </a:cxn>
                <a:cxn ang="0">
                  <a:pos x="51" y="37"/>
                </a:cxn>
                <a:cxn ang="0">
                  <a:pos x="42" y="29"/>
                </a:cxn>
                <a:cxn ang="0">
                  <a:pos x="31" y="21"/>
                </a:cxn>
                <a:cxn ang="0">
                  <a:pos x="21" y="14"/>
                </a:cxn>
                <a:cxn ang="0">
                  <a:pos x="11" y="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79" h="140">
                  <a:moveTo>
                    <a:pt x="0" y="0"/>
                  </a:moveTo>
                  <a:lnTo>
                    <a:pt x="7" y="6"/>
                  </a:lnTo>
                  <a:lnTo>
                    <a:pt x="15" y="12"/>
                  </a:lnTo>
                  <a:lnTo>
                    <a:pt x="22" y="18"/>
                  </a:lnTo>
                  <a:lnTo>
                    <a:pt x="30" y="24"/>
                  </a:lnTo>
                  <a:lnTo>
                    <a:pt x="37" y="29"/>
                  </a:lnTo>
                  <a:lnTo>
                    <a:pt x="44" y="36"/>
                  </a:lnTo>
                  <a:lnTo>
                    <a:pt x="51" y="43"/>
                  </a:lnTo>
                  <a:lnTo>
                    <a:pt x="57" y="50"/>
                  </a:lnTo>
                  <a:lnTo>
                    <a:pt x="67" y="71"/>
                  </a:lnTo>
                  <a:lnTo>
                    <a:pt x="72" y="93"/>
                  </a:lnTo>
                  <a:lnTo>
                    <a:pt x="72" y="116"/>
                  </a:lnTo>
                  <a:lnTo>
                    <a:pt x="67" y="139"/>
                  </a:lnTo>
                  <a:lnTo>
                    <a:pt x="67" y="140"/>
                  </a:lnTo>
                  <a:lnTo>
                    <a:pt x="68" y="140"/>
                  </a:lnTo>
                  <a:lnTo>
                    <a:pt x="69" y="139"/>
                  </a:lnTo>
                  <a:lnTo>
                    <a:pt x="71" y="138"/>
                  </a:lnTo>
                  <a:lnTo>
                    <a:pt x="75" y="120"/>
                  </a:lnTo>
                  <a:lnTo>
                    <a:pt x="79" y="102"/>
                  </a:lnTo>
                  <a:lnTo>
                    <a:pt x="79" y="85"/>
                  </a:lnTo>
                  <a:lnTo>
                    <a:pt x="73" y="67"/>
                  </a:lnTo>
                  <a:lnTo>
                    <a:pt x="66" y="56"/>
                  </a:lnTo>
                  <a:lnTo>
                    <a:pt x="59" y="47"/>
                  </a:lnTo>
                  <a:lnTo>
                    <a:pt x="51" y="37"/>
                  </a:lnTo>
                  <a:lnTo>
                    <a:pt x="42" y="29"/>
                  </a:lnTo>
                  <a:lnTo>
                    <a:pt x="31" y="21"/>
                  </a:lnTo>
                  <a:lnTo>
                    <a:pt x="21" y="14"/>
                  </a:lnTo>
                  <a:lnTo>
                    <a:pt x="11" y="7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10" name="Freeform 138"/>
            <p:cNvSpPr>
              <a:spLocks/>
            </p:cNvSpPr>
            <p:nvPr/>
          </p:nvSpPr>
          <p:spPr bwMode="auto">
            <a:xfrm>
              <a:off x="1429" y="3665"/>
              <a:ext cx="65" cy="38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6" y="23"/>
                </a:cxn>
                <a:cxn ang="0">
                  <a:pos x="15" y="42"/>
                </a:cxn>
                <a:cxn ang="0">
                  <a:pos x="29" y="57"/>
                </a:cxn>
                <a:cxn ang="0">
                  <a:pos x="45" y="67"/>
                </a:cxn>
                <a:cxn ang="0">
                  <a:pos x="64" y="73"/>
                </a:cxn>
                <a:cxn ang="0">
                  <a:pos x="85" y="75"/>
                </a:cxn>
                <a:cxn ang="0">
                  <a:pos x="106" y="74"/>
                </a:cxn>
                <a:cxn ang="0">
                  <a:pos x="128" y="68"/>
                </a:cxn>
                <a:cxn ang="0">
                  <a:pos x="131" y="66"/>
                </a:cxn>
                <a:cxn ang="0">
                  <a:pos x="132" y="63"/>
                </a:cxn>
                <a:cxn ang="0">
                  <a:pos x="132" y="61"/>
                </a:cxn>
                <a:cxn ang="0">
                  <a:pos x="129" y="60"/>
                </a:cxn>
                <a:cxn ang="0">
                  <a:pos x="118" y="61"/>
                </a:cxn>
                <a:cxn ang="0">
                  <a:pos x="108" y="62"/>
                </a:cxn>
                <a:cxn ang="0">
                  <a:pos x="96" y="62"/>
                </a:cxn>
                <a:cxn ang="0">
                  <a:pos x="86" y="62"/>
                </a:cxn>
                <a:cxn ang="0">
                  <a:pos x="75" y="62"/>
                </a:cxn>
                <a:cxn ang="0">
                  <a:pos x="65" y="60"/>
                </a:cxn>
                <a:cxn ang="0">
                  <a:pos x="55" y="59"/>
                </a:cxn>
                <a:cxn ang="0">
                  <a:pos x="43" y="55"/>
                </a:cxn>
                <a:cxn ang="0">
                  <a:pos x="34" y="52"/>
                </a:cxn>
                <a:cxn ang="0">
                  <a:pos x="26" y="47"/>
                </a:cxn>
                <a:cxn ang="0">
                  <a:pos x="20" y="42"/>
                </a:cxn>
                <a:cxn ang="0">
                  <a:pos x="14" y="35"/>
                </a:cxn>
                <a:cxn ang="0">
                  <a:pos x="10" y="27"/>
                </a:cxn>
                <a:cxn ang="0">
                  <a:pos x="6" y="19"/>
                </a:cxn>
                <a:cxn ang="0">
                  <a:pos x="4" y="9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132" h="75">
                  <a:moveTo>
                    <a:pt x="0" y="1"/>
                  </a:moveTo>
                  <a:lnTo>
                    <a:pt x="6" y="23"/>
                  </a:lnTo>
                  <a:lnTo>
                    <a:pt x="15" y="42"/>
                  </a:lnTo>
                  <a:lnTo>
                    <a:pt x="29" y="57"/>
                  </a:lnTo>
                  <a:lnTo>
                    <a:pt x="45" y="67"/>
                  </a:lnTo>
                  <a:lnTo>
                    <a:pt x="64" y="73"/>
                  </a:lnTo>
                  <a:lnTo>
                    <a:pt x="85" y="75"/>
                  </a:lnTo>
                  <a:lnTo>
                    <a:pt x="106" y="74"/>
                  </a:lnTo>
                  <a:lnTo>
                    <a:pt x="128" y="68"/>
                  </a:lnTo>
                  <a:lnTo>
                    <a:pt x="131" y="66"/>
                  </a:lnTo>
                  <a:lnTo>
                    <a:pt x="132" y="63"/>
                  </a:lnTo>
                  <a:lnTo>
                    <a:pt x="132" y="61"/>
                  </a:lnTo>
                  <a:lnTo>
                    <a:pt x="129" y="60"/>
                  </a:lnTo>
                  <a:lnTo>
                    <a:pt x="118" y="61"/>
                  </a:lnTo>
                  <a:lnTo>
                    <a:pt x="108" y="62"/>
                  </a:lnTo>
                  <a:lnTo>
                    <a:pt x="96" y="62"/>
                  </a:lnTo>
                  <a:lnTo>
                    <a:pt x="86" y="62"/>
                  </a:lnTo>
                  <a:lnTo>
                    <a:pt x="75" y="62"/>
                  </a:lnTo>
                  <a:lnTo>
                    <a:pt x="65" y="60"/>
                  </a:lnTo>
                  <a:lnTo>
                    <a:pt x="55" y="59"/>
                  </a:lnTo>
                  <a:lnTo>
                    <a:pt x="43" y="55"/>
                  </a:lnTo>
                  <a:lnTo>
                    <a:pt x="34" y="52"/>
                  </a:lnTo>
                  <a:lnTo>
                    <a:pt x="26" y="47"/>
                  </a:lnTo>
                  <a:lnTo>
                    <a:pt x="20" y="42"/>
                  </a:lnTo>
                  <a:lnTo>
                    <a:pt x="14" y="35"/>
                  </a:lnTo>
                  <a:lnTo>
                    <a:pt x="10" y="27"/>
                  </a:lnTo>
                  <a:lnTo>
                    <a:pt x="6" y="19"/>
                  </a:lnTo>
                  <a:lnTo>
                    <a:pt x="4" y="9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11" name="Freeform 139"/>
            <p:cNvSpPr>
              <a:spLocks/>
            </p:cNvSpPr>
            <p:nvPr/>
          </p:nvSpPr>
          <p:spPr bwMode="auto">
            <a:xfrm>
              <a:off x="1495" y="3686"/>
              <a:ext cx="41" cy="23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4" y="10"/>
                </a:cxn>
                <a:cxn ang="0">
                  <a:pos x="9" y="19"/>
                </a:cxn>
                <a:cxn ang="0">
                  <a:pos x="16" y="27"/>
                </a:cxn>
                <a:cxn ang="0">
                  <a:pos x="25" y="33"/>
                </a:cxn>
                <a:cxn ang="0">
                  <a:pos x="30" y="35"/>
                </a:cxn>
                <a:cxn ang="0">
                  <a:pos x="36" y="37"/>
                </a:cxn>
                <a:cxn ang="0">
                  <a:pos x="41" y="39"/>
                </a:cxn>
                <a:cxn ang="0">
                  <a:pos x="47" y="40"/>
                </a:cxn>
                <a:cxn ang="0">
                  <a:pos x="54" y="42"/>
                </a:cxn>
                <a:cxn ang="0">
                  <a:pos x="60" y="44"/>
                </a:cxn>
                <a:cxn ang="0">
                  <a:pos x="66" y="45"/>
                </a:cxn>
                <a:cxn ang="0">
                  <a:pos x="71" y="46"/>
                </a:cxn>
                <a:cxn ang="0">
                  <a:pos x="75" y="45"/>
                </a:cxn>
                <a:cxn ang="0">
                  <a:pos x="78" y="41"/>
                </a:cxn>
                <a:cxn ang="0">
                  <a:pos x="82" y="37"/>
                </a:cxn>
                <a:cxn ang="0">
                  <a:pos x="82" y="32"/>
                </a:cxn>
                <a:cxn ang="0">
                  <a:pos x="79" y="26"/>
                </a:cxn>
                <a:cxn ang="0">
                  <a:pos x="76" y="23"/>
                </a:cxn>
                <a:cxn ang="0">
                  <a:pos x="72" y="19"/>
                </a:cxn>
                <a:cxn ang="0">
                  <a:pos x="68" y="17"/>
                </a:cxn>
                <a:cxn ang="0">
                  <a:pos x="63" y="16"/>
                </a:cxn>
                <a:cxn ang="0">
                  <a:pos x="59" y="15"/>
                </a:cxn>
                <a:cxn ang="0">
                  <a:pos x="53" y="15"/>
                </a:cxn>
                <a:cxn ang="0">
                  <a:pos x="47" y="16"/>
                </a:cxn>
                <a:cxn ang="0">
                  <a:pos x="40" y="17"/>
                </a:cxn>
                <a:cxn ang="0">
                  <a:pos x="34" y="18"/>
                </a:cxn>
                <a:cxn ang="0">
                  <a:pos x="29" y="18"/>
                </a:cxn>
                <a:cxn ang="0">
                  <a:pos x="22" y="18"/>
                </a:cxn>
                <a:cxn ang="0">
                  <a:pos x="16" y="15"/>
                </a:cxn>
                <a:cxn ang="0">
                  <a:pos x="10" y="10"/>
                </a:cxn>
                <a:cxn ang="0">
                  <a:pos x="6" y="4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82" h="46">
                  <a:moveTo>
                    <a:pt x="0" y="1"/>
                  </a:moveTo>
                  <a:lnTo>
                    <a:pt x="4" y="10"/>
                  </a:lnTo>
                  <a:lnTo>
                    <a:pt x="9" y="19"/>
                  </a:lnTo>
                  <a:lnTo>
                    <a:pt x="16" y="27"/>
                  </a:lnTo>
                  <a:lnTo>
                    <a:pt x="25" y="33"/>
                  </a:lnTo>
                  <a:lnTo>
                    <a:pt x="30" y="35"/>
                  </a:lnTo>
                  <a:lnTo>
                    <a:pt x="36" y="37"/>
                  </a:lnTo>
                  <a:lnTo>
                    <a:pt x="41" y="39"/>
                  </a:lnTo>
                  <a:lnTo>
                    <a:pt x="47" y="40"/>
                  </a:lnTo>
                  <a:lnTo>
                    <a:pt x="54" y="42"/>
                  </a:lnTo>
                  <a:lnTo>
                    <a:pt x="60" y="44"/>
                  </a:lnTo>
                  <a:lnTo>
                    <a:pt x="66" y="45"/>
                  </a:lnTo>
                  <a:lnTo>
                    <a:pt x="71" y="46"/>
                  </a:lnTo>
                  <a:lnTo>
                    <a:pt x="75" y="45"/>
                  </a:lnTo>
                  <a:lnTo>
                    <a:pt x="78" y="41"/>
                  </a:lnTo>
                  <a:lnTo>
                    <a:pt x="82" y="37"/>
                  </a:lnTo>
                  <a:lnTo>
                    <a:pt x="82" y="32"/>
                  </a:lnTo>
                  <a:lnTo>
                    <a:pt x="79" y="26"/>
                  </a:lnTo>
                  <a:lnTo>
                    <a:pt x="76" y="23"/>
                  </a:lnTo>
                  <a:lnTo>
                    <a:pt x="72" y="19"/>
                  </a:lnTo>
                  <a:lnTo>
                    <a:pt x="68" y="17"/>
                  </a:lnTo>
                  <a:lnTo>
                    <a:pt x="63" y="16"/>
                  </a:lnTo>
                  <a:lnTo>
                    <a:pt x="59" y="15"/>
                  </a:lnTo>
                  <a:lnTo>
                    <a:pt x="53" y="15"/>
                  </a:lnTo>
                  <a:lnTo>
                    <a:pt x="47" y="16"/>
                  </a:lnTo>
                  <a:lnTo>
                    <a:pt x="40" y="17"/>
                  </a:lnTo>
                  <a:lnTo>
                    <a:pt x="34" y="18"/>
                  </a:lnTo>
                  <a:lnTo>
                    <a:pt x="29" y="18"/>
                  </a:lnTo>
                  <a:lnTo>
                    <a:pt x="22" y="18"/>
                  </a:lnTo>
                  <a:lnTo>
                    <a:pt x="16" y="15"/>
                  </a:lnTo>
                  <a:lnTo>
                    <a:pt x="10" y="10"/>
                  </a:lnTo>
                  <a:lnTo>
                    <a:pt x="6" y="4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12" name="Freeform 140"/>
            <p:cNvSpPr>
              <a:spLocks/>
            </p:cNvSpPr>
            <p:nvPr/>
          </p:nvSpPr>
          <p:spPr bwMode="auto">
            <a:xfrm>
              <a:off x="1524" y="3685"/>
              <a:ext cx="23" cy="9"/>
            </a:xfrm>
            <a:custGeom>
              <a:avLst/>
              <a:gdLst/>
              <a:ahLst/>
              <a:cxnLst>
                <a:cxn ang="0">
                  <a:pos x="0" y="19"/>
                </a:cxn>
                <a:cxn ang="0">
                  <a:pos x="5" y="18"/>
                </a:cxn>
                <a:cxn ang="0">
                  <a:pos x="10" y="17"/>
                </a:cxn>
                <a:cxn ang="0">
                  <a:pos x="16" y="14"/>
                </a:cxn>
                <a:cxn ang="0">
                  <a:pos x="21" y="13"/>
                </a:cxn>
                <a:cxn ang="0">
                  <a:pos x="26" y="11"/>
                </a:cxn>
                <a:cxn ang="0">
                  <a:pos x="32" y="10"/>
                </a:cxn>
                <a:cxn ang="0">
                  <a:pos x="36" y="7"/>
                </a:cxn>
                <a:cxn ang="0">
                  <a:pos x="42" y="5"/>
                </a:cxn>
                <a:cxn ang="0">
                  <a:pos x="43" y="4"/>
                </a:cxn>
                <a:cxn ang="0">
                  <a:pos x="45" y="3"/>
                </a:cxn>
                <a:cxn ang="0">
                  <a:pos x="43" y="2"/>
                </a:cxn>
                <a:cxn ang="0">
                  <a:pos x="42" y="0"/>
                </a:cxn>
                <a:cxn ang="0">
                  <a:pos x="36" y="3"/>
                </a:cxn>
                <a:cxn ang="0">
                  <a:pos x="32" y="4"/>
                </a:cxn>
                <a:cxn ang="0">
                  <a:pos x="26" y="6"/>
                </a:cxn>
                <a:cxn ang="0">
                  <a:pos x="21" y="9"/>
                </a:cxn>
                <a:cxn ang="0">
                  <a:pos x="16" y="11"/>
                </a:cxn>
                <a:cxn ang="0">
                  <a:pos x="10" y="14"/>
                </a:cxn>
                <a:cxn ang="0">
                  <a:pos x="5" y="17"/>
                </a:cxn>
                <a:cxn ang="0">
                  <a:pos x="0" y="19"/>
                </a:cxn>
                <a:cxn ang="0">
                  <a:pos x="0" y="19"/>
                </a:cxn>
                <a:cxn ang="0">
                  <a:pos x="0" y="19"/>
                </a:cxn>
                <a:cxn ang="0">
                  <a:pos x="0" y="19"/>
                </a:cxn>
                <a:cxn ang="0">
                  <a:pos x="0" y="19"/>
                </a:cxn>
                <a:cxn ang="0">
                  <a:pos x="0" y="19"/>
                </a:cxn>
              </a:cxnLst>
              <a:rect l="0" t="0" r="r" b="b"/>
              <a:pathLst>
                <a:path w="45" h="19">
                  <a:moveTo>
                    <a:pt x="0" y="19"/>
                  </a:moveTo>
                  <a:lnTo>
                    <a:pt x="5" y="18"/>
                  </a:lnTo>
                  <a:lnTo>
                    <a:pt x="10" y="17"/>
                  </a:lnTo>
                  <a:lnTo>
                    <a:pt x="16" y="14"/>
                  </a:lnTo>
                  <a:lnTo>
                    <a:pt x="21" y="13"/>
                  </a:lnTo>
                  <a:lnTo>
                    <a:pt x="26" y="11"/>
                  </a:lnTo>
                  <a:lnTo>
                    <a:pt x="32" y="10"/>
                  </a:lnTo>
                  <a:lnTo>
                    <a:pt x="36" y="7"/>
                  </a:lnTo>
                  <a:lnTo>
                    <a:pt x="42" y="5"/>
                  </a:lnTo>
                  <a:lnTo>
                    <a:pt x="43" y="4"/>
                  </a:lnTo>
                  <a:lnTo>
                    <a:pt x="45" y="3"/>
                  </a:lnTo>
                  <a:lnTo>
                    <a:pt x="43" y="2"/>
                  </a:lnTo>
                  <a:lnTo>
                    <a:pt x="42" y="0"/>
                  </a:lnTo>
                  <a:lnTo>
                    <a:pt x="36" y="3"/>
                  </a:lnTo>
                  <a:lnTo>
                    <a:pt x="32" y="4"/>
                  </a:lnTo>
                  <a:lnTo>
                    <a:pt x="26" y="6"/>
                  </a:lnTo>
                  <a:lnTo>
                    <a:pt x="21" y="9"/>
                  </a:lnTo>
                  <a:lnTo>
                    <a:pt x="16" y="11"/>
                  </a:lnTo>
                  <a:lnTo>
                    <a:pt x="10" y="14"/>
                  </a:lnTo>
                  <a:lnTo>
                    <a:pt x="5" y="17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13" name="Freeform 141"/>
            <p:cNvSpPr>
              <a:spLocks/>
            </p:cNvSpPr>
            <p:nvPr/>
          </p:nvSpPr>
          <p:spPr bwMode="auto">
            <a:xfrm>
              <a:off x="1667" y="3611"/>
              <a:ext cx="40" cy="53"/>
            </a:xfrm>
            <a:custGeom>
              <a:avLst/>
              <a:gdLst/>
              <a:ahLst/>
              <a:cxnLst>
                <a:cxn ang="0">
                  <a:pos x="1" y="18"/>
                </a:cxn>
                <a:cxn ang="0">
                  <a:pos x="9" y="14"/>
                </a:cxn>
                <a:cxn ang="0">
                  <a:pos x="16" y="9"/>
                </a:cxn>
                <a:cxn ang="0">
                  <a:pos x="24" y="7"/>
                </a:cxn>
                <a:cxn ang="0">
                  <a:pos x="32" y="5"/>
                </a:cxn>
                <a:cxn ang="0">
                  <a:pos x="40" y="5"/>
                </a:cxn>
                <a:cxn ang="0">
                  <a:pos x="47" y="7"/>
                </a:cxn>
                <a:cxn ang="0">
                  <a:pos x="53" y="13"/>
                </a:cxn>
                <a:cxn ang="0">
                  <a:pos x="59" y="21"/>
                </a:cxn>
                <a:cxn ang="0">
                  <a:pos x="67" y="40"/>
                </a:cxn>
                <a:cxn ang="0">
                  <a:pos x="73" y="61"/>
                </a:cxn>
                <a:cxn ang="0">
                  <a:pos x="76" y="82"/>
                </a:cxn>
                <a:cxn ang="0">
                  <a:pos x="78" y="104"/>
                </a:cxn>
                <a:cxn ang="0">
                  <a:pos x="78" y="105"/>
                </a:cxn>
                <a:cxn ang="0">
                  <a:pos x="81" y="104"/>
                </a:cxn>
                <a:cxn ang="0">
                  <a:pos x="82" y="103"/>
                </a:cxn>
                <a:cxn ang="0">
                  <a:pos x="82" y="101"/>
                </a:cxn>
                <a:cxn ang="0">
                  <a:pos x="82" y="78"/>
                </a:cxn>
                <a:cxn ang="0">
                  <a:pos x="81" y="53"/>
                </a:cxn>
                <a:cxn ang="0">
                  <a:pos x="74" y="29"/>
                </a:cxn>
                <a:cxn ang="0">
                  <a:pos x="61" y="9"/>
                </a:cxn>
                <a:cxn ang="0">
                  <a:pos x="54" y="3"/>
                </a:cxn>
                <a:cxn ang="0">
                  <a:pos x="46" y="0"/>
                </a:cxn>
                <a:cxn ang="0">
                  <a:pos x="38" y="0"/>
                </a:cxn>
                <a:cxn ang="0">
                  <a:pos x="31" y="1"/>
                </a:cxn>
                <a:cxn ang="0">
                  <a:pos x="23" y="3"/>
                </a:cxn>
                <a:cxn ang="0">
                  <a:pos x="15" y="8"/>
                </a:cxn>
                <a:cxn ang="0">
                  <a:pos x="8" y="13"/>
                </a:cxn>
                <a:cxn ang="0">
                  <a:pos x="1" y="17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0" y="18"/>
                </a:cxn>
                <a:cxn ang="0">
                  <a:pos x="1" y="18"/>
                </a:cxn>
                <a:cxn ang="0">
                  <a:pos x="1" y="18"/>
                </a:cxn>
              </a:cxnLst>
              <a:rect l="0" t="0" r="r" b="b"/>
              <a:pathLst>
                <a:path w="82" h="105">
                  <a:moveTo>
                    <a:pt x="1" y="18"/>
                  </a:moveTo>
                  <a:lnTo>
                    <a:pt x="9" y="14"/>
                  </a:lnTo>
                  <a:lnTo>
                    <a:pt x="16" y="9"/>
                  </a:lnTo>
                  <a:lnTo>
                    <a:pt x="24" y="7"/>
                  </a:lnTo>
                  <a:lnTo>
                    <a:pt x="32" y="5"/>
                  </a:lnTo>
                  <a:lnTo>
                    <a:pt x="40" y="5"/>
                  </a:lnTo>
                  <a:lnTo>
                    <a:pt x="47" y="7"/>
                  </a:lnTo>
                  <a:lnTo>
                    <a:pt x="53" y="13"/>
                  </a:lnTo>
                  <a:lnTo>
                    <a:pt x="59" y="21"/>
                  </a:lnTo>
                  <a:lnTo>
                    <a:pt x="67" y="40"/>
                  </a:lnTo>
                  <a:lnTo>
                    <a:pt x="73" y="61"/>
                  </a:lnTo>
                  <a:lnTo>
                    <a:pt x="76" y="82"/>
                  </a:lnTo>
                  <a:lnTo>
                    <a:pt x="78" y="104"/>
                  </a:lnTo>
                  <a:lnTo>
                    <a:pt x="78" y="105"/>
                  </a:lnTo>
                  <a:lnTo>
                    <a:pt x="81" y="104"/>
                  </a:lnTo>
                  <a:lnTo>
                    <a:pt x="82" y="103"/>
                  </a:lnTo>
                  <a:lnTo>
                    <a:pt x="82" y="101"/>
                  </a:lnTo>
                  <a:lnTo>
                    <a:pt x="82" y="78"/>
                  </a:lnTo>
                  <a:lnTo>
                    <a:pt x="81" y="53"/>
                  </a:lnTo>
                  <a:lnTo>
                    <a:pt x="74" y="29"/>
                  </a:lnTo>
                  <a:lnTo>
                    <a:pt x="61" y="9"/>
                  </a:lnTo>
                  <a:lnTo>
                    <a:pt x="54" y="3"/>
                  </a:lnTo>
                  <a:lnTo>
                    <a:pt x="46" y="0"/>
                  </a:lnTo>
                  <a:lnTo>
                    <a:pt x="38" y="0"/>
                  </a:lnTo>
                  <a:lnTo>
                    <a:pt x="31" y="1"/>
                  </a:lnTo>
                  <a:lnTo>
                    <a:pt x="23" y="3"/>
                  </a:lnTo>
                  <a:lnTo>
                    <a:pt x="15" y="8"/>
                  </a:lnTo>
                  <a:lnTo>
                    <a:pt x="8" y="13"/>
                  </a:lnTo>
                  <a:lnTo>
                    <a:pt x="1" y="17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0" y="18"/>
                  </a:lnTo>
                  <a:lnTo>
                    <a:pt x="1" y="18"/>
                  </a:lnTo>
                  <a:lnTo>
                    <a:pt x="1" y="1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14" name="Freeform 142"/>
            <p:cNvSpPr>
              <a:spLocks/>
            </p:cNvSpPr>
            <p:nvPr/>
          </p:nvSpPr>
          <p:spPr bwMode="auto">
            <a:xfrm>
              <a:off x="1651" y="3641"/>
              <a:ext cx="50" cy="3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9"/>
                </a:cxn>
                <a:cxn ang="0">
                  <a:pos x="5" y="17"/>
                </a:cxn>
                <a:cxn ang="0">
                  <a:pos x="9" y="25"/>
                </a:cxn>
                <a:cxn ang="0">
                  <a:pos x="14" y="31"/>
                </a:cxn>
                <a:cxn ang="0">
                  <a:pos x="18" y="37"/>
                </a:cxn>
                <a:cxn ang="0">
                  <a:pos x="25" y="43"/>
                </a:cxn>
                <a:cxn ang="0">
                  <a:pos x="32" y="48"/>
                </a:cxn>
                <a:cxn ang="0">
                  <a:pos x="39" y="54"/>
                </a:cxn>
                <a:cxn ang="0">
                  <a:pos x="46" y="59"/>
                </a:cxn>
                <a:cxn ang="0">
                  <a:pos x="54" y="62"/>
                </a:cxn>
                <a:cxn ang="0">
                  <a:pos x="61" y="64"/>
                </a:cxn>
                <a:cxn ang="0">
                  <a:pos x="68" y="66"/>
                </a:cxn>
                <a:cxn ang="0">
                  <a:pos x="75" y="66"/>
                </a:cxn>
                <a:cxn ang="0">
                  <a:pos x="82" y="63"/>
                </a:cxn>
                <a:cxn ang="0">
                  <a:pos x="90" y="60"/>
                </a:cxn>
                <a:cxn ang="0">
                  <a:pos x="97" y="55"/>
                </a:cxn>
                <a:cxn ang="0">
                  <a:pos x="99" y="53"/>
                </a:cxn>
                <a:cxn ang="0">
                  <a:pos x="100" y="51"/>
                </a:cxn>
                <a:cxn ang="0">
                  <a:pos x="99" y="49"/>
                </a:cxn>
                <a:cxn ang="0">
                  <a:pos x="96" y="49"/>
                </a:cxn>
                <a:cxn ang="0">
                  <a:pos x="81" y="52"/>
                </a:cxn>
                <a:cxn ang="0">
                  <a:pos x="66" y="52"/>
                </a:cxn>
                <a:cxn ang="0">
                  <a:pos x="51" y="49"/>
                </a:cxn>
                <a:cxn ang="0">
                  <a:pos x="37" y="45"/>
                </a:cxn>
                <a:cxn ang="0">
                  <a:pos x="24" y="37"/>
                </a:cxn>
                <a:cxn ang="0">
                  <a:pos x="14" y="28"/>
                </a:cxn>
                <a:cxn ang="0">
                  <a:pos x="6" y="15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00" h="66">
                  <a:moveTo>
                    <a:pt x="0" y="0"/>
                  </a:moveTo>
                  <a:lnTo>
                    <a:pt x="2" y="9"/>
                  </a:lnTo>
                  <a:lnTo>
                    <a:pt x="5" y="17"/>
                  </a:lnTo>
                  <a:lnTo>
                    <a:pt x="9" y="25"/>
                  </a:lnTo>
                  <a:lnTo>
                    <a:pt x="14" y="31"/>
                  </a:lnTo>
                  <a:lnTo>
                    <a:pt x="18" y="37"/>
                  </a:lnTo>
                  <a:lnTo>
                    <a:pt x="25" y="43"/>
                  </a:lnTo>
                  <a:lnTo>
                    <a:pt x="32" y="48"/>
                  </a:lnTo>
                  <a:lnTo>
                    <a:pt x="39" y="54"/>
                  </a:lnTo>
                  <a:lnTo>
                    <a:pt x="46" y="59"/>
                  </a:lnTo>
                  <a:lnTo>
                    <a:pt x="54" y="62"/>
                  </a:lnTo>
                  <a:lnTo>
                    <a:pt x="61" y="64"/>
                  </a:lnTo>
                  <a:lnTo>
                    <a:pt x="68" y="66"/>
                  </a:lnTo>
                  <a:lnTo>
                    <a:pt x="75" y="66"/>
                  </a:lnTo>
                  <a:lnTo>
                    <a:pt x="82" y="63"/>
                  </a:lnTo>
                  <a:lnTo>
                    <a:pt x="90" y="60"/>
                  </a:lnTo>
                  <a:lnTo>
                    <a:pt x="97" y="55"/>
                  </a:lnTo>
                  <a:lnTo>
                    <a:pt x="99" y="53"/>
                  </a:lnTo>
                  <a:lnTo>
                    <a:pt x="100" y="51"/>
                  </a:lnTo>
                  <a:lnTo>
                    <a:pt x="99" y="49"/>
                  </a:lnTo>
                  <a:lnTo>
                    <a:pt x="96" y="49"/>
                  </a:lnTo>
                  <a:lnTo>
                    <a:pt x="81" y="52"/>
                  </a:lnTo>
                  <a:lnTo>
                    <a:pt x="66" y="52"/>
                  </a:lnTo>
                  <a:lnTo>
                    <a:pt x="51" y="49"/>
                  </a:lnTo>
                  <a:lnTo>
                    <a:pt x="37" y="45"/>
                  </a:lnTo>
                  <a:lnTo>
                    <a:pt x="24" y="37"/>
                  </a:lnTo>
                  <a:lnTo>
                    <a:pt x="14" y="28"/>
                  </a:lnTo>
                  <a:lnTo>
                    <a:pt x="6" y="15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15" name="Freeform 143"/>
            <p:cNvSpPr>
              <a:spLocks/>
            </p:cNvSpPr>
            <p:nvPr/>
          </p:nvSpPr>
          <p:spPr bwMode="auto">
            <a:xfrm>
              <a:off x="1688" y="3606"/>
              <a:ext cx="41" cy="56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10" y="4"/>
                </a:cxn>
                <a:cxn ang="0">
                  <a:pos x="20" y="3"/>
                </a:cxn>
                <a:cxn ang="0">
                  <a:pos x="31" y="4"/>
                </a:cxn>
                <a:cxn ang="0">
                  <a:pos x="41" y="6"/>
                </a:cxn>
                <a:cxn ang="0">
                  <a:pos x="49" y="11"/>
                </a:cxn>
                <a:cxn ang="0">
                  <a:pos x="57" y="18"/>
                </a:cxn>
                <a:cxn ang="0">
                  <a:pos x="64" y="26"/>
                </a:cxn>
                <a:cxn ang="0">
                  <a:pos x="69" y="36"/>
                </a:cxn>
                <a:cxn ang="0">
                  <a:pos x="71" y="54"/>
                </a:cxn>
                <a:cxn ang="0">
                  <a:pos x="68" y="72"/>
                </a:cxn>
                <a:cxn ang="0">
                  <a:pos x="61" y="91"/>
                </a:cxn>
                <a:cxn ang="0">
                  <a:pos x="55" y="108"/>
                </a:cxn>
                <a:cxn ang="0">
                  <a:pos x="55" y="110"/>
                </a:cxn>
                <a:cxn ang="0">
                  <a:pos x="57" y="110"/>
                </a:cxn>
                <a:cxn ang="0">
                  <a:pos x="61" y="109"/>
                </a:cxn>
                <a:cxn ang="0">
                  <a:pos x="62" y="107"/>
                </a:cxn>
                <a:cxn ang="0">
                  <a:pos x="71" y="87"/>
                </a:cxn>
                <a:cxn ang="0">
                  <a:pos x="79" y="65"/>
                </a:cxn>
                <a:cxn ang="0">
                  <a:pos x="83" y="42"/>
                </a:cxn>
                <a:cxn ang="0">
                  <a:pos x="76" y="23"/>
                </a:cxn>
                <a:cxn ang="0">
                  <a:pos x="69" y="15"/>
                </a:cxn>
                <a:cxn ang="0">
                  <a:pos x="61" y="8"/>
                </a:cxn>
                <a:cxn ang="0">
                  <a:pos x="52" y="3"/>
                </a:cxn>
                <a:cxn ang="0">
                  <a:pos x="41" y="1"/>
                </a:cxn>
                <a:cxn ang="0">
                  <a:pos x="31" y="0"/>
                </a:cxn>
                <a:cxn ang="0">
                  <a:pos x="20" y="0"/>
                </a:cxn>
                <a:cxn ang="0">
                  <a:pos x="10" y="2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0" y="6"/>
                </a:cxn>
              </a:cxnLst>
              <a:rect l="0" t="0" r="r" b="b"/>
              <a:pathLst>
                <a:path w="83" h="110">
                  <a:moveTo>
                    <a:pt x="0" y="6"/>
                  </a:moveTo>
                  <a:lnTo>
                    <a:pt x="10" y="4"/>
                  </a:lnTo>
                  <a:lnTo>
                    <a:pt x="20" y="3"/>
                  </a:lnTo>
                  <a:lnTo>
                    <a:pt x="31" y="4"/>
                  </a:lnTo>
                  <a:lnTo>
                    <a:pt x="41" y="6"/>
                  </a:lnTo>
                  <a:lnTo>
                    <a:pt x="49" y="11"/>
                  </a:lnTo>
                  <a:lnTo>
                    <a:pt x="57" y="18"/>
                  </a:lnTo>
                  <a:lnTo>
                    <a:pt x="64" y="26"/>
                  </a:lnTo>
                  <a:lnTo>
                    <a:pt x="69" y="36"/>
                  </a:lnTo>
                  <a:lnTo>
                    <a:pt x="71" y="54"/>
                  </a:lnTo>
                  <a:lnTo>
                    <a:pt x="68" y="72"/>
                  </a:lnTo>
                  <a:lnTo>
                    <a:pt x="61" y="91"/>
                  </a:lnTo>
                  <a:lnTo>
                    <a:pt x="55" y="108"/>
                  </a:lnTo>
                  <a:lnTo>
                    <a:pt x="55" y="110"/>
                  </a:lnTo>
                  <a:lnTo>
                    <a:pt x="57" y="110"/>
                  </a:lnTo>
                  <a:lnTo>
                    <a:pt x="61" y="109"/>
                  </a:lnTo>
                  <a:lnTo>
                    <a:pt x="62" y="107"/>
                  </a:lnTo>
                  <a:lnTo>
                    <a:pt x="71" y="87"/>
                  </a:lnTo>
                  <a:lnTo>
                    <a:pt x="79" y="65"/>
                  </a:lnTo>
                  <a:lnTo>
                    <a:pt x="83" y="42"/>
                  </a:lnTo>
                  <a:lnTo>
                    <a:pt x="76" y="23"/>
                  </a:lnTo>
                  <a:lnTo>
                    <a:pt x="69" y="15"/>
                  </a:lnTo>
                  <a:lnTo>
                    <a:pt x="61" y="8"/>
                  </a:lnTo>
                  <a:lnTo>
                    <a:pt x="52" y="3"/>
                  </a:lnTo>
                  <a:lnTo>
                    <a:pt x="41" y="1"/>
                  </a:lnTo>
                  <a:lnTo>
                    <a:pt x="31" y="0"/>
                  </a:lnTo>
                  <a:lnTo>
                    <a:pt x="20" y="0"/>
                  </a:lnTo>
                  <a:lnTo>
                    <a:pt x="10" y="2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16" name="Freeform 144"/>
            <p:cNvSpPr>
              <a:spLocks/>
            </p:cNvSpPr>
            <p:nvPr/>
          </p:nvSpPr>
          <p:spPr bwMode="auto">
            <a:xfrm>
              <a:off x="1365" y="3180"/>
              <a:ext cx="112" cy="4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08" y="0"/>
                </a:cxn>
                <a:cxn ang="0">
                  <a:pos x="193" y="0"/>
                </a:cxn>
                <a:cxn ang="0">
                  <a:pos x="179" y="1"/>
                </a:cxn>
                <a:cxn ang="0">
                  <a:pos x="164" y="2"/>
                </a:cxn>
                <a:cxn ang="0">
                  <a:pos x="150" y="5"/>
                </a:cxn>
                <a:cxn ang="0">
                  <a:pos x="137" y="8"/>
                </a:cxn>
                <a:cxn ang="0">
                  <a:pos x="123" y="13"/>
                </a:cxn>
                <a:cxn ang="0">
                  <a:pos x="109" y="18"/>
                </a:cxn>
                <a:cxn ang="0">
                  <a:pos x="94" y="25"/>
                </a:cxn>
                <a:cxn ang="0">
                  <a:pos x="80" y="35"/>
                </a:cxn>
                <a:cxn ang="0">
                  <a:pos x="66" y="44"/>
                </a:cxn>
                <a:cxn ang="0">
                  <a:pos x="53" y="53"/>
                </a:cxn>
                <a:cxn ang="0">
                  <a:pos x="39" y="63"/>
                </a:cxn>
                <a:cxn ang="0">
                  <a:pos x="25" y="73"/>
                </a:cxn>
                <a:cxn ang="0">
                  <a:pos x="12" y="83"/>
                </a:cxn>
                <a:cxn ang="0">
                  <a:pos x="0" y="93"/>
                </a:cxn>
                <a:cxn ang="0">
                  <a:pos x="0" y="94"/>
                </a:cxn>
                <a:cxn ang="0">
                  <a:pos x="0" y="94"/>
                </a:cxn>
                <a:cxn ang="0">
                  <a:pos x="0" y="96"/>
                </a:cxn>
                <a:cxn ang="0">
                  <a:pos x="1" y="96"/>
                </a:cxn>
                <a:cxn ang="0">
                  <a:pos x="15" y="84"/>
                </a:cxn>
                <a:cxn ang="0">
                  <a:pos x="28" y="74"/>
                </a:cxn>
                <a:cxn ang="0">
                  <a:pos x="42" y="63"/>
                </a:cxn>
                <a:cxn ang="0">
                  <a:pos x="57" y="53"/>
                </a:cxn>
                <a:cxn ang="0">
                  <a:pos x="71" y="44"/>
                </a:cxn>
                <a:cxn ang="0">
                  <a:pos x="87" y="35"/>
                </a:cxn>
                <a:cxn ang="0">
                  <a:pos x="102" y="26"/>
                </a:cxn>
                <a:cxn ang="0">
                  <a:pos x="118" y="18"/>
                </a:cxn>
                <a:cxn ang="0">
                  <a:pos x="130" y="14"/>
                </a:cxn>
                <a:cxn ang="0">
                  <a:pos x="142" y="10"/>
                </a:cxn>
                <a:cxn ang="0">
                  <a:pos x="155" y="8"/>
                </a:cxn>
                <a:cxn ang="0">
                  <a:pos x="168" y="7"/>
                </a:cxn>
                <a:cxn ang="0">
                  <a:pos x="180" y="6"/>
                </a:cxn>
                <a:cxn ang="0">
                  <a:pos x="194" y="5"/>
                </a:cxn>
                <a:cxn ang="0">
                  <a:pos x="208" y="2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23" h="96">
                  <a:moveTo>
                    <a:pt x="223" y="0"/>
                  </a:moveTo>
                  <a:lnTo>
                    <a:pt x="208" y="0"/>
                  </a:lnTo>
                  <a:lnTo>
                    <a:pt x="193" y="0"/>
                  </a:lnTo>
                  <a:lnTo>
                    <a:pt x="179" y="1"/>
                  </a:lnTo>
                  <a:lnTo>
                    <a:pt x="164" y="2"/>
                  </a:lnTo>
                  <a:lnTo>
                    <a:pt x="150" y="5"/>
                  </a:lnTo>
                  <a:lnTo>
                    <a:pt x="137" y="8"/>
                  </a:lnTo>
                  <a:lnTo>
                    <a:pt x="123" y="13"/>
                  </a:lnTo>
                  <a:lnTo>
                    <a:pt x="109" y="18"/>
                  </a:lnTo>
                  <a:lnTo>
                    <a:pt x="94" y="25"/>
                  </a:lnTo>
                  <a:lnTo>
                    <a:pt x="80" y="35"/>
                  </a:lnTo>
                  <a:lnTo>
                    <a:pt x="66" y="44"/>
                  </a:lnTo>
                  <a:lnTo>
                    <a:pt x="53" y="53"/>
                  </a:lnTo>
                  <a:lnTo>
                    <a:pt x="39" y="63"/>
                  </a:lnTo>
                  <a:lnTo>
                    <a:pt x="25" y="73"/>
                  </a:lnTo>
                  <a:lnTo>
                    <a:pt x="12" y="83"/>
                  </a:lnTo>
                  <a:lnTo>
                    <a:pt x="0" y="93"/>
                  </a:lnTo>
                  <a:lnTo>
                    <a:pt x="0" y="94"/>
                  </a:lnTo>
                  <a:lnTo>
                    <a:pt x="0" y="94"/>
                  </a:lnTo>
                  <a:lnTo>
                    <a:pt x="0" y="96"/>
                  </a:lnTo>
                  <a:lnTo>
                    <a:pt x="1" y="96"/>
                  </a:lnTo>
                  <a:lnTo>
                    <a:pt x="15" y="84"/>
                  </a:lnTo>
                  <a:lnTo>
                    <a:pt x="28" y="74"/>
                  </a:lnTo>
                  <a:lnTo>
                    <a:pt x="42" y="63"/>
                  </a:lnTo>
                  <a:lnTo>
                    <a:pt x="57" y="53"/>
                  </a:lnTo>
                  <a:lnTo>
                    <a:pt x="71" y="44"/>
                  </a:lnTo>
                  <a:lnTo>
                    <a:pt x="87" y="35"/>
                  </a:lnTo>
                  <a:lnTo>
                    <a:pt x="102" y="26"/>
                  </a:lnTo>
                  <a:lnTo>
                    <a:pt x="118" y="18"/>
                  </a:lnTo>
                  <a:lnTo>
                    <a:pt x="130" y="14"/>
                  </a:lnTo>
                  <a:lnTo>
                    <a:pt x="142" y="10"/>
                  </a:lnTo>
                  <a:lnTo>
                    <a:pt x="155" y="8"/>
                  </a:lnTo>
                  <a:lnTo>
                    <a:pt x="168" y="7"/>
                  </a:lnTo>
                  <a:lnTo>
                    <a:pt x="180" y="6"/>
                  </a:lnTo>
                  <a:lnTo>
                    <a:pt x="194" y="5"/>
                  </a:lnTo>
                  <a:lnTo>
                    <a:pt x="208" y="2"/>
                  </a:lnTo>
                  <a:lnTo>
                    <a:pt x="223" y="0"/>
                  </a:lnTo>
                  <a:lnTo>
                    <a:pt x="223" y="0"/>
                  </a:lnTo>
                  <a:lnTo>
                    <a:pt x="223" y="0"/>
                  </a:lnTo>
                  <a:lnTo>
                    <a:pt x="223" y="0"/>
                  </a:lnTo>
                  <a:lnTo>
                    <a:pt x="223" y="0"/>
                  </a:lnTo>
                  <a:lnTo>
                    <a:pt x="22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17" name="Freeform 145"/>
            <p:cNvSpPr>
              <a:spLocks/>
            </p:cNvSpPr>
            <p:nvPr/>
          </p:nvSpPr>
          <p:spPr bwMode="auto">
            <a:xfrm>
              <a:off x="1334" y="3207"/>
              <a:ext cx="108" cy="134"/>
            </a:xfrm>
            <a:custGeom>
              <a:avLst/>
              <a:gdLst/>
              <a:ahLst/>
              <a:cxnLst>
                <a:cxn ang="0">
                  <a:pos x="217" y="0"/>
                </a:cxn>
                <a:cxn ang="0">
                  <a:pos x="203" y="2"/>
                </a:cxn>
                <a:cxn ang="0">
                  <a:pos x="190" y="5"/>
                </a:cxn>
                <a:cxn ang="0">
                  <a:pos x="178" y="9"/>
                </a:cxn>
                <a:cxn ang="0">
                  <a:pos x="166" y="13"/>
                </a:cxn>
                <a:cxn ang="0">
                  <a:pos x="155" y="17"/>
                </a:cxn>
                <a:cxn ang="0">
                  <a:pos x="143" y="23"/>
                </a:cxn>
                <a:cxn ang="0">
                  <a:pos x="132" y="29"/>
                </a:cxn>
                <a:cxn ang="0">
                  <a:pos x="120" y="35"/>
                </a:cxn>
                <a:cxn ang="0">
                  <a:pos x="111" y="40"/>
                </a:cxn>
                <a:cxn ang="0">
                  <a:pos x="103" y="47"/>
                </a:cxn>
                <a:cxn ang="0">
                  <a:pos x="95" y="54"/>
                </a:cxn>
                <a:cxn ang="0">
                  <a:pos x="87" y="63"/>
                </a:cxn>
                <a:cxn ang="0">
                  <a:pos x="79" y="73"/>
                </a:cxn>
                <a:cxn ang="0">
                  <a:pos x="71" y="81"/>
                </a:cxn>
                <a:cxn ang="0">
                  <a:pos x="64" y="90"/>
                </a:cxn>
                <a:cxn ang="0">
                  <a:pos x="57" y="98"/>
                </a:cxn>
                <a:cxn ang="0">
                  <a:pos x="42" y="116"/>
                </a:cxn>
                <a:cxn ang="0">
                  <a:pos x="29" y="135"/>
                </a:cxn>
                <a:cxn ang="0">
                  <a:pos x="19" y="156"/>
                </a:cxn>
                <a:cxn ang="0">
                  <a:pos x="11" y="176"/>
                </a:cxn>
                <a:cxn ang="0">
                  <a:pos x="5" y="197"/>
                </a:cxn>
                <a:cxn ang="0">
                  <a:pos x="0" y="220"/>
                </a:cxn>
                <a:cxn ang="0">
                  <a:pos x="0" y="243"/>
                </a:cxn>
                <a:cxn ang="0">
                  <a:pos x="2" y="266"/>
                </a:cxn>
                <a:cxn ang="0">
                  <a:pos x="3" y="268"/>
                </a:cxn>
                <a:cxn ang="0">
                  <a:pos x="5" y="267"/>
                </a:cxn>
                <a:cxn ang="0">
                  <a:pos x="7" y="265"/>
                </a:cxn>
                <a:cxn ang="0">
                  <a:pos x="8" y="262"/>
                </a:cxn>
                <a:cxn ang="0">
                  <a:pos x="8" y="233"/>
                </a:cxn>
                <a:cxn ang="0">
                  <a:pos x="12" y="206"/>
                </a:cxn>
                <a:cxn ang="0">
                  <a:pos x="19" y="181"/>
                </a:cxn>
                <a:cxn ang="0">
                  <a:pos x="29" y="158"/>
                </a:cxn>
                <a:cxn ang="0">
                  <a:pos x="42" y="135"/>
                </a:cxn>
                <a:cxn ang="0">
                  <a:pos x="56" y="113"/>
                </a:cxn>
                <a:cxn ang="0">
                  <a:pos x="73" y="91"/>
                </a:cxn>
                <a:cxn ang="0">
                  <a:pos x="90" y="69"/>
                </a:cxn>
                <a:cxn ang="0">
                  <a:pos x="104" y="55"/>
                </a:cxn>
                <a:cxn ang="0">
                  <a:pos x="118" y="44"/>
                </a:cxn>
                <a:cxn ang="0">
                  <a:pos x="133" y="33"/>
                </a:cxn>
                <a:cxn ang="0">
                  <a:pos x="149" y="25"/>
                </a:cxn>
                <a:cxn ang="0">
                  <a:pos x="165" y="18"/>
                </a:cxn>
                <a:cxn ang="0">
                  <a:pos x="182" y="13"/>
                </a:cxn>
                <a:cxn ang="0">
                  <a:pos x="200" y="6"/>
                </a:cxn>
                <a:cxn ang="0">
                  <a:pos x="217" y="0"/>
                </a:cxn>
                <a:cxn ang="0">
                  <a:pos x="217" y="0"/>
                </a:cxn>
                <a:cxn ang="0">
                  <a:pos x="217" y="0"/>
                </a:cxn>
                <a:cxn ang="0">
                  <a:pos x="217" y="0"/>
                </a:cxn>
                <a:cxn ang="0">
                  <a:pos x="217" y="0"/>
                </a:cxn>
                <a:cxn ang="0">
                  <a:pos x="217" y="0"/>
                </a:cxn>
              </a:cxnLst>
              <a:rect l="0" t="0" r="r" b="b"/>
              <a:pathLst>
                <a:path w="217" h="268">
                  <a:moveTo>
                    <a:pt x="217" y="0"/>
                  </a:moveTo>
                  <a:lnTo>
                    <a:pt x="203" y="2"/>
                  </a:lnTo>
                  <a:lnTo>
                    <a:pt x="190" y="5"/>
                  </a:lnTo>
                  <a:lnTo>
                    <a:pt x="178" y="9"/>
                  </a:lnTo>
                  <a:lnTo>
                    <a:pt x="166" y="13"/>
                  </a:lnTo>
                  <a:lnTo>
                    <a:pt x="155" y="17"/>
                  </a:lnTo>
                  <a:lnTo>
                    <a:pt x="143" y="23"/>
                  </a:lnTo>
                  <a:lnTo>
                    <a:pt x="132" y="29"/>
                  </a:lnTo>
                  <a:lnTo>
                    <a:pt x="120" y="35"/>
                  </a:lnTo>
                  <a:lnTo>
                    <a:pt x="111" y="40"/>
                  </a:lnTo>
                  <a:lnTo>
                    <a:pt x="103" y="47"/>
                  </a:lnTo>
                  <a:lnTo>
                    <a:pt x="95" y="54"/>
                  </a:lnTo>
                  <a:lnTo>
                    <a:pt x="87" y="63"/>
                  </a:lnTo>
                  <a:lnTo>
                    <a:pt x="79" y="73"/>
                  </a:lnTo>
                  <a:lnTo>
                    <a:pt x="71" y="81"/>
                  </a:lnTo>
                  <a:lnTo>
                    <a:pt x="64" y="90"/>
                  </a:lnTo>
                  <a:lnTo>
                    <a:pt x="57" y="98"/>
                  </a:lnTo>
                  <a:lnTo>
                    <a:pt x="42" y="116"/>
                  </a:lnTo>
                  <a:lnTo>
                    <a:pt x="29" y="135"/>
                  </a:lnTo>
                  <a:lnTo>
                    <a:pt x="19" y="156"/>
                  </a:lnTo>
                  <a:lnTo>
                    <a:pt x="11" y="176"/>
                  </a:lnTo>
                  <a:lnTo>
                    <a:pt x="5" y="197"/>
                  </a:lnTo>
                  <a:lnTo>
                    <a:pt x="0" y="220"/>
                  </a:lnTo>
                  <a:lnTo>
                    <a:pt x="0" y="243"/>
                  </a:lnTo>
                  <a:lnTo>
                    <a:pt x="2" y="266"/>
                  </a:lnTo>
                  <a:lnTo>
                    <a:pt x="3" y="268"/>
                  </a:lnTo>
                  <a:lnTo>
                    <a:pt x="5" y="267"/>
                  </a:lnTo>
                  <a:lnTo>
                    <a:pt x="7" y="265"/>
                  </a:lnTo>
                  <a:lnTo>
                    <a:pt x="8" y="262"/>
                  </a:lnTo>
                  <a:lnTo>
                    <a:pt x="8" y="233"/>
                  </a:lnTo>
                  <a:lnTo>
                    <a:pt x="12" y="206"/>
                  </a:lnTo>
                  <a:lnTo>
                    <a:pt x="19" y="181"/>
                  </a:lnTo>
                  <a:lnTo>
                    <a:pt x="29" y="158"/>
                  </a:lnTo>
                  <a:lnTo>
                    <a:pt x="42" y="135"/>
                  </a:lnTo>
                  <a:lnTo>
                    <a:pt x="56" y="113"/>
                  </a:lnTo>
                  <a:lnTo>
                    <a:pt x="73" y="91"/>
                  </a:lnTo>
                  <a:lnTo>
                    <a:pt x="90" y="69"/>
                  </a:lnTo>
                  <a:lnTo>
                    <a:pt x="104" y="55"/>
                  </a:lnTo>
                  <a:lnTo>
                    <a:pt x="118" y="44"/>
                  </a:lnTo>
                  <a:lnTo>
                    <a:pt x="133" y="33"/>
                  </a:lnTo>
                  <a:lnTo>
                    <a:pt x="149" y="25"/>
                  </a:lnTo>
                  <a:lnTo>
                    <a:pt x="165" y="18"/>
                  </a:lnTo>
                  <a:lnTo>
                    <a:pt x="182" y="13"/>
                  </a:lnTo>
                  <a:lnTo>
                    <a:pt x="200" y="6"/>
                  </a:lnTo>
                  <a:lnTo>
                    <a:pt x="217" y="0"/>
                  </a:lnTo>
                  <a:lnTo>
                    <a:pt x="217" y="0"/>
                  </a:lnTo>
                  <a:lnTo>
                    <a:pt x="217" y="0"/>
                  </a:lnTo>
                  <a:lnTo>
                    <a:pt x="217" y="0"/>
                  </a:lnTo>
                  <a:lnTo>
                    <a:pt x="217" y="0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18" name="Freeform 146"/>
            <p:cNvSpPr>
              <a:spLocks/>
            </p:cNvSpPr>
            <p:nvPr/>
          </p:nvSpPr>
          <p:spPr bwMode="auto">
            <a:xfrm>
              <a:off x="1429" y="3627"/>
              <a:ext cx="67" cy="20"/>
            </a:xfrm>
            <a:custGeom>
              <a:avLst/>
              <a:gdLst/>
              <a:ahLst/>
              <a:cxnLst>
                <a:cxn ang="0">
                  <a:pos x="0" y="40"/>
                </a:cxn>
                <a:cxn ang="0">
                  <a:pos x="7" y="37"/>
                </a:cxn>
                <a:cxn ang="0">
                  <a:pos x="14" y="32"/>
                </a:cxn>
                <a:cxn ang="0">
                  <a:pos x="21" y="28"/>
                </a:cxn>
                <a:cxn ang="0">
                  <a:pos x="28" y="24"/>
                </a:cxn>
                <a:cxn ang="0">
                  <a:pos x="35" y="21"/>
                </a:cxn>
                <a:cxn ang="0">
                  <a:pos x="42" y="18"/>
                </a:cxn>
                <a:cxn ang="0">
                  <a:pos x="50" y="16"/>
                </a:cxn>
                <a:cxn ang="0">
                  <a:pos x="58" y="15"/>
                </a:cxn>
                <a:cxn ang="0">
                  <a:pos x="67" y="14"/>
                </a:cxn>
                <a:cxn ang="0">
                  <a:pos x="76" y="13"/>
                </a:cxn>
                <a:cxn ang="0">
                  <a:pos x="86" y="10"/>
                </a:cxn>
                <a:cxn ang="0">
                  <a:pos x="95" y="8"/>
                </a:cxn>
                <a:cxn ang="0">
                  <a:pos x="104" y="7"/>
                </a:cxn>
                <a:cxn ang="0">
                  <a:pos x="113" y="7"/>
                </a:cxn>
                <a:cxn ang="0">
                  <a:pos x="123" y="7"/>
                </a:cxn>
                <a:cxn ang="0">
                  <a:pos x="133" y="9"/>
                </a:cxn>
                <a:cxn ang="0">
                  <a:pos x="134" y="9"/>
                </a:cxn>
                <a:cxn ang="0">
                  <a:pos x="135" y="8"/>
                </a:cxn>
                <a:cxn ang="0">
                  <a:pos x="135" y="7"/>
                </a:cxn>
                <a:cxn ang="0">
                  <a:pos x="134" y="6"/>
                </a:cxn>
                <a:cxn ang="0">
                  <a:pos x="126" y="2"/>
                </a:cxn>
                <a:cxn ang="0">
                  <a:pos x="117" y="1"/>
                </a:cxn>
                <a:cxn ang="0">
                  <a:pos x="109" y="0"/>
                </a:cxn>
                <a:cxn ang="0">
                  <a:pos x="101" y="1"/>
                </a:cxn>
                <a:cxn ang="0">
                  <a:pos x="91" y="2"/>
                </a:cxn>
                <a:cxn ang="0">
                  <a:pos x="83" y="5"/>
                </a:cxn>
                <a:cxn ang="0">
                  <a:pos x="74" y="7"/>
                </a:cxn>
                <a:cxn ang="0">
                  <a:pos x="66" y="9"/>
                </a:cxn>
                <a:cxn ang="0">
                  <a:pos x="59" y="10"/>
                </a:cxn>
                <a:cxn ang="0">
                  <a:pos x="52" y="13"/>
                </a:cxn>
                <a:cxn ang="0">
                  <a:pos x="44" y="14"/>
                </a:cxn>
                <a:cxn ang="0">
                  <a:pos x="37" y="16"/>
                </a:cxn>
                <a:cxn ang="0">
                  <a:pos x="33" y="18"/>
                </a:cxn>
                <a:cxn ang="0">
                  <a:pos x="27" y="21"/>
                </a:cxn>
                <a:cxn ang="0">
                  <a:pos x="23" y="24"/>
                </a:cxn>
                <a:cxn ang="0">
                  <a:pos x="19" y="27"/>
                </a:cxn>
                <a:cxn ang="0">
                  <a:pos x="14" y="30"/>
                </a:cxn>
                <a:cxn ang="0">
                  <a:pos x="10" y="33"/>
                </a:cxn>
                <a:cxn ang="0">
                  <a:pos x="5" y="37"/>
                </a:cxn>
                <a:cxn ang="0">
                  <a:pos x="0" y="39"/>
                </a:cxn>
                <a:cxn ang="0">
                  <a:pos x="0" y="39"/>
                </a:cxn>
                <a:cxn ang="0">
                  <a:pos x="0" y="39"/>
                </a:cxn>
                <a:cxn ang="0">
                  <a:pos x="0" y="40"/>
                </a:cxn>
                <a:cxn ang="0">
                  <a:pos x="0" y="40"/>
                </a:cxn>
                <a:cxn ang="0">
                  <a:pos x="0" y="40"/>
                </a:cxn>
              </a:cxnLst>
              <a:rect l="0" t="0" r="r" b="b"/>
              <a:pathLst>
                <a:path w="135" h="40">
                  <a:moveTo>
                    <a:pt x="0" y="40"/>
                  </a:moveTo>
                  <a:lnTo>
                    <a:pt x="7" y="37"/>
                  </a:lnTo>
                  <a:lnTo>
                    <a:pt x="14" y="32"/>
                  </a:lnTo>
                  <a:lnTo>
                    <a:pt x="21" y="28"/>
                  </a:lnTo>
                  <a:lnTo>
                    <a:pt x="28" y="24"/>
                  </a:lnTo>
                  <a:lnTo>
                    <a:pt x="35" y="21"/>
                  </a:lnTo>
                  <a:lnTo>
                    <a:pt x="42" y="18"/>
                  </a:lnTo>
                  <a:lnTo>
                    <a:pt x="50" y="16"/>
                  </a:lnTo>
                  <a:lnTo>
                    <a:pt x="58" y="15"/>
                  </a:lnTo>
                  <a:lnTo>
                    <a:pt x="67" y="14"/>
                  </a:lnTo>
                  <a:lnTo>
                    <a:pt x="76" y="13"/>
                  </a:lnTo>
                  <a:lnTo>
                    <a:pt x="86" y="10"/>
                  </a:lnTo>
                  <a:lnTo>
                    <a:pt x="95" y="8"/>
                  </a:lnTo>
                  <a:lnTo>
                    <a:pt x="104" y="7"/>
                  </a:lnTo>
                  <a:lnTo>
                    <a:pt x="113" y="7"/>
                  </a:lnTo>
                  <a:lnTo>
                    <a:pt x="123" y="7"/>
                  </a:lnTo>
                  <a:lnTo>
                    <a:pt x="133" y="9"/>
                  </a:lnTo>
                  <a:lnTo>
                    <a:pt x="134" y="9"/>
                  </a:lnTo>
                  <a:lnTo>
                    <a:pt x="135" y="8"/>
                  </a:lnTo>
                  <a:lnTo>
                    <a:pt x="135" y="7"/>
                  </a:lnTo>
                  <a:lnTo>
                    <a:pt x="134" y="6"/>
                  </a:lnTo>
                  <a:lnTo>
                    <a:pt x="126" y="2"/>
                  </a:lnTo>
                  <a:lnTo>
                    <a:pt x="117" y="1"/>
                  </a:lnTo>
                  <a:lnTo>
                    <a:pt x="109" y="0"/>
                  </a:lnTo>
                  <a:lnTo>
                    <a:pt x="101" y="1"/>
                  </a:lnTo>
                  <a:lnTo>
                    <a:pt x="91" y="2"/>
                  </a:lnTo>
                  <a:lnTo>
                    <a:pt x="83" y="5"/>
                  </a:lnTo>
                  <a:lnTo>
                    <a:pt x="74" y="7"/>
                  </a:lnTo>
                  <a:lnTo>
                    <a:pt x="66" y="9"/>
                  </a:lnTo>
                  <a:lnTo>
                    <a:pt x="59" y="10"/>
                  </a:lnTo>
                  <a:lnTo>
                    <a:pt x="52" y="13"/>
                  </a:lnTo>
                  <a:lnTo>
                    <a:pt x="44" y="14"/>
                  </a:lnTo>
                  <a:lnTo>
                    <a:pt x="37" y="16"/>
                  </a:lnTo>
                  <a:lnTo>
                    <a:pt x="33" y="18"/>
                  </a:lnTo>
                  <a:lnTo>
                    <a:pt x="27" y="21"/>
                  </a:lnTo>
                  <a:lnTo>
                    <a:pt x="23" y="24"/>
                  </a:lnTo>
                  <a:lnTo>
                    <a:pt x="19" y="27"/>
                  </a:lnTo>
                  <a:lnTo>
                    <a:pt x="14" y="30"/>
                  </a:lnTo>
                  <a:lnTo>
                    <a:pt x="10" y="33"/>
                  </a:lnTo>
                  <a:lnTo>
                    <a:pt x="5" y="37"/>
                  </a:lnTo>
                  <a:lnTo>
                    <a:pt x="0" y="39"/>
                  </a:lnTo>
                  <a:lnTo>
                    <a:pt x="0" y="39"/>
                  </a:lnTo>
                  <a:lnTo>
                    <a:pt x="0" y="39"/>
                  </a:lnTo>
                  <a:lnTo>
                    <a:pt x="0" y="40"/>
                  </a:lnTo>
                  <a:lnTo>
                    <a:pt x="0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19" name="Freeform 147"/>
            <p:cNvSpPr>
              <a:spLocks/>
            </p:cNvSpPr>
            <p:nvPr/>
          </p:nvSpPr>
          <p:spPr bwMode="auto">
            <a:xfrm>
              <a:off x="1429" y="3616"/>
              <a:ext cx="57" cy="15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6" y="28"/>
                </a:cxn>
                <a:cxn ang="0">
                  <a:pos x="12" y="27"/>
                </a:cxn>
                <a:cxn ang="0">
                  <a:pos x="17" y="24"/>
                </a:cxn>
                <a:cxn ang="0">
                  <a:pos x="22" y="22"/>
                </a:cxn>
                <a:cxn ang="0">
                  <a:pos x="28" y="20"/>
                </a:cxn>
                <a:cxn ang="0">
                  <a:pos x="34" y="19"/>
                </a:cxn>
                <a:cxn ang="0">
                  <a:pos x="40" y="16"/>
                </a:cxn>
                <a:cxn ang="0">
                  <a:pos x="45" y="15"/>
                </a:cxn>
                <a:cxn ang="0">
                  <a:pos x="53" y="13"/>
                </a:cxn>
                <a:cxn ang="0">
                  <a:pos x="61" y="12"/>
                </a:cxn>
                <a:cxn ang="0">
                  <a:pos x="70" y="12"/>
                </a:cxn>
                <a:cxn ang="0">
                  <a:pos x="78" y="12"/>
                </a:cxn>
                <a:cxn ang="0">
                  <a:pos x="86" y="13"/>
                </a:cxn>
                <a:cxn ang="0">
                  <a:pos x="94" y="14"/>
                </a:cxn>
                <a:cxn ang="0">
                  <a:pos x="103" y="15"/>
                </a:cxn>
                <a:cxn ang="0">
                  <a:pos x="111" y="17"/>
                </a:cxn>
                <a:cxn ang="0">
                  <a:pos x="113" y="17"/>
                </a:cxn>
                <a:cxn ang="0">
                  <a:pos x="114" y="15"/>
                </a:cxn>
                <a:cxn ang="0">
                  <a:pos x="116" y="12"/>
                </a:cxn>
                <a:cxn ang="0">
                  <a:pos x="114" y="11"/>
                </a:cxn>
                <a:cxn ang="0">
                  <a:pos x="108" y="7"/>
                </a:cxn>
                <a:cxn ang="0">
                  <a:pos x="101" y="5"/>
                </a:cxn>
                <a:cxn ang="0">
                  <a:pos x="95" y="2"/>
                </a:cxn>
                <a:cxn ang="0">
                  <a:pos x="88" y="1"/>
                </a:cxn>
                <a:cxn ang="0">
                  <a:pos x="81" y="0"/>
                </a:cxn>
                <a:cxn ang="0">
                  <a:pos x="74" y="0"/>
                </a:cxn>
                <a:cxn ang="0">
                  <a:pos x="67" y="1"/>
                </a:cxn>
                <a:cxn ang="0">
                  <a:pos x="60" y="2"/>
                </a:cxn>
                <a:cxn ang="0">
                  <a:pos x="53" y="5"/>
                </a:cxn>
                <a:cxn ang="0">
                  <a:pos x="45" y="7"/>
                </a:cxn>
                <a:cxn ang="0">
                  <a:pos x="37" y="9"/>
                </a:cxn>
                <a:cxn ang="0">
                  <a:pos x="30" y="12"/>
                </a:cxn>
                <a:cxn ang="0">
                  <a:pos x="22" y="16"/>
                </a:cxn>
                <a:cxn ang="0">
                  <a:pos x="15" y="21"/>
                </a:cxn>
                <a:cxn ang="0">
                  <a:pos x="8" y="26"/>
                </a:cxn>
                <a:cxn ang="0">
                  <a:pos x="0" y="29"/>
                </a:cxn>
                <a:cxn ang="0">
                  <a:pos x="0" y="29"/>
                </a:cxn>
                <a:cxn ang="0">
                  <a:pos x="0" y="29"/>
                </a:cxn>
                <a:cxn ang="0">
                  <a:pos x="0" y="30"/>
                </a:cxn>
                <a:cxn ang="0">
                  <a:pos x="0" y="30"/>
                </a:cxn>
                <a:cxn ang="0">
                  <a:pos x="0" y="30"/>
                </a:cxn>
              </a:cxnLst>
              <a:rect l="0" t="0" r="r" b="b"/>
              <a:pathLst>
                <a:path w="116" h="30">
                  <a:moveTo>
                    <a:pt x="0" y="30"/>
                  </a:moveTo>
                  <a:lnTo>
                    <a:pt x="6" y="28"/>
                  </a:lnTo>
                  <a:lnTo>
                    <a:pt x="12" y="27"/>
                  </a:lnTo>
                  <a:lnTo>
                    <a:pt x="17" y="24"/>
                  </a:lnTo>
                  <a:lnTo>
                    <a:pt x="22" y="22"/>
                  </a:lnTo>
                  <a:lnTo>
                    <a:pt x="28" y="20"/>
                  </a:lnTo>
                  <a:lnTo>
                    <a:pt x="34" y="19"/>
                  </a:lnTo>
                  <a:lnTo>
                    <a:pt x="40" y="16"/>
                  </a:lnTo>
                  <a:lnTo>
                    <a:pt x="45" y="15"/>
                  </a:lnTo>
                  <a:lnTo>
                    <a:pt x="53" y="13"/>
                  </a:lnTo>
                  <a:lnTo>
                    <a:pt x="61" y="12"/>
                  </a:lnTo>
                  <a:lnTo>
                    <a:pt x="70" y="12"/>
                  </a:lnTo>
                  <a:lnTo>
                    <a:pt x="78" y="12"/>
                  </a:lnTo>
                  <a:lnTo>
                    <a:pt x="86" y="13"/>
                  </a:lnTo>
                  <a:lnTo>
                    <a:pt x="94" y="14"/>
                  </a:lnTo>
                  <a:lnTo>
                    <a:pt x="103" y="15"/>
                  </a:lnTo>
                  <a:lnTo>
                    <a:pt x="111" y="17"/>
                  </a:lnTo>
                  <a:lnTo>
                    <a:pt x="113" y="17"/>
                  </a:lnTo>
                  <a:lnTo>
                    <a:pt x="114" y="15"/>
                  </a:lnTo>
                  <a:lnTo>
                    <a:pt x="116" y="12"/>
                  </a:lnTo>
                  <a:lnTo>
                    <a:pt x="114" y="11"/>
                  </a:lnTo>
                  <a:lnTo>
                    <a:pt x="108" y="7"/>
                  </a:lnTo>
                  <a:lnTo>
                    <a:pt x="101" y="5"/>
                  </a:lnTo>
                  <a:lnTo>
                    <a:pt x="95" y="2"/>
                  </a:lnTo>
                  <a:lnTo>
                    <a:pt x="88" y="1"/>
                  </a:lnTo>
                  <a:lnTo>
                    <a:pt x="81" y="0"/>
                  </a:lnTo>
                  <a:lnTo>
                    <a:pt x="74" y="0"/>
                  </a:lnTo>
                  <a:lnTo>
                    <a:pt x="67" y="1"/>
                  </a:lnTo>
                  <a:lnTo>
                    <a:pt x="60" y="2"/>
                  </a:lnTo>
                  <a:lnTo>
                    <a:pt x="53" y="5"/>
                  </a:lnTo>
                  <a:lnTo>
                    <a:pt x="45" y="7"/>
                  </a:lnTo>
                  <a:lnTo>
                    <a:pt x="37" y="9"/>
                  </a:lnTo>
                  <a:lnTo>
                    <a:pt x="30" y="12"/>
                  </a:lnTo>
                  <a:lnTo>
                    <a:pt x="22" y="16"/>
                  </a:lnTo>
                  <a:lnTo>
                    <a:pt x="15" y="21"/>
                  </a:lnTo>
                  <a:lnTo>
                    <a:pt x="8" y="26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0" y="3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20" name="Freeform 148"/>
            <p:cNvSpPr>
              <a:spLocks/>
            </p:cNvSpPr>
            <p:nvPr/>
          </p:nvSpPr>
          <p:spPr bwMode="auto">
            <a:xfrm>
              <a:off x="1286" y="3178"/>
              <a:ext cx="37" cy="292"/>
            </a:xfrm>
            <a:custGeom>
              <a:avLst/>
              <a:gdLst/>
              <a:ahLst/>
              <a:cxnLst>
                <a:cxn ang="0">
                  <a:pos x="72" y="0"/>
                </a:cxn>
                <a:cxn ang="0">
                  <a:pos x="38" y="67"/>
                </a:cxn>
                <a:cxn ang="0">
                  <a:pos x="15" y="136"/>
                </a:cxn>
                <a:cxn ang="0">
                  <a:pos x="3" y="209"/>
                </a:cxn>
                <a:cxn ang="0">
                  <a:pos x="0" y="284"/>
                </a:cxn>
                <a:cxn ang="0">
                  <a:pos x="6" y="359"/>
                </a:cxn>
                <a:cxn ang="0">
                  <a:pos x="17" y="435"/>
                </a:cxn>
                <a:cxn ang="0">
                  <a:pos x="33" y="510"/>
                </a:cxn>
                <a:cxn ang="0">
                  <a:pos x="54" y="584"/>
                </a:cxn>
                <a:cxn ang="0">
                  <a:pos x="55" y="586"/>
                </a:cxn>
                <a:cxn ang="0">
                  <a:pos x="56" y="584"/>
                </a:cxn>
                <a:cxn ang="0">
                  <a:pos x="59" y="583"/>
                </a:cxn>
                <a:cxn ang="0">
                  <a:pos x="59" y="582"/>
                </a:cxn>
                <a:cxn ang="0">
                  <a:pos x="52" y="551"/>
                </a:cxn>
                <a:cxn ang="0">
                  <a:pos x="45" y="520"/>
                </a:cxn>
                <a:cxn ang="0">
                  <a:pos x="37" y="490"/>
                </a:cxn>
                <a:cxn ang="0">
                  <a:pos x="29" y="459"/>
                </a:cxn>
                <a:cxn ang="0">
                  <a:pos x="22" y="424"/>
                </a:cxn>
                <a:cxn ang="0">
                  <a:pos x="18" y="389"/>
                </a:cxn>
                <a:cxn ang="0">
                  <a:pos x="15" y="353"/>
                </a:cxn>
                <a:cxn ang="0">
                  <a:pos x="13" y="318"/>
                </a:cxn>
                <a:cxn ang="0">
                  <a:pos x="9" y="277"/>
                </a:cxn>
                <a:cxn ang="0">
                  <a:pos x="9" y="235"/>
                </a:cxn>
                <a:cxn ang="0">
                  <a:pos x="13" y="195"/>
                </a:cxn>
                <a:cxn ang="0">
                  <a:pos x="18" y="155"/>
                </a:cxn>
                <a:cxn ang="0">
                  <a:pos x="28" y="115"/>
                </a:cxn>
                <a:cxn ang="0">
                  <a:pos x="40" y="76"/>
                </a:cxn>
                <a:cxn ang="0">
                  <a:pos x="55" y="38"/>
                </a:cxn>
                <a:cxn ang="0">
                  <a:pos x="72" y="0"/>
                </a:cxn>
                <a:cxn ang="0">
                  <a:pos x="72" y="0"/>
                </a:cxn>
                <a:cxn ang="0">
                  <a:pos x="72" y="0"/>
                </a:cxn>
                <a:cxn ang="0">
                  <a:pos x="72" y="0"/>
                </a:cxn>
                <a:cxn ang="0">
                  <a:pos x="72" y="0"/>
                </a:cxn>
                <a:cxn ang="0">
                  <a:pos x="72" y="0"/>
                </a:cxn>
              </a:cxnLst>
              <a:rect l="0" t="0" r="r" b="b"/>
              <a:pathLst>
                <a:path w="72" h="586">
                  <a:moveTo>
                    <a:pt x="72" y="0"/>
                  </a:moveTo>
                  <a:lnTo>
                    <a:pt x="38" y="67"/>
                  </a:lnTo>
                  <a:lnTo>
                    <a:pt x="15" y="136"/>
                  </a:lnTo>
                  <a:lnTo>
                    <a:pt x="3" y="209"/>
                  </a:lnTo>
                  <a:lnTo>
                    <a:pt x="0" y="284"/>
                  </a:lnTo>
                  <a:lnTo>
                    <a:pt x="6" y="359"/>
                  </a:lnTo>
                  <a:lnTo>
                    <a:pt x="17" y="435"/>
                  </a:lnTo>
                  <a:lnTo>
                    <a:pt x="33" y="510"/>
                  </a:lnTo>
                  <a:lnTo>
                    <a:pt x="54" y="584"/>
                  </a:lnTo>
                  <a:lnTo>
                    <a:pt x="55" y="586"/>
                  </a:lnTo>
                  <a:lnTo>
                    <a:pt x="56" y="584"/>
                  </a:lnTo>
                  <a:lnTo>
                    <a:pt x="59" y="583"/>
                  </a:lnTo>
                  <a:lnTo>
                    <a:pt x="59" y="582"/>
                  </a:lnTo>
                  <a:lnTo>
                    <a:pt x="52" y="551"/>
                  </a:lnTo>
                  <a:lnTo>
                    <a:pt x="45" y="520"/>
                  </a:lnTo>
                  <a:lnTo>
                    <a:pt x="37" y="490"/>
                  </a:lnTo>
                  <a:lnTo>
                    <a:pt x="29" y="459"/>
                  </a:lnTo>
                  <a:lnTo>
                    <a:pt x="22" y="424"/>
                  </a:lnTo>
                  <a:lnTo>
                    <a:pt x="18" y="389"/>
                  </a:lnTo>
                  <a:lnTo>
                    <a:pt x="15" y="353"/>
                  </a:lnTo>
                  <a:lnTo>
                    <a:pt x="13" y="318"/>
                  </a:lnTo>
                  <a:lnTo>
                    <a:pt x="9" y="277"/>
                  </a:lnTo>
                  <a:lnTo>
                    <a:pt x="9" y="235"/>
                  </a:lnTo>
                  <a:lnTo>
                    <a:pt x="13" y="195"/>
                  </a:lnTo>
                  <a:lnTo>
                    <a:pt x="18" y="155"/>
                  </a:lnTo>
                  <a:lnTo>
                    <a:pt x="28" y="115"/>
                  </a:lnTo>
                  <a:lnTo>
                    <a:pt x="40" y="76"/>
                  </a:lnTo>
                  <a:lnTo>
                    <a:pt x="55" y="38"/>
                  </a:lnTo>
                  <a:lnTo>
                    <a:pt x="72" y="0"/>
                  </a:lnTo>
                  <a:lnTo>
                    <a:pt x="72" y="0"/>
                  </a:lnTo>
                  <a:lnTo>
                    <a:pt x="72" y="0"/>
                  </a:lnTo>
                  <a:lnTo>
                    <a:pt x="72" y="0"/>
                  </a:lnTo>
                  <a:lnTo>
                    <a:pt x="72" y="0"/>
                  </a:lnTo>
                  <a:lnTo>
                    <a:pt x="72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21" name="Freeform 149"/>
            <p:cNvSpPr>
              <a:spLocks/>
            </p:cNvSpPr>
            <p:nvPr/>
          </p:nvSpPr>
          <p:spPr bwMode="auto">
            <a:xfrm>
              <a:off x="1103" y="3466"/>
              <a:ext cx="221" cy="127"/>
            </a:xfrm>
            <a:custGeom>
              <a:avLst/>
              <a:gdLst/>
              <a:ahLst/>
              <a:cxnLst>
                <a:cxn ang="0">
                  <a:pos x="15" y="20"/>
                </a:cxn>
                <a:cxn ang="0">
                  <a:pos x="46" y="62"/>
                </a:cxn>
                <a:cxn ang="0">
                  <a:pos x="79" y="101"/>
                </a:cxn>
                <a:cxn ang="0">
                  <a:pos x="116" y="139"/>
                </a:cxn>
                <a:cxn ang="0">
                  <a:pos x="154" y="174"/>
                </a:cxn>
                <a:cxn ang="0">
                  <a:pos x="196" y="204"/>
                </a:cxn>
                <a:cxn ang="0">
                  <a:pos x="241" y="228"/>
                </a:cxn>
                <a:cxn ang="0">
                  <a:pos x="290" y="246"/>
                </a:cxn>
                <a:cxn ang="0">
                  <a:pos x="346" y="253"/>
                </a:cxn>
                <a:cxn ang="0">
                  <a:pos x="398" y="232"/>
                </a:cxn>
                <a:cxn ang="0">
                  <a:pos x="431" y="187"/>
                </a:cxn>
                <a:cxn ang="0">
                  <a:pos x="442" y="131"/>
                </a:cxn>
                <a:cxn ang="0">
                  <a:pos x="434" y="99"/>
                </a:cxn>
                <a:cxn ang="0">
                  <a:pos x="423" y="104"/>
                </a:cxn>
                <a:cxn ang="0">
                  <a:pos x="421" y="125"/>
                </a:cxn>
                <a:cxn ang="0">
                  <a:pos x="418" y="159"/>
                </a:cxn>
                <a:cxn ang="0">
                  <a:pos x="406" y="191"/>
                </a:cxn>
                <a:cxn ang="0">
                  <a:pos x="384" y="215"/>
                </a:cxn>
                <a:cxn ang="0">
                  <a:pos x="351" y="229"/>
                </a:cxn>
                <a:cxn ang="0">
                  <a:pos x="312" y="228"/>
                </a:cxn>
                <a:cxn ang="0">
                  <a:pos x="271" y="215"/>
                </a:cxn>
                <a:cxn ang="0">
                  <a:pos x="234" y="199"/>
                </a:cxn>
                <a:cxn ang="0">
                  <a:pos x="200" y="183"/>
                </a:cxn>
                <a:cxn ang="0">
                  <a:pos x="168" y="165"/>
                </a:cxn>
                <a:cxn ang="0">
                  <a:pos x="138" y="145"/>
                </a:cxn>
                <a:cxn ang="0">
                  <a:pos x="110" y="122"/>
                </a:cxn>
                <a:cxn ang="0">
                  <a:pos x="84" y="96"/>
                </a:cxn>
                <a:cxn ang="0">
                  <a:pos x="58" y="71"/>
                </a:cxn>
                <a:cxn ang="0">
                  <a:pos x="34" y="43"/>
                </a:cxn>
                <a:cxn ang="0">
                  <a:pos x="11" y="15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42" h="253">
                  <a:moveTo>
                    <a:pt x="0" y="0"/>
                  </a:moveTo>
                  <a:lnTo>
                    <a:pt x="15" y="20"/>
                  </a:lnTo>
                  <a:lnTo>
                    <a:pt x="29" y="41"/>
                  </a:lnTo>
                  <a:lnTo>
                    <a:pt x="46" y="62"/>
                  </a:lnTo>
                  <a:lnTo>
                    <a:pt x="62" y="81"/>
                  </a:lnTo>
                  <a:lnTo>
                    <a:pt x="79" y="101"/>
                  </a:lnTo>
                  <a:lnTo>
                    <a:pt x="97" y="121"/>
                  </a:lnTo>
                  <a:lnTo>
                    <a:pt x="116" y="139"/>
                  </a:lnTo>
                  <a:lnTo>
                    <a:pt x="134" y="156"/>
                  </a:lnTo>
                  <a:lnTo>
                    <a:pt x="154" y="174"/>
                  </a:lnTo>
                  <a:lnTo>
                    <a:pt x="175" y="189"/>
                  </a:lnTo>
                  <a:lnTo>
                    <a:pt x="196" y="204"/>
                  </a:lnTo>
                  <a:lnTo>
                    <a:pt x="218" y="216"/>
                  </a:lnTo>
                  <a:lnTo>
                    <a:pt x="241" y="228"/>
                  </a:lnTo>
                  <a:lnTo>
                    <a:pt x="264" y="238"/>
                  </a:lnTo>
                  <a:lnTo>
                    <a:pt x="290" y="246"/>
                  </a:lnTo>
                  <a:lnTo>
                    <a:pt x="315" y="252"/>
                  </a:lnTo>
                  <a:lnTo>
                    <a:pt x="346" y="253"/>
                  </a:lnTo>
                  <a:lnTo>
                    <a:pt x="374" y="246"/>
                  </a:lnTo>
                  <a:lnTo>
                    <a:pt x="398" y="232"/>
                  </a:lnTo>
                  <a:lnTo>
                    <a:pt x="418" y="212"/>
                  </a:lnTo>
                  <a:lnTo>
                    <a:pt x="431" y="187"/>
                  </a:lnTo>
                  <a:lnTo>
                    <a:pt x="439" y="160"/>
                  </a:lnTo>
                  <a:lnTo>
                    <a:pt x="442" y="131"/>
                  </a:lnTo>
                  <a:lnTo>
                    <a:pt x="437" y="102"/>
                  </a:lnTo>
                  <a:lnTo>
                    <a:pt x="434" y="99"/>
                  </a:lnTo>
                  <a:lnTo>
                    <a:pt x="428" y="100"/>
                  </a:lnTo>
                  <a:lnTo>
                    <a:pt x="423" y="104"/>
                  </a:lnTo>
                  <a:lnTo>
                    <a:pt x="421" y="109"/>
                  </a:lnTo>
                  <a:lnTo>
                    <a:pt x="421" y="125"/>
                  </a:lnTo>
                  <a:lnTo>
                    <a:pt x="420" y="142"/>
                  </a:lnTo>
                  <a:lnTo>
                    <a:pt x="418" y="159"/>
                  </a:lnTo>
                  <a:lnTo>
                    <a:pt x="413" y="175"/>
                  </a:lnTo>
                  <a:lnTo>
                    <a:pt x="406" y="191"/>
                  </a:lnTo>
                  <a:lnTo>
                    <a:pt x="397" y="204"/>
                  </a:lnTo>
                  <a:lnTo>
                    <a:pt x="384" y="215"/>
                  </a:lnTo>
                  <a:lnTo>
                    <a:pt x="369" y="224"/>
                  </a:lnTo>
                  <a:lnTo>
                    <a:pt x="351" y="229"/>
                  </a:lnTo>
                  <a:lnTo>
                    <a:pt x="331" y="230"/>
                  </a:lnTo>
                  <a:lnTo>
                    <a:pt x="312" y="228"/>
                  </a:lnTo>
                  <a:lnTo>
                    <a:pt x="292" y="222"/>
                  </a:lnTo>
                  <a:lnTo>
                    <a:pt x="271" y="215"/>
                  </a:lnTo>
                  <a:lnTo>
                    <a:pt x="253" y="207"/>
                  </a:lnTo>
                  <a:lnTo>
                    <a:pt x="234" y="199"/>
                  </a:lnTo>
                  <a:lnTo>
                    <a:pt x="217" y="191"/>
                  </a:lnTo>
                  <a:lnTo>
                    <a:pt x="200" y="183"/>
                  </a:lnTo>
                  <a:lnTo>
                    <a:pt x="184" y="175"/>
                  </a:lnTo>
                  <a:lnTo>
                    <a:pt x="168" y="165"/>
                  </a:lnTo>
                  <a:lnTo>
                    <a:pt x="153" y="155"/>
                  </a:lnTo>
                  <a:lnTo>
                    <a:pt x="138" y="145"/>
                  </a:lnTo>
                  <a:lnTo>
                    <a:pt x="124" y="133"/>
                  </a:lnTo>
                  <a:lnTo>
                    <a:pt x="110" y="122"/>
                  </a:lnTo>
                  <a:lnTo>
                    <a:pt x="96" y="109"/>
                  </a:lnTo>
                  <a:lnTo>
                    <a:pt x="84" y="96"/>
                  </a:lnTo>
                  <a:lnTo>
                    <a:pt x="71" y="84"/>
                  </a:lnTo>
                  <a:lnTo>
                    <a:pt x="58" y="71"/>
                  </a:lnTo>
                  <a:lnTo>
                    <a:pt x="47" y="57"/>
                  </a:lnTo>
                  <a:lnTo>
                    <a:pt x="34" y="43"/>
                  </a:lnTo>
                  <a:lnTo>
                    <a:pt x="23" y="28"/>
                  </a:lnTo>
                  <a:lnTo>
                    <a:pt x="11" y="15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22" name="Freeform 150"/>
            <p:cNvSpPr>
              <a:spLocks/>
            </p:cNvSpPr>
            <p:nvPr/>
          </p:nvSpPr>
          <p:spPr bwMode="auto">
            <a:xfrm>
              <a:off x="1145" y="3562"/>
              <a:ext cx="161" cy="10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" y="16"/>
                </a:cxn>
                <a:cxn ang="0">
                  <a:pos x="46" y="33"/>
                </a:cxn>
                <a:cxn ang="0">
                  <a:pos x="65" y="53"/>
                </a:cxn>
                <a:cxn ang="0">
                  <a:pos x="85" y="74"/>
                </a:cxn>
                <a:cxn ang="0">
                  <a:pos x="102" y="95"/>
                </a:cxn>
                <a:cxn ang="0">
                  <a:pos x="121" y="119"/>
                </a:cxn>
                <a:cxn ang="0">
                  <a:pos x="138" y="140"/>
                </a:cxn>
                <a:cxn ang="0">
                  <a:pos x="156" y="162"/>
                </a:cxn>
                <a:cxn ang="0">
                  <a:pos x="174" y="178"/>
                </a:cxn>
                <a:cxn ang="0">
                  <a:pos x="191" y="190"/>
                </a:cxn>
                <a:cxn ang="0">
                  <a:pos x="211" y="198"/>
                </a:cxn>
                <a:cxn ang="0">
                  <a:pos x="231" y="202"/>
                </a:cxn>
                <a:cxn ang="0">
                  <a:pos x="252" y="204"/>
                </a:cxn>
                <a:cxn ang="0">
                  <a:pos x="274" y="202"/>
                </a:cxn>
                <a:cxn ang="0">
                  <a:pos x="295" y="197"/>
                </a:cxn>
                <a:cxn ang="0">
                  <a:pos x="316" y="190"/>
                </a:cxn>
                <a:cxn ang="0">
                  <a:pos x="319" y="188"/>
                </a:cxn>
                <a:cxn ang="0">
                  <a:pos x="321" y="184"/>
                </a:cxn>
                <a:cxn ang="0">
                  <a:pos x="321" y="182"/>
                </a:cxn>
                <a:cxn ang="0">
                  <a:pos x="319" y="181"/>
                </a:cxn>
                <a:cxn ang="0">
                  <a:pos x="292" y="183"/>
                </a:cxn>
                <a:cxn ang="0">
                  <a:pos x="267" y="183"/>
                </a:cxn>
                <a:cxn ang="0">
                  <a:pos x="244" y="178"/>
                </a:cxn>
                <a:cxn ang="0">
                  <a:pos x="222" y="172"/>
                </a:cxn>
                <a:cxn ang="0">
                  <a:pos x="202" y="161"/>
                </a:cxn>
                <a:cxn ang="0">
                  <a:pos x="183" y="150"/>
                </a:cxn>
                <a:cxn ang="0">
                  <a:pos x="164" y="136"/>
                </a:cxn>
                <a:cxn ang="0">
                  <a:pos x="146" y="121"/>
                </a:cxn>
                <a:cxn ang="0">
                  <a:pos x="129" y="105"/>
                </a:cxn>
                <a:cxn ang="0">
                  <a:pos x="111" y="89"/>
                </a:cxn>
                <a:cxn ang="0">
                  <a:pos x="93" y="72"/>
                </a:cxn>
                <a:cxn ang="0">
                  <a:pos x="76" y="55"/>
                </a:cxn>
                <a:cxn ang="0">
                  <a:pos x="58" y="40"/>
                </a:cxn>
                <a:cxn ang="0">
                  <a:pos x="40" y="25"/>
                </a:cxn>
                <a:cxn ang="0">
                  <a:pos x="20" y="1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21" h="204">
                  <a:moveTo>
                    <a:pt x="0" y="0"/>
                  </a:moveTo>
                  <a:lnTo>
                    <a:pt x="24" y="16"/>
                  </a:lnTo>
                  <a:lnTo>
                    <a:pt x="46" y="33"/>
                  </a:lnTo>
                  <a:lnTo>
                    <a:pt x="65" y="53"/>
                  </a:lnTo>
                  <a:lnTo>
                    <a:pt x="85" y="74"/>
                  </a:lnTo>
                  <a:lnTo>
                    <a:pt x="102" y="95"/>
                  </a:lnTo>
                  <a:lnTo>
                    <a:pt x="121" y="119"/>
                  </a:lnTo>
                  <a:lnTo>
                    <a:pt x="138" y="140"/>
                  </a:lnTo>
                  <a:lnTo>
                    <a:pt x="156" y="162"/>
                  </a:lnTo>
                  <a:lnTo>
                    <a:pt x="174" y="178"/>
                  </a:lnTo>
                  <a:lnTo>
                    <a:pt x="191" y="190"/>
                  </a:lnTo>
                  <a:lnTo>
                    <a:pt x="211" y="198"/>
                  </a:lnTo>
                  <a:lnTo>
                    <a:pt x="231" y="202"/>
                  </a:lnTo>
                  <a:lnTo>
                    <a:pt x="252" y="204"/>
                  </a:lnTo>
                  <a:lnTo>
                    <a:pt x="274" y="202"/>
                  </a:lnTo>
                  <a:lnTo>
                    <a:pt x="295" y="197"/>
                  </a:lnTo>
                  <a:lnTo>
                    <a:pt x="316" y="190"/>
                  </a:lnTo>
                  <a:lnTo>
                    <a:pt x="319" y="188"/>
                  </a:lnTo>
                  <a:lnTo>
                    <a:pt x="321" y="184"/>
                  </a:lnTo>
                  <a:lnTo>
                    <a:pt x="321" y="182"/>
                  </a:lnTo>
                  <a:lnTo>
                    <a:pt x="319" y="181"/>
                  </a:lnTo>
                  <a:lnTo>
                    <a:pt x="292" y="183"/>
                  </a:lnTo>
                  <a:lnTo>
                    <a:pt x="267" y="183"/>
                  </a:lnTo>
                  <a:lnTo>
                    <a:pt x="244" y="178"/>
                  </a:lnTo>
                  <a:lnTo>
                    <a:pt x="222" y="172"/>
                  </a:lnTo>
                  <a:lnTo>
                    <a:pt x="202" y="161"/>
                  </a:lnTo>
                  <a:lnTo>
                    <a:pt x="183" y="150"/>
                  </a:lnTo>
                  <a:lnTo>
                    <a:pt x="164" y="136"/>
                  </a:lnTo>
                  <a:lnTo>
                    <a:pt x="146" y="121"/>
                  </a:lnTo>
                  <a:lnTo>
                    <a:pt x="129" y="105"/>
                  </a:lnTo>
                  <a:lnTo>
                    <a:pt x="111" y="89"/>
                  </a:lnTo>
                  <a:lnTo>
                    <a:pt x="93" y="72"/>
                  </a:lnTo>
                  <a:lnTo>
                    <a:pt x="76" y="55"/>
                  </a:lnTo>
                  <a:lnTo>
                    <a:pt x="58" y="40"/>
                  </a:lnTo>
                  <a:lnTo>
                    <a:pt x="40" y="25"/>
                  </a:lnTo>
                  <a:lnTo>
                    <a:pt x="20" y="1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23" name="Freeform 151"/>
            <p:cNvSpPr>
              <a:spLocks/>
            </p:cNvSpPr>
            <p:nvPr/>
          </p:nvSpPr>
          <p:spPr bwMode="auto">
            <a:xfrm>
              <a:off x="1227" y="3597"/>
              <a:ext cx="74" cy="62"/>
            </a:xfrm>
            <a:custGeom>
              <a:avLst/>
              <a:gdLst/>
              <a:ahLst/>
              <a:cxnLst>
                <a:cxn ang="0">
                  <a:pos x="0" y="9"/>
                </a:cxn>
                <a:cxn ang="0">
                  <a:pos x="18" y="5"/>
                </a:cxn>
                <a:cxn ang="0">
                  <a:pos x="34" y="5"/>
                </a:cxn>
                <a:cxn ang="0">
                  <a:pos x="50" y="8"/>
                </a:cxn>
                <a:cxn ang="0">
                  <a:pos x="64" y="14"/>
                </a:cxn>
                <a:cxn ang="0">
                  <a:pos x="77" y="21"/>
                </a:cxn>
                <a:cxn ang="0">
                  <a:pos x="89" y="30"/>
                </a:cxn>
                <a:cxn ang="0">
                  <a:pos x="99" y="40"/>
                </a:cxn>
                <a:cxn ang="0">
                  <a:pos x="109" y="50"/>
                </a:cxn>
                <a:cxn ang="0">
                  <a:pos x="118" y="61"/>
                </a:cxn>
                <a:cxn ang="0">
                  <a:pos x="125" y="74"/>
                </a:cxn>
                <a:cxn ang="0">
                  <a:pos x="129" y="88"/>
                </a:cxn>
                <a:cxn ang="0">
                  <a:pos x="132" y="103"/>
                </a:cxn>
                <a:cxn ang="0">
                  <a:pos x="132" y="110"/>
                </a:cxn>
                <a:cxn ang="0">
                  <a:pos x="134" y="114"/>
                </a:cxn>
                <a:cxn ang="0">
                  <a:pos x="136" y="120"/>
                </a:cxn>
                <a:cxn ang="0">
                  <a:pos x="142" y="123"/>
                </a:cxn>
                <a:cxn ang="0">
                  <a:pos x="144" y="123"/>
                </a:cxn>
                <a:cxn ang="0">
                  <a:pos x="147" y="122"/>
                </a:cxn>
                <a:cxn ang="0">
                  <a:pos x="148" y="120"/>
                </a:cxn>
                <a:cxn ang="0">
                  <a:pos x="147" y="119"/>
                </a:cxn>
                <a:cxn ang="0">
                  <a:pos x="143" y="113"/>
                </a:cxn>
                <a:cxn ang="0">
                  <a:pos x="142" y="106"/>
                </a:cxn>
                <a:cxn ang="0">
                  <a:pos x="142" y="99"/>
                </a:cxn>
                <a:cxn ang="0">
                  <a:pos x="141" y="92"/>
                </a:cxn>
                <a:cxn ang="0">
                  <a:pos x="140" y="85"/>
                </a:cxn>
                <a:cxn ang="0">
                  <a:pos x="137" y="78"/>
                </a:cxn>
                <a:cxn ang="0">
                  <a:pos x="134" y="72"/>
                </a:cxn>
                <a:cxn ang="0">
                  <a:pos x="130" y="66"/>
                </a:cxn>
                <a:cxn ang="0">
                  <a:pos x="127" y="60"/>
                </a:cxn>
                <a:cxn ang="0">
                  <a:pos x="122" y="53"/>
                </a:cxn>
                <a:cxn ang="0">
                  <a:pos x="118" y="46"/>
                </a:cxn>
                <a:cxn ang="0">
                  <a:pos x="113" y="40"/>
                </a:cxn>
                <a:cxn ang="0">
                  <a:pos x="107" y="34"/>
                </a:cxn>
                <a:cxn ang="0">
                  <a:pos x="102" y="28"/>
                </a:cxn>
                <a:cxn ang="0">
                  <a:pos x="95" y="23"/>
                </a:cxn>
                <a:cxn ang="0">
                  <a:pos x="89" y="19"/>
                </a:cxn>
                <a:cxn ang="0">
                  <a:pos x="80" y="14"/>
                </a:cxn>
                <a:cxn ang="0">
                  <a:pos x="69" y="8"/>
                </a:cxn>
                <a:cxn ang="0">
                  <a:pos x="58" y="5"/>
                </a:cxn>
                <a:cxn ang="0">
                  <a:pos x="45" y="1"/>
                </a:cxn>
                <a:cxn ang="0">
                  <a:pos x="34" y="0"/>
                </a:cxn>
                <a:cxn ang="0">
                  <a:pos x="22" y="0"/>
                </a:cxn>
                <a:cxn ang="0">
                  <a:pos x="11" y="4"/>
                </a:cxn>
                <a:cxn ang="0">
                  <a:pos x="0" y="9"/>
                </a:cxn>
                <a:cxn ang="0">
                  <a:pos x="0" y="9"/>
                </a:cxn>
                <a:cxn ang="0">
                  <a:pos x="0" y="9"/>
                </a:cxn>
                <a:cxn ang="0">
                  <a:pos x="0" y="9"/>
                </a:cxn>
                <a:cxn ang="0">
                  <a:pos x="0" y="9"/>
                </a:cxn>
                <a:cxn ang="0">
                  <a:pos x="0" y="9"/>
                </a:cxn>
              </a:cxnLst>
              <a:rect l="0" t="0" r="r" b="b"/>
              <a:pathLst>
                <a:path w="148" h="123">
                  <a:moveTo>
                    <a:pt x="0" y="9"/>
                  </a:moveTo>
                  <a:lnTo>
                    <a:pt x="18" y="5"/>
                  </a:lnTo>
                  <a:lnTo>
                    <a:pt x="34" y="5"/>
                  </a:lnTo>
                  <a:lnTo>
                    <a:pt x="50" y="8"/>
                  </a:lnTo>
                  <a:lnTo>
                    <a:pt x="64" y="14"/>
                  </a:lnTo>
                  <a:lnTo>
                    <a:pt x="77" y="21"/>
                  </a:lnTo>
                  <a:lnTo>
                    <a:pt x="89" y="30"/>
                  </a:lnTo>
                  <a:lnTo>
                    <a:pt x="99" y="40"/>
                  </a:lnTo>
                  <a:lnTo>
                    <a:pt x="109" y="50"/>
                  </a:lnTo>
                  <a:lnTo>
                    <a:pt x="118" y="61"/>
                  </a:lnTo>
                  <a:lnTo>
                    <a:pt x="125" y="74"/>
                  </a:lnTo>
                  <a:lnTo>
                    <a:pt x="129" y="88"/>
                  </a:lnTo>
                  <a:lnTo>
                    <a:pt x="132" y="103"/>
                  </a:lnTo>
                  <a:lnTo>
                    <a:pt x="132" y="110"/>
                  </a:lnTo>
                  <a:lnTo>
                    <a:pt x="134" y="114"/>
                  </a:lnTo>
                  <a:lnTo>
                    <a:pt x="136" y="120"/>
                  </a:lnTo>
                  <a:lnTo>
                    <a:pt x="142" y="123"/>
                  </a:lnTo>
                  <a:lnTo>
                    <a:pt x="144" y="123"/>
                  </a:lnTo>
                  <a:lnTo>
                    <a:pt x="147" y="122"/>
                  </a:lnTo>
                  <a:lnTo>
                    <a:pt x="148" y="120"/>
                  </a:lnTo>
                  <a:lnTo>
                    <a:pt x="147" y="119"/>
                  </a:lnTo>
                  <a:lnTo>
                    <a:pt x="143" y="113"/>
                  </a:lnTo>
                  <a:lnTo>
                    <a:pt x="142" y="106"/>
                  </a:lnTo>
                  <a:lnTo>
                    <a:pt x="142" y="99"/>
                  </a:lnTo>
                  <a:lnTo>
                    <a:pt x="141" y="92"/>
                  </a:lnTo>
                  <a:lnTo>
                    <a:pt x="140" y="85"/>
                  </a:lnTo>
                  <a:lnTo>
                    <a:pt x="137" y="78"/>
                  </a:lnTo>
                  <a:lnTo>
                    <a:pt x="134" y="72"/>
                  </a:lnTo>
                  <a:lnTo>
                    <a:pt x="130" y="66"/>
                  </a:lnTo>
                  <a:lnTo>
                    <a:pt x="127" y="60"/>
                  </a:lnTo>
                  <a:lnTo>
                    <a:pt x="122" y="53"/>
                  </a:lnTo>
                  <a:lnTo>
                    <a:pt x="118" y="46"/>
                  </a:lnTo>
                  <a:lnTo>
                    <a:pt x="113" y="40"/>
                  </a:lnTo>
                  <a:lnTo>
                    <a:pt x="107" y="34"/>
                  </a:lnTo>
                  <a:lnTo>
                    <a:pt x="102" y="28"/>
                  </a:lnTo>
                  <a:lnTo>
                    <a:pt x="95" y="23"/>
                  </a:lnTo>
                  <a:lnTo>
                    <a:pt x="89" y="19"/>
                  </a:lnTo>
                  <a:lnTo>
                    <a:pt x="80" y="14"/>
                  </a:lnTo>
                  <a:lnTo>
                    <a:pt x="69" y="8"/>
                  </a:lnTo>
                  <a:lnTo>
                    <a:pt x="58" y="5"/>
                  </a:lnTo>
                  <a:lnTo>
                    <a:pt x="45" y="1"/>
                  </a:lnTo>
                  <a:lnTo>
                    <a:pt x="34" y="0"/>
                  </a:lnTo>
                  <a:lnTo>
                    <a:pt x="22" y="0"/>
                  </a:lnTo>
                  <a:lnTo>
                    <a:pt x="11" y="4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24" name="Freeform 152"/>
            <p:cNvSpPr>
              <a:spLocks/>
            </p:cNvSpPr>
            <p:nvPr/>
          </p:nvSpPr>
          <p:spPr bwMode="auto">
            <a:xfrm>
              <a:off x="1259" y="3587"/>
              <a:ext cx="65" cy="77"/>
            </a:xfrm>
            <a:custGeom>
              <a:avLst/>
              <a:gdLst/>
              <a:ahLst/>
              <a:cxnLst>
                <a:cxn ang="0">
                  <a:pos x="1" y="34"/>
                </a:cxn>
                <a:cxn ang="0">
                  <a:pos x="7" y="29"/>
                </a:cxn>
                <a:cxn ang="0">
                  <a:pos x="13" y="25"/>
                </a:cxn>
                <a:cxn ang="0">
                  <a:pos x="19" y="20"/>
                </a:cxn>
                <a:cxn ang="0">
                  <a:pos x="26" y="16"/>
                </a:cxn>
                <a:cxn ang="0">
                  <a:pos x="33" y="13"/>
                </a:cxn>
                <a:cxn ang="0">
                  <a:pos x="40" y="10"/>
                </a:cxn>
                <a:cxn ang="0">
                  <a:pos x="47" y="8"/>
                </a:cxn>
                <a:cxn ang="0">
                  <a:pos x="55" y="5"/>
                </a:cxn>
                <a:cxn ang="0">
                  <a:pos x="63" y="5"/>
                </a:cxn>
                <a:cxn ang="0">
                  <a:pos x="72" y="8"/>
                </a:cxn>
                <a:cxn ang="0">
                  <a:pos x="80" y="12"/>
                </a:cxn>
                <a:cxn ang="0">
                  <a:pos x="87" y="18"/>
                </a:cxn>
                <a:cxn ang="0">
                  <a:pos x="94" y="26"/>
                </a:cxn>
                <a:cxn ang="0">
                  <a:pos x="100" y="33"/>
                </a:cxn>
                <a:cxn ang="0">
                  <a:pos x="104" y="41"/>
                </a:cxn>
                <a:cxn ang="0">
                  <a:pos x="108" y="48"/>
                </a:cxn>
                <a:cxn ang="0">
                  <a:pos x="114" y="62"/>
                </a:cxn>
                <a:cxn ang="0">
                  <a:pos x="118" y="76"/>
                </a:cxn>
                <a:cxn ang="0">
                  <a:pos x="121" y="91"/>
                </a:cxn>
                <a:cxn ang="0">
                  <a:pos x="122" y="103"/>
                </a:cxn>
                <a:cxn ang="0">
                  <a:pos x="119" y="117"/>
                </a:cxn>
                <a:cxn ang="0">
                  <a:pos x="115" y="129"/>
                </a:cxn>
                <a:cxn ang="0">
                  <a:pos x="104" y="139"/>
                </a:cxn>
                <a:cxn ang="0">
                  <a:pos x="91" y="148"/>
                </a:cxn>
                <a:cxn ang="0">
                  <a:pos x="89" y="149"/>
                </a:cxn>
                <a:cxn ang="0">
                  <a:pos x="89" y="152"/>
                </a:cxn>
                <a:cxn ang="0">
                  <a:pos x="89" y="153"/>
                </a:cxn>
                <a:cxn ang="0">
                  <a:pos x="91" y="153"/>
                </a:cxn>
                <a:cxn ang="0">
                  <a:pos x="104" y="147"/>
                </a:cxn>
                <a:cxn ang="0">
                  <a:pos x="116" y="138"/>
                </a:cxn>
                <a:cxn ang="0">
                  <a:pos x="123" y="126"/>
                </a:cxn>
                <a:cxn ang="0">
                  <a:pos x="129" y="114"/>
                </a:cxn>
                <a:cxn ang="0">
                  <a:pos x="131" y="100"/>
                </a:cxn>
                <a:cxn ang="0">
                  <a:pos x="131" y="85"/>
                </a:cxn>
                <a:cxn ang="0">
                  <a:pos x="129" y="70"/>
                </a:cxn>
                <a:cxn ang="0">
                  <a:pos x="124" y="56"/>
                </a:cxn>
                <a:cxn ang="0">
                  <a:pos x="119" y="47"/>
                </a:cxn>
                <a:cxn ang="0">
                  <a:pos x="115" y="39"/>
                </a:cxn>
                <a:cxn ang="0">
                  <a:pos x="109" y="31"/>
                </a:cxn>
                <a:cxn ang="0">
                  <a:pos x="103" y="24"/>
                </a:cxn>
                <a:cxn ang="0">
                  <a:pos x="96" y="17"/>
                </a:cxn>
                <a:cxn ang="0">
                  <a:pos x="89" y="11"/>
                </a:cxn>
                <a:cxn ang="0">
                  <a:pos x="81" y="6"/>
                </a:cxn>
                <a:cxn ang="0">
                  <a:pos x="73" y="2"/>
                </a:cxn>
                <a:cxn ang="0">
                  <a:pos x="64" y="0"/>
                </a:cxn>
                <a:cxn ang="0">
                  <a:pos x="54" y="0"/>
                </a:cxn>
                <a:cxn ang="0">
                  <a:pos x="43" y="3"/>
                </a:cxn>
                <a:cxn ang="0">
                  <a:pos x="34" y="8"/>
                </a:cxn>
                <a:cxn ang="0">
                  <a:pos x="24" y="13"/>
                </a:cxn>
                <a:cxn ang="0">
                  <a:pos x="15" y="20"/>
                </a:cxn>
                <a:cxn ang="0">
                  <a:pos x="8" y="27"/>
                </a:cxn>
                <a:cxn ang="0">
                  <a:pos x="1" y="33"/>
                </a:cxn>
                <a:cxn ang="0">
                  <a:pos x="0" y="34"/>
                </a:cxn>
                <a:cxn ang="0">
                  <a:pos x="0" y="34"/>
                </a:cxn>
                <a:cxn ang="0">
                  <a:pos x="0" y="34"/>
                </a:cxn>
                <a:cxn ang="0">
                  <a:pos x="1" y="34"/>
                </a:cxn>
                <a:cxn ang="0">
                  <a:pos x="1" y="34"/>
                </a:cxn>
              </a:cxnLst>
              <a:rect l="0" t="0" r="r" b="b"/>
              <a:pathLst>
                <a:path w="131" h="153">
                  <a:moveTo>
                    <a:pt x="1" y="34"/>
                  </a:moveTo>
                  <a:lnTo>
                    <a:pt x="7" y="29"/>
                  </a:lnTo>
                  <a:lnTo>
                    <a:pt x="13" y="25"/>
                  </a:lnTo>
                  <a:lnTo>
                    <a:pt x="19" y="20"/>
                  </a:lnTo>
                  <a:lnTo>
                    <a:pt x="26" y="16"/>
                  </a:lnTo>
                  <a:lnTo>
                    <a:pt x="33" y="13"/>
                  </a:lnTo>
                  <a:lnTo>
                    <a:pt x="40" y="10"/>
                  </a:lnTo>
                  <a:lnTo>
                    <a:pt x="47" y="8"/>
                  </a:lnTo>
                  <a:lnTo>
                    <a:pt x="55" y="5"/>
                  </a:lnTo>
                  <a:lnTo>
                    <a:pt x="63" y="5"/>
                  </a:lnTo>
                  <a:lnTo>
                    <a:pt x="72" y="8"/>
                  </a:lnTo>
                  <a:lnTo>
                    <a:pt x="80" y="12"/>
                  </a:lnTo>
                  <a:lnTo>
                    <a:pt x="87" y="18"/>
                  </a:lnTo>
                  <a:lnTo>
                    <a:pt x="94" y="26"/>
                  </a:lnTo>
                  <a:lnTo>
                    <a:pt x="100" y="33"/>
                  </a:lnTo>
                  <a:lnTo>
                    <a:pt x="104" y="41"/>
                  </a:lnTo>
                  <a:lnTo>
                    <a:pt x="108" y="48"/>
                  </a:lnTo>
                  <a:lnTo>
                    <a:pt x="114" y="62"/>
                  </a:lnTo>
                  <a:lnTo>
                    <a:pt x="118" y="76"/>
                  </a:lnTo>
                  <a:lnTo>
                    <a:pt x="121" y="91"/>
                  </a:lnTo>
                  <a:lnTo>
                    <a:pt x="122" y="103"/>
                  </a:lnTo>
                  <a:lnTo>
                    <a:pt x="119" y="117"/>
                  </a:lnTo>
                  <a:lnTo>
                    <a:pt x="115" y="129"/>
                  </a:lnTo>
                  <a:lnTo>
                    <a:pt x="104" y="139"/>
                  </a:lnTo>
                  <a:lnTo>
                    <a:pt x="91" y="148"/>
                  </a:lnTo>
                  <a:lnTo>
                    <a:pt x="89" y="149"/>
                  </a:lnTo>
                  <a:lnTo>
                    <a:pt x="89" y="152"/>
                  </a:lnTo>
                  <a:lnTo>
                    <a:pt x="89" y="153"/>
                  </a:lnTo>
                  <a:lnTo>
                    <a:pt x="91" y="153"/>
                  </a:lnTo>
                  <a:lnTo>
                    <a:pt x="104" y="147"/>
                  </a:lnTo>
                  <a:lnTo>
                    <a:pt x="116" y="138"/>
                  </a:lnTo>
                  <a:lnTo>
                    <a:pt x="123" y="126"/>
                  </a:lnTo>
                  <a:lnTo>
                    <a:pt x="129" y="114"/>
                  </a:lnTo>
                  <a:lnTo>
                    <a:pt x="131" y="100"/>
                  </a:lnTo>
                  <a:lnTo>
                    <a:pt x="131" y="85"/>
                  </a:lnTo>
                  <a:lnTo>
                    <a:pt x="129" y="70"/>
                  </a:lnTo>
                  <a:lnTo>
                    <a:pt x="124" y="56"/>
                  </a:lnTo>
                  <a:lnTo>
                    <a:pt x="119" y="47"/>
                  </a:lnTo>
                  <a:lnTo>
                    <a:pt x="115" y="39"/>
                  </a:lnTo>
                  <a:lnTo>
                    <a:pt x="109" y="31"/>
                  </a:lnTo>
                  <a:lnTo>
                    <a:pt x="103" y="24"/>
                  </a:lnTo>
                  <a:lnTo>
                    <a:pt x="96" y="17"/>
                  </a:lnTo>
                  <a:lnTo>
                    <a:pt x="89" y="11"/>
                  </a:lnTo>
                  <a:lnTo>
                    <a:pt x="81" y="6"/>
                  </a:lnTo>
                  <a:lnTo>
                    <a:pt x="73" y="2"/>
                  </a:lnTo>
                  <a:lnTo>
                    <a:pt x="64" y="0"/>
                  </a:lnTo>
                  <a:lnTo>
                    <a:pt x="54" y="0"/>
                  </a:lnTo>
                  <a:lnTo>
                    <a:pt x="43" y="3"/>
                  </a:lnTo>
                  <a:lnTo>
                    <a:pt x="34" y="8"/>
                  </a:lnTo>
                  <a:lnTo>
                    <a:pt x="24" y="13"/>
                  </a:lnTo>
                  <a:lnTo>
                    <a:pt x="15" y="20"/>
                  </a:lnTo>
                  <a:lnTo>
                    <a:pt x="8" y="27"/>
                  </a:lnTo>
                  <a:lnTo>
                    <a:pt x="1" y="33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1" y="34"/>
                  </a:lnTo>
                  <a:lnTo>
                    <a:pt x="1" y="3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25" name="Freeform 153"/>
            <p:cNvSpPr>
              <a:spLocks/>
            </p:cNvSpPr>
            <p:nvPr/>
          </p:nvSpPr>
          <p:spPr bwMode="auto">
            <a:xfrm>
              <a:off x="1288" y="3579"/>
              <a:ext cx="57" cy="80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7" y="4"/>
                </a:cxn>
                <a:cxn ang="0">
                  <a:pos x="15" y="4"/>
                </a:cxn>
                <a:cxn ang="0">
                  <a:pos x="22" y="5"/>
                </a:cxn>
                <a:cxn ang="0">
                  <a:pos x="29" y="6"/>
                </a:cxn>
                <a:cxn ang="0">
                  <a:pos x="36" y="7"/>
                </a:cxn>
                <a:cxn ang="0">
                  <a:pos x="43" y="10"/>
                </a:cxn>
                <a:cxn ang="0">
                  <a:pos x="50" y="12"/>
                </a:cxn>
                <a:cxn ang="0">
                  <a:pos x="56" y="17"/>
                </a:cxn>
                <a:cxn ang="0">
                  <a:pos x="66" y="26"/>
                </a:cxn>
                <a:cxn ang="0">
                  <a:pos x="75" y="37"/>
                </a:cxn>
                <a:cxn ang="0">
                  <a:pos x="82" y="50"/>
                </a:cxn>
                <a:cxn ang="0">
                  <a:pos x="89" y="63"/>
                </a:cxn>
                <a:cxn ang="0">
                  <a:pos x="95" y="79"/>
                </a:cxn>
                <a:cxn ang="0">
                  <a:pos x="98" y="95"/>
                </a:cxn>
                <a:cxn ang="0">
                  <a:pos x="96" y="112"/>
                </a:cxn>
                <a:cxn ang="0">
                  <a:pos x="89" y="127"/>
                </a:cxn>
                <a:cxn ang="0">
                  <a:pos x="83" y="134"/>
                </a:cxn>
                <a:cxn ang="0">
                  <a:pos x="78" y="141"/>
                </a:cxn>
                <a:cxn ang="0">
                  <a:pos x="72" y="149"/>
                </a:cxn>
                <a:cxn ang="0">
                  <a:pos x="67" y="156"/>
                </a:cxn>
                <a:cxn ang="0">
                  <a:pos x="66" y="158"/>
                </a:cxn>
                <a:cxn ang="0">
                  <a:pos x="67" y="161"/>
                </a:cxn>
                <a:cxn ang="0">
                  <a:pos x="69" y="161"/>
                </a:cxn>
                <a:cxn ang="0">
                  <a:pos x="72" y="158"/>
                </a:cxn>
                <a:cxn ang="0">
                  <a:pos x="82" y="149"/>
                </a:cxn>
                <a:cxn ang="0">
                  <a:pos x="91" y="139"/>
                </a:cxn>
                <a:cxn ang="0">
                  <a:pos x="99" y="129"/>
                </a:cxn>
                <a:cxn ang="0">
                  <a:pos x="106" y="119"/>
                </a:cxn>
                <a:cxn ang="0">
                  <a:pos x="111" y="108"/>
                </a:cxn>
                <a:cxn ang="0">
                  <a:pos x="113" y="96"/>
                </a:cxn>
                <a:cxn ang="0">
                  <a:pos x="114" y="83"/>
                </a:cxn>
                <a:cxn ang="0">
                  <a:pos x="112" y="68"/>
                </a:cxn>
                <a:cxn ang="0">
                  <a:pos x="110" y="60"/>
                </a:cxn>
                <a:cxn ang="0">
                  <a:pos x="106" y="51"/>
                </a:cxn>
                <a:cxn ang="0">
                  <a:pos x="103" y="44"/>
                </a:cxn>
                <a:cxn ang="0">
                  <a:pos x="98" y="36"/>
                </a:cxn>
                <a:cxn ang="0">
                  <a:pos x="93" y="29"/>
                </a:cxn>
                <a:cxn ang="0">
                  <a:pos x="87" y="22"/>
                </a:cxn>
                <a:cxn ang="0">
                  <a:pos x="80" y="17"/>
                </a:cxn>
                <a:cxn ang="0">
                  <a:pos x="73" y="12"/>
                </a:cxn>
                <a:cxn ang="0">
                  <a:pos x="64" y="6"/>
                </a:cxn>
                <a:cxn ang="0">
                  <a:pos x="56" y="3"/>
                </a:cxn>
                <a:cxn ang="0">
                  <a:pos x="46" y="0"/>
                </a:cxn>
                <a:cxn ang="0">
                  <a:pos x="38" y="0"/>
                </a:cxn>
                <a:cxn ang="0">
                  <a:pos x="29" y="0"/>
                </a:cxn>
                <a:cxn ang="0">
                  <a:pos x="20" y="0"/>
                </a:cxn>
                <a:cxn ang="0">
                  <a:pos x="10" y="2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114" h="161">
                  <a:moveTo>
                    <a:pt x="0" y="3"/>
                  </a:moveTo>
                  <a:lnTo>
                    <a:pt x="7" y="4"/>
                  </a:lnTo>
                  <a:lnTo>
                    <a:pt x="15" y="4"/>
                  </a:lnTo>
                  <a:lnTo>
                    <a:pt x="22" y="5"/>
                  </a:lnTo>
                  <a:lnTo>
                    <a:pt x="29" y="6"/>
                  </a:lnTo>
                  <a:lnTo>
                    <a:pt x="36" y="7"/>
                  </a:lnTo>
                  <a:lnTo>
                    <a:pt x="43" y="10"/>
                  </a:lnTo>
                  <a:lnTo>
                    <a:pt x="50" y="12"/>
                  </a:lnTo>
                  <a:lnTo>
                    <a:pt x="56" y="17"/>
                  </a:lnTo>
                  <a:lnTo>
                    <a:pt x="66" y="26"/>
                  </a:lnTo>
                  <a:lnTo>
                    <a:pt x="75" y="37"/>
                  </a:lnTo>
                  <a:lnTo>
                    <a:pt x="82" y="50"/>
                  </a:lnTo>
                  <a:lnTo>
                    <a:pt x="89" y="63"/>
                  </a:lnTo>
                  <a:lnTo>
                    <a:pt x="95" y="79"/>
                  </a:lnTo>
                  <a:lnTo>
                    <a:pt x="98" y="95"/>
                  </a:lnTo>
                  <a:lnTo>
                    <a:pt x="96" y="112"/>
                  </a:lnTo>
                  <a:lnTo>
                    <a:pt x="89" y="127"/>
                  </a:lnTo>
                  <a:lnTo>
                    <a:pt x="83" y="134"/>
                  </a:lnTo>
                  <a:lnTo>
                    <a:pt x="78" y="141"/>
                  </a:lnTo>
                  <a:lnTo>
                    <a:pt x="72" y="149"/>
                  </a:lnTo>
                  <a:lnTo>
                    <a:pt x="67" y="156"/>
                  </a:lnTo>
                  <a:lnTo>
                    <a:pt x="66" y="158"/>
                  </a:lnTo>
                  <a:lnTo>
                    <a:pt x="67" y="161"/>
                  </a:lnTo>
                  <a:lnTo>
                    <a:pt x="69" y="161"/>
                  </a:lnTo>
                  <a:lnTo>
                    <a:pt x="72" y="158"/>
                  </a:lnTo>
                  <a:lnTo>
                    <a:pt x="82" y="149"/>
                  </a:lnTo>
                  <a:lnTo>
                    <a:pt x="91" y="139"/>
                  </a:lnTo>
                  <a:lnTo>
                    <a:pt x="99" y="129"/>
                  </a:lnTo>
                  <a:lnTo>
                    <a:pt x="106" y="119"/>
                  </a:lnTo>
                  <a:lnTo>
                    <a:pt x="111" y="108"/>
                  </a:lnTo>
                  <a:lnTo>
                    <a:pt x="113" y="96"/>
                  </a:lnTo>
                  <a:lnTo>
                    <a:pt x="114" y="83"/>
                  </a:lnTo>
                  <a:lnTo>
                    <a:pt x="112" y="68"/>
                  </a:lnTo>
                  <a:lnTo>
                    <a:pt x="110" y="60"/>
                  </a:lnTo>
                  <a:lnTo>
                    <a:pt x="106" y="51"/>
                  </a:lnTo>
                  <a:lnTo>
                    <a:pt x="103" y="44"/>
                  </a:lnTo>
                  <a:lnTo>
                    <a:pt x="98" y="36"/>
                  </a:lnTo>
                  <a:lnTo>
                    <a:pt x="93" y="29"/>
                  </a:lnTo>
                  <a:lnTo>
                    <a:pt x="87" y="22"/>
                  </a:lnTo>
                  <a:lnTo>
                    <a:pt x="80" y="17"/>
                  </a:lnTo>
                  <a:lnTo>
                    <a:pt x="73" y="12"/>
                  </a:lnTo>
                  <a:lnTo>
                    <a:pt x="64" y="6"/>
                  </a:lnTo>
                  <a:lnTo>
                    <a:pt x="56" y="3"/>
                  </a:lnTo>
                  <a:lnTo>
                    <a:pt x="46" y="0"/>
                  </a:lnTo>
                  <a:lnTo>
                    <a:pt x="38" y="0"/>
                  </a:lnTo>
                  <a:lnTo>
                    <a:pt x="29" y="0"/>
                  </a:lnTo>
                  <a:lnTo>
                    <a:pt x="20" y="0"/>
                  </a:lnTo>
                  <a:lnTo>
                    <a:pt x="10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26" name="Freeform 154"/>
            <p:cNvSpPr>
              <a:spLocks/>
            </p:cNvSpPr>
            <p:nvPr/>
          </p:nvSpPr>
          <p:spPr bwMode="auto">
            <a:xfrm>
              <a:off x="1386" y="3633"/>
              <a:ext cx="62" cy="6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9" y="8"/>
                </a:cxn>
                <a:cxn ang="0">
                  <a:pos x="19" y="15"/>
                </a:cxn>
                <a:cxn ang="0">
                  <a:pos x="28" y="21"/>
                </a:cxn>
                <a:cxn ang="0">
                  <a:pos x="36" y="30"/>
                </a:cxn>
                <a:cxn ang="0">
                  <a:pos x="43" y="38"/>
                </a:cxn>
                <a:cxn ang="0">
                  <a:pos x="50" y="47"/>
                </a:cxn>
                <a:cxn ang="0">
                  <a:pos x="57" y="56"/>
                </a:cxn>
                <a:cxn ang="0">
                  <a:pos x="62" y="65"/>
                </a:cxn>
                <a:cxn ang="0">
                  <a:pos x="69" y="74"/>
                </a:cxn>
                <a:cxn ang="0">
                  <a:pos x="75" y="84"/>
                </a:cxn>
                <a:cxn ang="0">
                  <a:pos x="82" y="92"/>
                </a:cxn>
                <a:cxn ang="0">
                  <a:pos x="88" y="102"/>
                </a:cxn>
                <a:cxn ang="0">
                  <a:pos x="93" y="111"/>
                </a:cxn>
                <a:cxn ang="0">
                  <a:pos x="99" y="121"/>
                </a:cxn>
                <a:cxn ang="0">
                  <a:pos x="105" y="127"/>
                </a:cxn>
                <a:cxn ang="0">
                  <a:pos x="113" y="136"/>
                </a:cxn>
                <a:cxn ang="0">
                  <a:pos x="118" y="137"/>
                </a:cxn>
                <a:cxn ang="0">
                  <a:pos x="121" y="133"/>
                </a:cxn>
                <a:cxn ang="0">
                  <a:pos x="123" y="127"/>
                </a:cxn>
                <a:cxn ang="0">
                  <a:pos x="123" y="123"/>
                </a:cxn>
                <a:cxn ang="0">
                  <a:pos x="115" y="101"/>
                </a:cxn>
                <a:cxn ang="0">
                  <a:pos x="105" y="80"/>
                </a:cxn>
                <a:cxn ang="0">
                  <a:pos x="93" y="62"/>
                </a:cxn>
                <a:cxn ang="0">
                  <a:pos x="79" y="46"/>
                </a:cxn>
                <a:cxn ang="0">
                  <a:pos x="61" y="31"/>
                </a:cxn>
                <a:cxn ang="0">
                  <a:pos x="43" y="18"/>
                </a:cxn>
                <a:cxn ang="0">
                  <a:pos x="23" y="8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123" h="137">
                  <a:moveTo>
                    <a:pt x="0" y="2"/>
                  </a:moveTo>
                  <a:lnTo>
                    <a:pt x="9" y="8"/>
                  </a:lnTo>
                  <a:lnTo>
                    <a:pt x="19" y="15"/>
                  </a:lnTo>
                  <a:lnTo>
                    <a:pt x="28" y="21"/>
                  </a:lnTo>
                  <a:lnTo>
                    <a:pt x="36" y="30"/>
                  </a:lnTo>
                  <a:lnTo>
                    <a:pt x="43" y="38"/>
                  </a:lnTo>
                  <a:lnTo>
                    <a:pt x="50" y="47"/>
                  </a:lnTo>
                  <a:lnTo>
                    <a:pt x="57" y="56"/>
                  </a:lnTo>
                  <a:lnTo>
                    <a:pt x="62" y="65"/>
                  </a:lnTo>
                  <a:lnTo>
                    <a:pt x="69" y="74"/>
                  </a:lnTo>
                  <a:lnTo>
                    <a:pt x="75" y="84"/>
                  </a:lnTo>
                  <a:lnTo>
                    <a:pt x="82" y="92"/>
                  </a:lnTo>
                  <a:lnTo>
                    <a:pt x="88" y="102"/>
                  </a:lnTo>
                  <a:lnTo>
                    <a:pt x="93" y="111"/>
                  </a:lnTo>
                  <a:lnTo>
                    <a:pt x="99" y="121"/>
                  </a:lnTo>
                  <a:lnTo>
                    <a:pt x="105" y="127"/>
                  </a:lnTo>
                  <a:lnTo>
                    <a:pt x="113" y="136"/>
                  </a:lnTo>
                  <a:lnTo>
                    <a:pt x="118" y="137"/>
                  </a:lnTo>
                  <a:lnTo>
                    <a:pt x="121" y="133"/>
                  </a:lnTo>
                  <a:lnTo>
                    <a:pt x="123" y="127"/>
                  </a:lnTo>
                  <a:lnTo>
                    <a:pt x="123" y="123"/>
                  </a:lnTo>
                  <a:lnTo>
                    <a:pt x="115" y="101"/>
                  </a:lnTo>
                  <a:lnTo>
                    <a:pt x="105" y="80"/>
                  </a:lnTo>
                  <a:lnTo>
                    <a:pt x="93" y="62"/>
                  </a:lnTo>
                  <a:lnTo>
                    <a:pt x="79" y="46"/>
                  </a:lnTo>
                  <a:lnTo>
                    <a:pt x="61" y="31"/>
                  </a:lnTo>
                  <a:lnTo>
                    <a:pt x="43" y="18"/>
                  </a:lnTo>
                  <a:lnTo>
                    <a:pt x="23" y="8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27" name="Freeform 155"/>
            <p:cNvSpPr>
              <a:spLocks/>
            </p:cNvSpPr>
            <p:nvPr/>
          </p:nvSpPr>
          <p:spPr bwMode="auto">
            <a:xfrm>
              <a:off x="1699" y="3601"/>
              <a:ext cx="47" cy="66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10" y="2"/>
                </a:cxn>
                <a:cxn ang="0">
                  <a:pos x="19" y="4"/>
                </a:cxn>
                <a:cxn ang="0">
                  <a:pos x="28" y="6"/>
                </a:cxn>
                <a:cxn ang="0">
                  <a:pos x="38" y="9"/>
                </a:cxn>
                <a:cxn ang="0">
                  <a:pos x="46" y="13"/>
                </a:cxn>
                <a:cxn ang="0">
                  <a:pos x="54" y="19"/>
                </a:cxn>
                <a:cxn ang="0">
                  <a:pos x="61" y="24"/>
                </a:cxn>
                <a:cxn ang="0">
                  <a:pos x="68" y="32"/>
                </a:cxn>
                <a:cxn ang="0">
                  <a:pos x="74" y="44"/>
                </a:cxn>
                <a:cxn ang="0">
                  <a:pos x="80" y="56"/>
                </a:cxn>
                <a:cxn ang="0">
                  <a:pos x="81" y="67"/>
                </a:cxn>
                <a:cxn ang="0">
                  <a:pos x="79" y="81"/>
                </a:cxn>
                <a:cxn ang="0">
                  <a:pos x="74" y="94"/>
                </a:cxn>
                <a:cxn ang="0">
                  <a:pos x="68" y="106"/>
                </a:cxn>
                <a:cxn ang="0">
                  <a:pos x="59" y="118"/>
                </a:cxn>
                <a:cxn ang="0">
                  <a:pos x="50" y="128"/>
                </a:cxn>
                <a:cxn ang="0">
                  <a:pos x="49" y="130"/>
                </a:cxn>
                <a:cxn ang="0">
                  <a:pos x="50" y="132"/>
                </a:cxn>
                <a:cxn ang="0">
                  <a:pos x="51" y="132"/>
                </a:cxn>
                <a:cxn ang="0">
                  <a:pos x="54" y="130"/>
                </a:cxn>
                <a:cxn ang="0">
                  <a:pos x="63" y="121"/>
                </a:cxn>
                <a:cxn ang="0">
                  <a:pos x="72" y="111"/>
                </a:cxn>
                <a:cxn ang="0">
                  <a:pos x="80" y="100"/>
                </a:cxn>
                <a:cxn ang="0">
                  <a:pos x="87" y="88"/>
                </a:cxn>
                <a:cxn ang="0">
                  <a:pos x="92" y="76"/>
                </a:cxn>
                <a:cxn ang="0">
                  <a:pos x="94" y="62"/>
                </a:cxn>
                <a:cxn ang="0">
                  <a:pos x="93" y="50"/>
                </a:cxn>
                <a:cxn ang="0">
                  <a:pos x="89" y="36"/>
                </a:cxn>
                <a:cxn ang="0">
                  <a:pos x="83" y="23"/>
                </a:cxn>
                <a:cxn ang="0">
                  <a:pos x="73" y="14"/>
                </a:cxn>
                <a:cxn ang="0">
                  <a:pos x="63" y="8"/>
                </a:cxn>
                <a:cxn ang="0">
                  <a:pos x="51" y="4"/>
                </a:cxn>
                <a:cxn ang="0">
                  <a:pos x="39" y="1"/>
                </a:cxn>
                <a:cxn ang="0">
                  <a:pos x="26" y="0"/>
                </a:cxn>
                <a:cxn ang="0">
                  <a:pos x="12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94" h="132">
                  <a:moveTo>
                    <a:pt x="0" y="1"/>
                  </a:moveTo>
                  <a:lnTo>
                    <a:pt x="10" y="2"/>
                  </a:lnTo>
                  <a:lnTo>
                    <a:pt x="19" y="4"/>
                  </a:lnTo>
                  <a:lnTo>
                    <a:pt x="28" y="6"/>
                  </a:lnTo>
                  <a:lnTo>
                    <a:pt x="38" y="9"/>
                  </a:lnTo>
                  <a:lnTo>
                    <a:pt x="46" y="13"/>
                  </a:lnTo>
                  <a:lnTo>
                    <a:pt x="54" y="19"/>
                  </a:lnTo>
                  <a:lnTo>
                    <a:pt x="61" y="24"/>
                  </a:lnTo>
                  <a:lnTo>
                    <a:pt x="68" y="32"/>
                  </a:lnTo>
                  <a:lnTo>
                    <a:pt x="74" y="44"/>
                  </a:lnTo>
                  <a:lnTo>
                    <a:pt x="80" y="56"/>
                  </a:lnTo>
                  <a:lnTo>
                    <a:pt x="81" y="67"/>
                  </a:lnTo>
                  <a:lnTo>
                    <a:pt x="79" y="81"/>
                  </a:lnTo>
                  <a:lnTo>
                    <a:pt x="74" y="94"/>
                  </a:lnTo>
                  <a:lnTo>
                    <a:pt x="68" y="106"/>
                  </a:lnTo>
                  <a:lnTo>
                    <a:pt x="59" y="118"/>
                  </a:lnTo>
                  <a:lnTo>
                    <a:pt x="50" y="128"/>
                  </a:lnTo>
                  <a:lnTo>
                    <a:pt x="49" y="130"/>
                  </a:lnTo>
                  <a:lnTo>
                    <a:pt x="50" y="132"/>
                  </a:lnTo>
                  <a:lnTo>
                    <a:pt x="51" y="132"/>
                  </a:lnTo>
                  <a:lnTo>
                    <a:pt x="54" y="130"/>
                  </a:lnTo>
                  <a:lnTo>
                    <a:pt x="63" y="121"/>
                  </a:lnTo>
                  <a:lnTo>
                    <a:pt x="72" y="111"/>
                  </a:lnTo>
                  <a:lnTo>
                    <a:pt x="80" y="100"/>
                  </a:lnTo>
                  <a:lnTo>
                    <a:pt x="87" y="88"/>
                  </a:lnTo>
                  <a:lnTo>
                    <a:pt x="92" y="76"/>
                  </a:lnTo>
                  <a:lnTo>
                    <a:pt x="94" y="62"/>
                  </a:lnTo>
                  <a:lnTo>
                    <a:pt x="93" y="50"/>
                  </a:lnTo>
                  <a:lnTo>
                    <a:pt x="89" y="36"/>
                  </a:lnTo>
                  <a:lnTo>
                    <a:pt x="83" y="23"/>
                  </a:lnTo>
                  <a:lnTo>
                    <a:pt x="73" y="14"/>
                  </a:lnTo>
                  <a:lnTo>
                    <a:pt x="63" y="8"/>
                  </a:lnTo>
                  <a:lnTo>
                    <a:pt x="51" y="4"/>
                  </a:lnTo>
                  <a:lnTo>
                    <a:pt x="39" y="1"/>
                  </a:lnTo>
                  <a:lnTo>
                    <a:pt x="26" y="0"/>
                  </a:lnTo>
                  <a:lnTo>
                    <a:pt x="12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28" name="Freeform 156"/>
            <p:cNvSpPr>
              <a:spLocks/>
            </p:cNvSpPr>
            <p:nvPr/>
          </p:nvSpPr>
          <p:spPr bwMode="auto">
            <a:xfrm>
              <a:off x="1691" y="3485"/>
              <a:ext cx="36" cy="111"/>
            </a:xfrm>
            <a:custGeom>
              <a:avLst/>
              <a:gdLst/>
              <a:ahLst/>
              <a:cxnLst>
                <a:cxn ang="0">
                  <a:pos x="0" y="224"/>
                </a:cxn>
                <a:cxn ang="0">
                  <a:pos x="22" y="200"/>
                </a:cxn>
                <a:cxn ang="0">
                  <a:pos x="42" y="176"/>
                </a:cxn>
                <a:cxn ang="0">
                  <a:pos x="56" y="149"/>
                </a:cxn>
                <a:cxn ang="0">
                  <a:pos x="66" y="123"/>
                </a:cxn>
                <a:cxn ang="0">
                  <a:pos x="72" y="94"/>
                </a:cxn>
                <a:cxn ang="0">
                  <a:pos x="73" y="65"/>
                </a:cxn>
                <a:cxn ang="0">
                  <a:pos x="68" y="34"/>
                </a:cxn>
                <a:cxn ang="0">
                  <a:pos x="58" y="2"/>
                </a:cxn>
                <a:cxn ang="0">
                  <a:pos x="56" y="0"/>
                </a:cxn>
                <a:cxn ang="0">
                  <a:pos x="52" y="2"/>
                </a:cxn>
                <a:cxn ang="0">
                  <a:pos x="50" y="6"/>
                </a:cxn>
                <a:cxn ang="0">
                  <a:pos x="49" y="10"/>
                </a:cxn>
                <a:cxn ang="0">
                  <a:pos x="52" y="40"/>
                </a:cxn>
                <a:cxn ang="0">
                  <a:pos x="53" y="68"/>
                </a:cxn>
                <a:cxn ang="0">
                  <a:pos x="52" y="96"/>
                </a:cxn>
                <a:cxn ang="0">
                  <a:pos x="49" y="123"/>
                </a:cxn>
                <a:cxn ang="0">
                  <a:pos x="42" y="149"/>
                </a:cxn>
                <a:cxn ang="0">
                  <a:pos x="32" y="174"/>
                </a:cxn>
                <a:cxn ang="0">
                  <a:pos x="18" y="200"/>
                </a:cxn>
                <a:cxn ang="0">
                  <a:pos x="0" y="224"/>
                </a:cxn>
                <a:cxn ang="0">
                  <a:pos x="0" y="224"/>
                </a:cxn>
                <a:cxn ang="0">
                  <a:pos x="0" y="224"/>
                </a:cxn>
                <a:cxn ang="0">
                  <a:pos x="0" y="224"/>
                </a:cxn>
                <a:cxn ang="0">
                  <a:pos x="0" y="224"/>
                </a:cxn>
                <a:cxn ang="0">
                  <a:pos x="0" y="224"/>
                </a:cxn>
              </a:cxnLst>
              <a:rect l="0" t="0" r="r" b="b"/>
              <a:pathLst>
                <a:path w="73" h="224">
                  <a:moveTo>
                    <a:pt x="0" y="224"/>
                  </a:moveTo>
                  <a:lnTo>
                    <a:pt x="22" y="200"/>
                  </a:lnTo>
                  <a:lnTo>
                    <a:pt x="42" y="176"/>
                  </a:lnTo>
                  <a:lnTo>
                    <a:pt x="56" y="149"/>
                  </a:lnTo>
                  <a:lnTo>
                    <a:pt x="66" y="123"/>
                  </a:lnTo>
                  <a:lnTo>
                    <a:pt x="72" y="94"/>
                  </a:lnTo>
                  <a:lnTo>
                    <a:pt x="73" y="65"/>
                  </a:lnTo>
                  <a:lnTo>
                    <a:pt x="68" y="34"/>
                  </a:lnTo>
                  <a:lnTo>
                    <a:pt x="58" y="2"/>
                  </a:lnTo>
                  <a:lnTo>
                    <a:pt x="56" y="0"/>
                  </a:lnTo>
                  <a:lnTo>
                    <a:pt x="52" y="2"/>
                  </a:lnTo>
                  <a:lnTo>
                    <a:pt x="50" y="6"/>
                  </a:lnTo>
                  <a:lnTo>
                    <a:pt x="49" y="10"/>
                  </a:lnTo>
                  <a:lnTo>
                    <a:pt x="52" y="40"/>
                  </a:lnTo>
                  <a:lnTo>
                    <a:pt x="53" y="68"/>
                  </a:lnTo>
                  <a:lnTo>
                    <a:pt x="52" y="96"/>
                  </a:lnTo>
                  <a:lnTo>
                    <a:pt x="49" y="123"/>
                  </a:lnTo>
                  <a:lnTo>
                    <a:pt x="42" y="149"/>
                  </a:lnTo>
                  <a:lnTo>
                    <a:pt x="32" y="174"/>
                  </a:lnTo>
                  <a:lnTo>
                    <a:pt x="18" y="200"/>
                  </a:lnTo>
                  <a:lnTo>
                    <a:pt x="0" y="224"/>
                  </a:lnTo>
                  <a:lnTo>
                    <a:pt x="0" y="224"/>
                  </a:lnTo>
                  <a:lnTo>
                    <a:pt x="0" y="224"/>
                  </a:lnTo>
                  <a:lnTo>
                    <a:pt x="0" y="224"/>
                  </a:lnTo>
                  <a:lnTo>
                    <a:pt x="0" y="224"/>
                  </a:lnTo>
                  <a:lnTo>
                    <a:pt x="0" y="22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29" name="Freeform 157"/>
            <p:cNvSpPr>
              <a:spLocks/>
            </p:cNvSpPr>
            <p:nvPr/>
          </p:nvSpPr>
          <p:spPr bwMode="auto">
            <a:xfrm>
              <a:off x="1546" y="3459"/>
              <a:ext cx="115" cy="95"/>
            </a:xfrm>
            <a:custGeom>
              <a:avLst/>
              <a:gdLst/>
              <a:ahLst/>
              <a:cxnLst>
                <a:cxn ang="0">
                  <a:pos x="184" y="3"/>
                </a:cxn>
                <a:cxn ang="0">
                  <a:pos x="139" y="0"/>
                </a:cxn>
                <a:cxn ang="0">
                  <a:pos x="94" y="1"/>
                </a:cxn>
                <a:cxn ang="0">
                  <a:pos x="51" y="12"/>
                </a:cxn>
                <a:cxn ang="0">
                  <a:pos x="20" y="35"/>
                </a:cxn>
                <a:cxn ang="0">
                  <a:pos x="5" y="65"/>
                </a:cxn>
                <a:cxn ang="0">
                  <a:pos x="0" y="99"/>
                </a:cxn>
                <a:cxn ang="0">
                  <a:pos x="5" y="133"/>
                </a:cxn>
                <a:cxn ang="0">
                  <a:pos x="19" y="164"/>
                </a:cxn>
                <a:cxn ang="0">
                  <a:pos x="45" y="184"/>
                </a:cxn>
                <a:cxn ang="0">
                  <a:pos x="79" y="190"/>
                </a:cxn>
                <a:cxn ang="0">
                  <a:pos x="114" y="185"/>
                </a:cxn>
                <a:cxn ang="0">
                  <a:pos x="149" y="170"/>
                </a:cxn>
                <a:cxn ang="0">
                  <a:pos x="181" y="141"/>
                </a:cxn>
                <a:cxn ang="0">
                  <a:pos x="208" y="104"/>
                </a:cxn>
                <a:cxn ang="0">
                  <a:pos x="225" y="64"/>
                </a:cxn>
                <a:cxn ang="0">
                  <a:pos x="228" y="42"/>
                </a:cxn>
                <a:cxn ang="0">
                  <a:pos x="224" y="46"/>
                </a:cxn>
                <a:cxn ang="0">
                  <a:pos x="216" y="65"/>
                </a:cxn>
                <a:cxn ang="0">
                  <a:pos x="198" y="98"/>
                </a:cxn>
                <a:cxn ang="0">
                  <a:pos x="178" y="126"/>
                </a:cxn>
                <a:cxn ang="0">
                  <a:pos x="154" y="153"/>
                </a:cxn>
                <a:cxn ang="0">
                  <a:pos x="122" y="174"/>
                </a:cxn>
                <a:cxn ang="0">
                  <a:pos x="87" y="179"/>
                </a:cxn>
                <a:cxn ang="0">
                  <a:pos x="52" y="170"/>
                </a:cxn>
                <a:cxn ang="0">
                  <a:pos x="25" y="148"/>
                </a:cxn>
                <a:cxn ang="0">
                  <a:pos x="10" y="114"/>
                </a:cxn>
                <a:cxn ang="0">
                  <a:pos x="10" y="77"/>
                </a:cxn>
                <a:cxn ang="0">
                  <a:pos x="23" y="42"/>
                </a:cxn>
                <a:cxn ang="0">
                  <a:pos x="51" y="19"/>
                </a:cxn>
                <a:cxn ang="0">
                  <a:pos x="87" y="9"/>
                </a:cxn>
                <a:cxn ang="0">
                  <a:pos x="120" y="5"/>
                </a:cxn>
                <a:cxn ang="0">
                  <a:pos x="154" y="3"/>
                </a:cxn>
                <a:cxn ang="0">
                  <a:pos x="187" y="4"/>
                </a:cxn>
                <a:cxn ang="0">
                  <a:pos x="204" y="4"/>
                </a:cxn>
                <a:cxn ang="0">
                  <a:pos x="205" y="4"/>
                </a:cxn>
                <a:cxn ang="0">
                  <a:pos x="205" y="4"/>
                </a:cxn>
              </a:cxnLst>
              <a:rect l="0" t="0" r="r" b="b"/>
              <a:pathLst>
                <a:path w="230" h="190">
                  <a:moveTo>
                    <a:pt x="205" y="4"/>
                  </a:moveTo>
                  <a:lnTo>
                    <a:pt x="184" y="3"/>
                  </a:lnTo>
                  <a:lnTo>
                    <a:pt x="162" y="1"/>
                  </a:lnTo>
                  <a:lnTo>
                    <a:pt x="139" y="0"/>
                  </a:lnTo>
                  <a:lnTo>
                    <a:pt x="116" y="0"/>
                  </a:lnTo>
                  <a:lnTo>
                    <a:pt x="94" y="1"/>
                  </a:lnTo>
                  <a:lnTo>
                    <a:pt x="72" y="5"/>
                  </a:lnTo>
                  <a:lnTo>
                    <a:pt x="51" y="12"/>
                  </a:lnTo>
                  <a:lnTo>
                    <a:pt x="33" y="24"/>
                  </a:lnTo>
                  <a:lnTo>
                    <a:pt x="20" y="35"/>
                  </a:lnTo>
                  <a:lnTo>
                    <a:pt x="11" y="50"/>
                  </a:lnTo>
                  <a:lnTo>
                    <a:pt x="5" y="65"/>
                  </a:lnTo>
                  <a:lnTo>
                    <a:pt x="2" y="83"/>
                  </a:lnTo>
                  <a:lnTo>
                    <a:pt x="0" y="99"/>
                  </a:lnTo>
                  <a:lnTo>
                    <a:pt x="2" y="116"/>
                  </a:lnTo>
                  <a:lnTo>
                    <a:pt x="5" y="133"/>
                  </a:lnTo>
                  <a:lnTo>
                    <a:pt x="10" y="148"/>
                  </a:lnTo>
                  <a:lnTo>
                    <a:pt x="19" y="164"/>
                  </a:lnTo>
                  <a:lnTo>
                    <a:pt x="31" y="176"/>
                  </a:lnTo>
                  <a:lnTo>
                    <a:pt x="45" y="184"/>
                  </a:lnTo>
                  <a:lnTo>
                    <a:pt x="61" y="187"/>
                  </a:lnTo>
                  <a:lnTo>
                    <a:pt x="79" y="190"/>
                  </a:lnTo>
                  <a:lnTo>
                    <a:pt x="97" y="189"/>
                  </a:lnTo>
                  <a:lnTo>
                    <a:pt x="114" y="185"/>
                  </a:lnTo>
                  <a:lnTo>
                    <a:pt x="131" y="179"/>
                  </a:lnTo>
                  <a:lnTo>
                    <a:pt x="149" y="170"/>
                  </a:lnTo>
                  <a:lnTo>
                    <a:pt x="165" y="157"/>
                  </a:lnTo>
                  <a:lnTo>
                    <a:pt x="181" y="141"/>
                  </a:lnTo>
                  <a:lnTo>
                    <a:pt x="196" y="124"/>
                  </a:lnTo>
                  <a:lnTo>
                    <a:pt x="208" y="104"/>
                  </a:lnTo>
                  <a:lnTo>
                    <a:pt x="218" y="84"/>
                  </a:lnTo>
                  <a:lnTo>
                    <a:pt x="225" y="64"/>
                  </a:lnTo>
                  <a:lnTo>
                    <a:pt x="230" y="44"/>
                  </a:lnTo>
                  <a:lnTo>
                    <a:pt x="228" y="42"/>
                  </a:lnTo>
                  <a:lnTo>
                    <a:pt x="226" y="43"/>
                  </a:lnTo>
                  <a:lnTo>
                    <a:pt x="224" y="46"/>
                  </a:lnTo>
                  <a:lnTo>
                    <a:pt x="223" y="48"/>
                  </a:lnTo>
                  <a:lnTo>
                    <a:pt x="216" y="65"/>
                  </a:lnTo>
                  <a:lnTo>
                    <a:pt x="208" y="81"/>
                  </a:lnTo>
                  <a:lnTo>
                    <a:pt x="198" y="98"/>
                  </a:lnTo>
                  <a:lnTo>
                    <a:pt x="189" y="112"/>
                  </a:lnTo>
                  <a:lnTo>
                    <a:pt x="178" y="126"/>
                  </a:lnTo>
                  <a:lnTo>
                    <a:pt x="166" y="140"/>
                  </a:lnTo>
                  <a:lnTo>
                    <a:pt x="154" y="153"/>
                  </a:lnTo>
                  <a:lnTo>
                    <a:pt x="139" y="164"/>
                  </a:lnTo>
                  <a:lnTo>
                    <a:pt x="122" y="174"/>
                  </a:lnTo>
                  <a:lnTo>
                    <a:pt x="104" y="178"/>
                  </a:lnTo>
                  <a:lnTo>
                    <a:pt x="87" y="179"/>
                  </a:lnTo>
                  <a:lnTo>
                    <a:pt x="68" y="177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5" y="148"/>
                  </a:lnTo>
                  <a:lnTo>
                    <a:pt x="15" y="132"/>
                  </a:lnTo>
                  <a:lnTo>
                    <a:pt x="10" y="114"/>
                  </a:lnTo>
                  <a:lnTo>
                    <a:pt x="8" y="95"/>
                  </a:lnTo>
                  <a:lnTo>
                    <a:pt x="10" y="77"/>
                  </a:lnTo>
                  <a:lnTo>
                    <a:pt x="15" y="58"/>
                  </a:lnTo>
                  <a:lnTo>
                    <a:pt x="23" y="42"/>
                  </a:lnTo>
                  <a:lnTo>
                    <a:pt x="36" y="30"/>
                  </a:lnTo>
                  <a:lnTo>
                    <a:pt x="51" y="19"/>
                  </a:lnTo>
                  <a:lnTo>
                    <a:pt x="69" y="12"/>
                  </a:lnTo>
                  <a:lnTo>
                    <a:pt x="87" y="9"/>
                  </a:lnTo>
                  <a:lnTo>
                    <a:pt x="104" y="6"/>
                  </a:lnTo>
                  <a:lnTo>
                    <a:pt x="120" y="5"/>
                  </a:lnTo>
                  <a:lnTo>
                    <a:pt x="137" y="4"/>
                  </a:lnTo>
                  <a:lnTo>
                    <a:pt x="154" y="3"/>
                  </a:lnTo>
                  <a:lnTo>
                    <a:pt x="170" y="3"/>
                  </a:lnTo>
                  <a:lnTo>
                    <a:pt x="187" y="4"/>
                  </a:lnTo>
                  <a:lnTo>
                    <a:pt x="204" y="4"/>
                  </a:lnTo>
                  <a:lnTo>
                    <a:pt x="204" y="4"/>
                  </a:lnTo>
                  <a:lnTo>
                    <a:pt x="205" y="4"/>
                  </a:lnTo>
                  <a:lnTo>
                    <a:pt x="205" y="4"/>
                  </a:lnTo>
                  <a:lnTo>
                    <a:pt x="205" y="4"/>
                  </a:lnTo>
                  <a:lnTo>
                    <a:pt x="205" y="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30" name="Freeform 158"/>
            <p:cNvSpPr>
              <a:spLocks/>
            </p:cNvSpPr>
            <p:nvPr/>
          </p:nvSpPr>
          <p:spPr bwMode="auto">
            <a:xfrm>
              <a:off x="1594" y="3482"/>
              <a:ext cx="49" cy="29"/>
            </a:xfrm>
            <a:custGeom>
              <a:avLst/>
              <a:gdLst/>
              <a:ahLst/>
              <a:cxnLst>
                <a:cxn ang="0">
                  <a:pos x="98" y="0"/>
                </a:cxn>
                <a:cxn ang="0">
                  <a:pos x="93" y="3"/>
                </a:cxn>
                <a:cxn ang="0">
                  <a:pos x="89" y="8"/>
                </a:cxn>
                <a:cxn ang="0">
                  <a:pos x="85" y="11"/>
                </a:cxn>
                <a:cxn ang="0">
                  <a:pos x="81" y="15"/>
                </a:cxn>
                <a:cxn ang="0">
                  <a:pos x="76" y="19"/>
                </a:cxn>
                <a:cxn ang="0">
                  <a:pos x="71" y="23"/>
                </a:cxn>
                <a:cxn ang="0">
                  <a:pos x="66" y="26"/>
                </a:cxn>
                <a:cxn ang="0">
                  <a:pos x="61" y="30"/>
                </a:cxn>
                <a:cxn ang="0">
                  <a:pos x="55" y="33"/>
                </a:cxn>
                <a:cxn ang="0">
                  <a:pos x="50" y="37"/>
                </a:cxn>
                <a:cxn ang="0">
                  <a:pos x="44" y="38"/>
                </a:cxn>
                <a:cxn ang="0">
                  <a:pos x="37" y="39"/>
                </a:cxn>
                <a:cxn ang="0">
                  <a:pos x="29" y="37"/>
                </a:cxn>
                <a:cxn ang="0">
                  <a:pos x="23" y="32"/>
                </a:cxn>
                <a:cxn ang="0">
                  <a:pos x="21" y="25"/>
                </a:cxn>
                <a:cxn ang="0">
                  <a:pos x="23" y="18"/>
                </a:cxn>
                <a:cxn ang="0">
                  <a:pos x="24" y="15"/>
                </a:cxn>
                <a:cxn ang="0">
                  <a:pos x="25" y="10"/>
                </a:cxn>
                <a:cxn ang="0">
                  <a:pos x="24" y="8"/>
                </a:cxn>
                <a:cxn ang="0">
                  <a:pos x="20" y="8"/>
                </a:cxn>
                <a:cxn ang="0">
                  <a:pos x="5" y="21"/>
                </a:cxn>
                <a:cxn ang="0">
                  <a:pos x="0" y="37"/>
                </a:cxn>
                <a:cxn ang="0">
                  <a:pos x="6" y="51"/>
                </a:cxn>
                <a:cxn ang="0">
                  <a:pos x="24" y="57"/>
                </a:cxn>
                <a:cxn ang="0">
                  <a:pos x="36" y="56"/>
                </a:cxn>
                <a:cxn ang="0">
                  <a:pos x="47" y="52"/>
                </a:cxn>
                <a:cxn ang="0">
                  <a:pos x="58" y="46"/>
                </a:cxn>
                <a:cxn ang="0">
                  <a:pos x="67" y="37"/>
                </a:cxn>
                <a:cxn ang="0">
                  <a:pos x="75" y="27"/>
                </a:cxn>
                <a:cxn ang="0">
                  <a:pos x="83" y="18"/>
                </a:cxn>
                <a:cxn ang="0">
                  <a:pos x="91" y="9"/>
                </a:cxn>
                <a:cxn ang="0">
                  <a:pos x="98" y="0"/>
                </a:cxn>
                <a:cxn ang="0">
                  <a:pos x="98" y="0"/>
                </a:cxn>
                <a:cxn ang="0">
                  <a:pos x="98" y="0"/>
                </a:cxn>
                <a:cxn ang="0">
                  <a:pos x="98" y="0"/>
                </a:cxn>
                <a:cxn ang="0">
                  <a:pos x="98" y="0"/>
                </a:cxn>
                <a:cxn ang="0">
                  <a:pos x="98" y="0"/>
                </a:cxn>
              </a:cxnLst>
              <a:rect l="0" t="0" r="r" b="b"/>
              <a:pathLst>
                <a:path w="98" h="57">
                  <a:moveTo>
                    <a:pt x="98" y="0"/>
                  </a:moveTo>
                  <a:lnTo>
                    <a:pt x="93" y="3"/>
                  </a:lnTo>
                  <a:lnTo>
                    <a:pt x="89" y="8"/>
                  </a:lnTo>
                  <a:lnTo>
                    <a:pt x="85" y="11"/>
                  </a:lnTo>
                  <a:lnTo>
                    <a:pt x="81" y="15"/>
                  </a:lnTo>
                  <a:lnTo>
                    <a:pt x="76" y="19"/>
                  </a:lnTo>
                  <a:lnTo>
                    <a:pt x="71" y="23"/>
                  </a:lnTo>
                  <a:lnTo>
                    <a:pt x="66" y="26"/>
                  </a:lnTo>
                  <a:lnTo>
                    <a:pt x="61" y="30"/>
                  </a:lnTo>
                  <a:lnTo>
                    <a:pt x="55" y="33"/>
                  </a:lnTo>
                  <a:lnTo>
                    <a:pt x="50" y="37"/>
                  </a:lnTo>
                  <a:lnTo>
                    <a:pt x="44" y="38"/>
                  </a:lnTo>
                  <a:lnTo>
                    <a:pt x="37" y="39"/>
                  </a:lnTo>
                  <a:lnTo>
                    <a:pt x="29" y="37"/>
                  </a:lnTo>
                  <a:lnTo>
                    <a:pt x="23" y="32"/>
                  </a:lnTo>
                  <a:lnTo>
                    <a:pt x="21" y="25"/>
                  </a:lnTo>
                  <a:lnTo>
                    <a:pt x="23" y="18"/>
                  </a:lnTo>
                  <a:lnTo>
                    <a:pt x="24" y="15"/>
                  </a:lnTo>
                  <a:lnTo>
                    <a:pt x="25" y="10"/>
                  </a:lnTo>
                  <a:lnTo>
                    <a:pt x="24" y="8"/>
                  </a:lnTo>
                  <a:lnTo>
                    <a:pt x="20" y="8"/>
                  </a:lnTo>
                  <a:lnTo>
                    <a:pt x="5" y="21"/>
                  </a:lnTo>
                  <a:lnTo>
                    <a:pt x="0" y="37"/>
                  </a:lnTo>
                  <a:lnTo>
                    <a:pt x="6" y="51"/>
                  </a:lnTo>
                  <a:lnTo>
                    <a:pt x="24" y="57"/>
                  </a:lnTo>
                  <a:lnTo>
                    <a:pt x="36" y="56"/>
                  </a:lnTo>
                  <a:lnTo>
                    <a:pt x="47" y="52"/>
                  </a:lnTo>
                  <a:lnTo>
                    <a:pt x="58" y="46"/>
                  </a:lnTo>
                  <a:lnTo>
                    <a:pt x="67" y="37"/>
                  </a:lnTo>
                  <a:lnTo>
                    <a:pt x="75" y="27"/>
                  </a:lnTo>
                  <a:lnTo>
                    <a:pt x="83" y="18"/>
                  </a:lnTo>
                  <a:lnTo>
                    <a:pt x="91" y="9"/>
                  </a:lnTo>
                  <a:lnTo>
                    <a:pt x="98" y="0"/>
                  </a:lnTo>
                  <a:lnTo>
                    <a:pt x="98" y="0"/>
                  </a:lnTo>
                  <a:lnTo>
                    <a:pt x="98" y="0"/>
                  </a:lnTo>
                  <a:lnTo>
                    <a:pt x="98" y="0"/>
                  </a:lnTo>
                  <a:lnTo>
                    <a:pt x="98" y="0"/>
                  </a:lnTo>
                  <a:lnTo>
                    <a:pt x="98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31" name="Freeform 159"/>
            <p:cNvSpPr>
              <a:spLocks/>
            </p:cNvSpPr>
            <p:nvPr/>
          </p:nvSpPr>
          <p:spPr bwMode="auto">
            <a:xfrm>
              <a:off x="1712" y="3482"/>
              <a:ext cx="74" cy="56"/>
            </a:xfrm>
            <a:custGeom>
              <a:avLst/>
              <a:gdLst/>
              <a:ahLst/>
              <a:cxnLst>
                <a:cxn ang="0">
                  <a:pos x="0" y="10"/>
                </a:cxn>
                <a:cxn ang="0">
                  <a:pos x="8" y="21"/>
                </a:cxn>
                <a:cxn ang="0">
                  <a:pos x="17" y="31"/>
                </a:cxn>
                <a:cxn ang="0">
                  <a:pos x="25" y="42"/>
                </a:cxn>
                <a:cxn ang="0">
                  <a:pos x="33" y="53"/>
                </a:cxn>
                <a:cxn ang="0">
                  <a:pos x="42" y="63"/>
                </a:cxn>
                <a:cxn ang="0">
                  <a:pos x="50" y="74"/>
                </a:cxn>
                <a:cxn ang="0">
                  <a:pos x="58" y="84"/>
                </a:cxn>
                <a:cxn ang="0">
                  <a:pos x="67" y="94"/>
                </a:cxn>
                <a:cxn ang="0">
                  <a:pos x="71" y="99"/>
                </a:cxn>
                <a:cxn ang="0">
                  <a:pos x="77" y="104"/>
                </a:cxn>
                <a:cxn ang="0">
                  <a:pos x="83" y="107"/>
                </a:cxn>
                <a:cxn ang="0">
                  <a:pos x="90" y="109"/>
                </a:cxn>
                <a:cxn ang="0">
                  <a:pos x="97" y="112"/>
                </a:cxn>
                <a:cxn ang="0">
                  <a:pos x="103" y="112"/>
                </a:cxn>
                <a:cxn ang="0">
                  <a:pos x="110" y="110"/>
                </a:cxn>
                <a:cxn ang="0">
                  <a:pos x="115" y="107"/>
                </a:cxn>
                <a:cxn ang="0">
                  <a:pos x="124" y="98"/>
                </a:cxn>
                <a:cxn ang="0">
                  <a:pos x="133" y="86"/>
                </a:cxn>
                <a:cxn ang="0">
                  <a:pos x="139" y="72"/>
                </a:cxn>
                <a:cxn ang="0">
                  <a:pos x="144" y="57"/>
                </a:cxn>
                <a:cxn ang="0">
                  <a:pos x="148" y="42"/>
                </a:cxn>
                <a:cxn ang="0">
                  <a:pos x="149" y="27"/>
                </a:cxn>
                <a:cxn ang="0">
                  <a:pos x="146" y="12"/>
                </a:cxn>
                <a:cxn ang="0">
                  <a:pos x="142" y="1"/>
                </a:cxn>
                <a:cxn ang="0">
                  <a:pos x="139" y="0"/>
                </a:cxn>
                <a:cxn ang="0">
                  <a:pos x="136" y="1"/>
                </a:cxn>
                <a:cxn ang="0">
                  <a:pos x="135" y="6"/>
                </a:cxn>
                <a:cxn ang="0">
                  <a:pos x="134" y="8"/>
                </a:cxn>
                <a:cxn ang="0">
                  <a:pos x="135" y="18"/>
                </a:cxn>
                <a:cxn ang="0">
                  <a:pos x="135" y="32"/>
                </a:cxn>
                <a:cxn ang="0">
                  <a:pos x="134" y="48"/>
                </a:cxn>
                <a:cxn ang="0">
                  <a:pos x="131" y="63"/>
                </a:cxn>
                <a:cxn ang="0">
                  <a:pos x="128" y="77"/>
                </a:cxn>
                <a:cxn ang="0">
                  <a:pos x="121" y="90"/>
                </a:cxn>
                <a:cxn ang="0">
                  <a:pos x="113" y="98"/>
                </a:cxn>
                <a:cxn ang="0">
                  <a:pos x="101" y="101"/>
                </a:cxn>
                <a:cxn ang="0">
                  <a:pos x="93" y="100"/>
                </a:cxn>
                <a:cxn ang="0">
                  <a:pos x="85" y="98"/>
                </a:cxn>
                <a:cxn ang="0">
                  <a:pos x="78" y="93"/>
                </a:cxn>
                <a:cxn ang="0">
                  <a:pos x="71" y="87"/>
                </a:cxn>
                <a:cxn ang="0">
                  <a:pos x="66" y="80"/>
                </a:cxn>
                <a:cxn ang="0">
                  <a:pos x="60" y="74"/>
                </a:cxn>
                <a:cxn ang="0">
                  <a:pos x="54" y="67"/>
                </a:cxn>
                <a:cxn ang="0">
                  <a:pos x="50" y="61"/>
                </a:cxn>
                <a:cxn ang="0">
                  <a:pos x="44" y="54"/>
                </a:cxn>
                <a:cxn ang="0">
                  <a:pos x="38" y="47"/>
                </a:cxn>
                <a:cxn ang="0">
                  <a:pos x="32" y="40"/>
                </a:cxn>
                <a:cxn ang="0">
                  <a:pos x="25" y="34"/>
                </a:cxn>
                <a:cxn ang="0">
                  <a:pos x="20" y="27"/>
                </a:cxn>
                <a:cxn ang="0">
                  <a:pos x="13" y="22"/>
                </a:cxn>
                <a:cxn ang="0">
                  <a:pos x="6" y="16"/>
                </a:cxn>
                <a:cxn ang="0">
                  <a:pos x="0" y="10"/>
                </a:cxn>
                <a:cxn ang="0">
                  <a:pos x="0" y="10"/>
                </a:cxn>
                <a:cxn ang="0">
                  <a:pos x="0" y="10"/>
                </a:cxn>
                <a:cxn ang="0">
                  <a:pos x="0" y="10"/>
                </a:cxn>
                <a:cxn ang="0">
                  <a:pos x="0" y="10"/>
                </a:cxn>
                <a:cxn ang="0">
                  <a:pos x="0" y="10"/>
                </a:cxn>
              </a:cxnLst>
              <a:rect l="0" t="0" r="r" b="b"/>
              <a:pathLst>
                <a:path w="149" h="112">
                  <a:moveTo>
                    <a:pt x="0" y="10"/>
                  </a:moveTo>
                  <a:lnTo>
                    <a:pt x="8" y="21"/>
                  </a:lnTo>
                  <a:lnTo>
                    <a:pt x="17" y="31"/>
                  </a:lnTo>
                  <a:lnTo>
                    <a:pt x="25" y="42"/>
                  </a:lnTo>
                  <a:lnTo>
                    <a:pt x="33" y="53"/>
                  </a:lnTo>
                  <a:lnTo>
                    <a:pt x="42" y="63"/>
                  </a:lnTo>
                  <a:lnTo>
                    <a:pt x="50" y="74"/>
                  </a:lnTo>
                  <a:lnTo>
                    <a:pt x="58" y="84"/>
                  </a:lnTo>
                  <a:lnTo>
                    <a:pt x="67" y="94"/>
                  </a:lnTo>
                  <a:lnTo>
                    <a:pt x="71" y="99"/>
                  </a:lnTo>
                  <a:lnTo>
                    <a:pt x="77" y="104"/>
                  </a:lnTo>
                  <a:lnTo>
                    <a:pt x="83" y="107"/>
                  </a:lnTo>
                  <a:lnTo>
                    <a:pt x="90" y="109"/>
                  </a:lnTo>
                  <a:lnTo>
                    <a:pt x="97" y="112"/>
                  </a:lnTo>
                  <a:lnTo>
                    <a:pt x="103" y="112"/>
                  </a:lnTo>
                  <a:lnTo>
                    <a:pt x="110" y="110"/>
                  </a:lnTo>
                  <a:lnTo>
                    <a:pt x="115" y="107"/>
                  </a:lnTo>
                  <a:lnTo>
                    <a:pt x="124" y="98"/>
                  </a:lnTo>
                  <a:lnTo>
                    <a:pt x="133" y="86"/>
                  </a:lnTo>
                  <a:lnTo>
                    <a:pt x="139" y="72"/>
                  </a:lnTo>
                  <a:lnTo>
                    <a:pt x="144" y="57"/>
                  </a:lnTo>
                  <a:lnTo>
                    <a:pt x="148" y="42"/>
                  </a:lnTo>
                  <a:lnTo>
                    <a:pt x="149" y="27"/>
                  </a:lnTo>
                  <a:lnTo>
                    <a:pt x="146" y="12"/>
                  </a:lnTo>
                  <a:lnTo>
                    <a:pt x="142" y="1"/>
                  </a:lnTo>
                  <a:lnTo>
                    <a:pt x="139" y="0"/>
                  </a:lnTo>
                  <a:lnTo>
                    <a:pt x="136" y="1"/>
                  </a:lnTo>
                  <a:lnTo>
                    <a:pt x="135" y="6"/>
                  </a:lnTo>
                  <a:lnTo>
                    <a:pt x="134" y="8"/>
                  </a:lnTo>
                  <a:lnTo>
                    <a:pt x="135" y="18"/>
                  </a:lnTo>
                  <a:lnTo>
                    <a:pt x="135" y="32"/>
                  </a:lnTo>
                  <a:lnTo>
                    <a:pt x="134" y="48"/>
                  </a:lnTo>
                  <a:lnTo>
                    <a:pt x="131" y="63"/>
                  </a:lnTo>
                  <a:lnTo>
                    <a:pt x="128" y="77"/>
                  </a:lnTo>
                  <a:lnTo>
                    <a:pt x="121" y="90"/>
                  </a:lnTo>
                  <a:lnTo>
                    <a:pt x="113" y="98"/>
                  </a:lnTo>
                  <a:lnTo>
                    <a:pt x="101" y="101"/>
                  </a:lnTo>
                  <a:lnTo>
                    <a:pt x="93" y="100"/>
                  </a:lnTo>
                  <a:lnTo>
                    <a:pt x="85" y="98"/>
                  </a:lnTo>
                  <a:lnTo>
                    <a:pt x="78" y="93"/>
                  </a:lnTo>
                  <a:lnTo>
                    <a:pt x="71" y="87"/>
                  </a:lnTo>
                  <a:lnTo>
                    <a:pt x="66" y="80"/>
                  </a:lnTo>
                  <a:lnTo>
                    <a:pt x="60" y="74"/>
                  </a:lnTo>
                  <a:lnTo>
                    <a:pt x="54" y="67"/>
                  </a:lnTo>
                  <a:lnTo>
                    <a:pt x="50" y="61"/>
                  </a:lnTo>
                  <a:lnTo>
                    <a:pt x="44" y="54"/>
                  </a:lnTo>
                  <a:lnTo>
                    <a:pt x="38" y="47"/>
                  </a:lnTo>
                  <a:lnTo>
                    <a:pt x="32" y="40"/>
                  </a:lnTo>
                  <a:lnTo>
                    <a:pt x="25" y="34"/>
                  </a:lnTo>
                  <a:lnTo>
                    <a:pt x="20" y="27"/>
                  </a:lnTo>
                  <a:lnTo>
                    <a:pt x="13" y="22"/>
                  </a:lnTo>
                  <a:lnTo>
                    <a:pt x="6" y="16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32" name="Freeform 160"/>
            <p:cNvSpPr>
              <a:spLocks/>
            </p:cNvSpPr>
            <p:nvPr/>
          </p:nvSpPr>
          <p:spPr bwMode="auto">
            <a:xfrm>
              <a:off x="1651" y="3461"/>
              <a:ext cx="15" cy="4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11"/>
                </a:cxn>
                <a:cxn ang="0">
                  <a:pos x="12" y="22"/>
                </a:cxn>
                <a:cxn ang="0">
                  <a:pos x="16" y="32"/>
                </a:cxn>
                <a:cxn ang="0">
                  <a:pos x="21" y="44"/>
                </a:cxn>
                <a:cxn ang="0">
                  <a:pos x="22" y="57"/>
                </a:cxn>
                <a:cxn ang="0">
                  <a:pos x="20" y="66"/>
                </a:cxn>
                <a:cxn ang="0">
                  <a:pos x="15" y="75"/>
                </a:cxn>
                <a:cxn ang="0">
                  <a:pos x="9" y="85"/>
                </a:cxn>
                <a:cxn ang="0">
                  <a:pos x="8" y="87"/>
                </a:cxn>
                <a:cxn ang="0">
                  <a:pos x="9" y="87"/>
                </a:cxn>
                <a:cxn ang="0">
                  <a:pos x="10" y="87"/>
                </a:cxn>
                <a:cxn ang="0">
                  <a:pos x="12" y="85"/>
                </a:cxn>
                <a:cxn ang="0">
                  <a:pos x="17" y="77"/>
                </a:cxn>
                <a:cxn ang="0">
                  <a:pos x="23" y="69"/>
                </a:cxn>
                <a:cxn ang="0">
                  <a:pos x="28" y="61"/>
                </a:cxn>
                <a:cxn ang="0">
                  <a:pos x="30" y="52"/>
                </a:cxn>
                <a:cxn ang="0">
                  <a:pos x="29" y="45"/>
                </a:cxn>
                <a:cxn ang="0">
                  <a:pos x="25" y="38"/>
                </a:cxn>
                <a:cxn ang="0">
                  <a:pos x="22" y="31"/>
                </a:cxn>
                <a:cxn ang="0">
                  <a:pos x="18" y="26"/>
                </a:cxn>
                <a:cxn ang="0">
                  <a:pos x="14" y="19"/>
                </a:cxn>
                <a:cxn ang="0">
                  <a:pos x="9" y="13"/>
                </a:cxn>
                <a:cxn ang="0">
                  <a:pos x="5" y="6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0" h="87">
                  <a:moveTo>
                    <a:pt x="0" y="0"/>
                  </a:moveTo>
                  <a:lnTo>
                    <a:pt x="6" y="11"/>
                  </a:lnTo>
                  <a:lnTo>
                    <a:pt x="12" y="22"/>
                  </a:lnTo>
                  <a:lnTo>
                    <a:pt x="16" y="32"/>
                  </a:lnTo>
                  <a:lnTo>
                    <a:pt x="21" y="44"/>
                  </a:lnTo>
                  <a:lnTo>
                    <a:pt x="22" y="57"/>
                  </a:lnTo>
                  <a:lnTo>
                    <a:pt x="20" y="66"/>
                  </a:lnTo>
                  <a:lnTo>
                    <a:pt x="15" y="75"/>
                  </a:lnTo>
                  <a:lnTo>
                    <a:pt x="9" y="85"/>
                  </a:lnTo>
                  <a:lnTo>
                    <a:pt x="8" y="87"/>
                  </a:lnTo>
                  <a:lnTo>
                    <a:pt x="9" y="87"/>
                  </a:lnTo>
                  <a:lnTo>
                    <a:pt x="10" y="87"/>
                  </a:lnTo>
                  <a:lnTo>
                    <a:pt x="12" y="85"/>
                  </a:lnTo>
                  <a:lnTo>
                    <a:pt x="17" y="77"/>
                  </a:lnTo>
                  <a:lnTo>
                    <a:pt x="23" y="69"/>
                  </a:lnTo>
                  <a:lnTo>
                    <a:pt x="28" y="61"/>
                  </a:lnTo>
                  <a:lnTo>
                    <a:pt x="30" y="52"/>
                  </a:lnTo>
                  <a:lnTo>
                    <a:pt x="29" y="45"/>
                  </a:lnTo>
                  <a:lnTo>
                    <a:pt x="25" y="38"/>
                  </a:lnTo>
                  <a:lnTo>
                    <a:pt x="22" y="31"/>
                  </a:lnTo>
                  <a:lnTo>
                    <a:pt x="18" y="26"/>
                  </a:lnTo>
                  <a:lnTo>
                    <a:pt x="14" y="19"/>
                  </a:lnTo>
                  <a:lnTo>
                    <a:pt x="9" y="13"/>
                  </a:lnTo>
                  <a:lnTo>
                    <a:pt x="5" y="6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33" name="Freeform 161"/>
            <p:cNvSpPr>
              <a:spLocks/>
            </p:cNvSpPr>
            <p:nvPr/>
          </p:nvSpPr>
          <p:spPr bwMode="auto">
            <a:xfrm>
              <a:off x="1656" y="3486"/>
              <a:ext cx="49" cy="25"/>
            </a:xfrm>
            <a:custGeom>
              <a:avLst/>
              <a:gdLst/>
              <a:ahLst/>
              <a:cxnLst>
                <a:cxn ang="0">
                  <a:pos x="0" y="14"/>
                </a:cxn>
                <a:cxn ang="0">
                  <a:pos x="3" y="22"/>
                </a:cxn>
                <a:cxn ang="0">
                  <a:pos x="6" y="29"/>
                </a:cxn>
                <a:cxn ang="0">
                  <a:pos x="12" y="36"/>
                </a:cxn>
                <a:cxn ang="0">
                  <a:pos x="18" y="40"/>
                </a:cxn>
                <a:cxn ang="0">
                  <a:pos x="25" y="44"/>
                </a:cxn>
                <a:cxn ang="0">
                  <a:pos x="33" y="46"/>
                </a:cxn>
                <a:cxn ang="0">
                  <a:pos x="41" y="48"/>
                </a:cxn>
                <a:cxn ang="0">
                  <a:pos x="50" y="49"/>
                </a:cxn>
                <a:cxn ang="0">
                  <a:pos x="59" y="49"/>
                </a:cxn>
                <a:cxn ang="0">
                  <a:pos x="67" y="47"/>
                </a:cxn>
                <a:cxn ang="0">
                  <a:pos x="74" y="43"/>
                </a:cxn>
                <a:cxn ang="0">
                  <a:pos x="81" y="37"/>
                </a:cxn>
                <a:cxn ang="0">
                  <a:pos x="86" y="31"/>
                </a:cxn>
                <a:cxn ang="0">
                  <a:pos x="90" y="23"/>
                </a:cxn>
                <a:cxn ang="0">
                  <a:pos x="94" y="16"/>
                </a:cxn>
                <a:cxn ang="0">
                  <a:pos x="97" y="8"/>
                </a:cxn>
                <a:cxn ang="0">
                  <a:pos x="97" y="2"/>
                </a:cxn>
                <a:cxn ang="0">
                  <a:pos x="95" y="0"/>
                </a:cxn>
                <a:cxn ang="0">
                  <a:pos x="90" y="0"/>
                </a:cxn>
                <a:cxn ang="0">
                  <a:pos x="87" y="3"/>
                </a:cxn>
                <a:cxn ang="0">
                  <a:pos x="79" y="13"/>
                </a:cxn>
                <a:cxn ang="0">
                  <a:pos x="68" y="21"/>
                </a:cxn>
                <a:cxn ang="0">
                  <a:pos x="57" y="28"/>
                </a:cxn>
                <a:cxn ang="0">
                  <a:pos x="44" y="32"/>
                </a:cxn>
                <a:cxn ang="0">
                  <a:pos x="31" y="33"/>
                </a:cxn>
                <a:cxn ang="0">
                  <a:pos x="19" y="31"/>
                </a:cxn>
                <a:cxn ang="0">
                  <a:pos x="10" y="24"/>
                </a:cxn>
                <a:cxn ang="0">
                  <a:pos x="2" y="13"/>
                </a:cxn>
                <a:cxn ang="0">
                  <a:pos x="0" y="13"/>
                </a:cxn>
                <a:cxn ang="0">
                  <a:pos x="0" y="13"/>
                </a:cxn>
                <a:cxn ang="0">
                  <a:pos x="0" y="13"/>
                </a:cxn>
                <a:cxn ang="0">
                  <a:pos x="0" y="14"/>
                </a:cxn>
                <a:cxn ang="0">
                  <a:pos x="0" y="14"/>
                </a:cxn>
              </a:cxnLst>
              <a:rect l="0" t="0" r="r" b="b"/>
              <a:pathLst>
                <a:path w="97" h="49">
                  <a:moveTo>
                    <a:pt x="0" y="14"/>
                  </a:moveTo>
                  <a:lnTo>
                    <a:pt x="3" y="22"/>
                  </a:lnTo>
                  <a:lnTo>
                    <a:pt x="6" y="29"/>
                  </a:lnTo>
                  <a:lnTo>
                    <a:pt x="12" y="36"/>
                  </a:lnTo>
                  <a:lnTo>
                    <a:pt x="18" y="40"/>
                  </a:lnTo>
                  <a:lnTo>
                    <a:pt x="25" y="44"/>
                  </a:lnTo>
                  <a:lnTo>
                    <a:pt x="33" y="46"/>
                  </a:lnTo>
                  <a:lnTo>
                    <a:pt x="41" y="48"/>
                  </a:lnTo>
                  <a:lnTo>
                    <a:pt x="50" y="49"/>
                  </a:lnTo>
                  <a:lnTo>
                    <a:pt x="59" y="49"/>
                  </a:lnTo>
                  <a:lnTo>
                    <a:pt x="67" y="47"/>
                  </a:lnTo>
                  <a:lnTo>
                    <a:pt x="74" y="43"/>
                  </a:lnTo>
                  <a:lnTo>
                    <a:pt x="81" y="37"/>
                  </a:lnTo>
                  <a:lnTo>
                    <a:pt x="86" y="31"/>
                  </a:lnTo>
                  <a:lnTo>
                    <a:pt x="90" y="23"/>
                  </a:lnTo>
                  <a:lnTo>
                    <a:pt x="94" y="16"/>
                  </a:lnTo>
                  <a:lnTo>
                    <a:pt x="97" y="8"/>
                  </a:lnTo>
                  <a:lnTo>
                    <a:pt x="97" y="2"/>
                  </a:lnTo>
                  <a:lnTo>
                    <a:pt x="95" y="0"/>
                  </a:lnTo>
                  <a:lnTo>
                    <a:pt x="90" y="0"/>
                  </a:lnTo>
                  <a:lnTo>
                    <a:pt x="87" y="3"/>
                  </a:lnTo>
                  <a:lnTo>
                    <a:pt x="79" y="13"/>
                  </a:lnTo>
                  <a:lnTo>
                    <a:pt x="68" y="21"/>
                  </a:lnTo>
                  <a:lnTo>
                    <a:pt x="57" y="28"/>
                  </a:lnTo>
                  <a:lnTo>
                    <a:pt x="44" y="32"/>
                  </a:lnTo>
                  <a:lnTo>
                    <a:pt x="31" y="33"/>
                  </a:lnTo>
                  <a:lnTo>
                    <a:pt x="19" y="31"/>
                  </a:lnTo>
                  <a:lnTo>
                    <a:pt x="10" y="24"/>
                  </a:lnTo>
                  <a:lnTo>
                    <a:pt x="2" y="13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0" y="14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34" name="Freeform 162"/>
            <p:cNvSpPr>
              <a:spLocks/>
            </p:cNvSpPr>
            <p:nvPr/>
          </p:nvSpPr>
          <p:spPr bwMode="auto">
            <a:xfrm>
              <a:off x="1720" y="3489"/>
              <a:ext cx="35" cy="23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5" y="2"/>
                </a:cxn>
                <a:cxn ang="0">
                  <a:pos x="11" y="2"/>
                </a:cxn>
                <a:cxn ang="0">
                  <a:pos x="15" y="4"/>
                </a:cxn>
                <a:cxn ang="0">
                  <a:pos x="20" y="7"/>
                </a:cxn>
                <a:cxn ang="0">
                  <a:pos x="23" y="9"/>
                </a:cxn>
                <a:cxn ang="0">
                  <a:pos x="28" y="12"/>
                </a:cxn>
                <a:cxn ang="0">
                  <a:pos x="32" y="15"/>
                </a:cxn>
                <a:cxn ang="0">
                  <a:pos x="36" y="18"/>
                </a:cxn>
                <a:cxn ang="0">
                  <a:pos x="44" y="25"/>
                </a:cxn>
                <a:cxn ang="0">
                  <a:pos x="52" y="32"/>
                </a:cxn>
                <a:cxn ang="0">
                  <a:pos x="60" y="39"/>
                </a:cxn>
                <a:cxn ang="0">
                  <a:pos x="68" y="46"/>
                </a:cxn>
                <a:cxn ang="0">
                  <a:pos x="68" y="46"/>
                </a:cxn>
                <a:cxn ang="0">
                  <a:pos x="69" y="45"/>
                </a:cxn>
                <a:cxn ang="0">
                  <a:pos x="70" y="43"/>
                </a:cxn>
                <a:cxn ang="0">
                  <a:pos x="70" y="42"/>
                </a:cxn>
                <a:cxn ang="0">
                  <a:pos x="64" y="35"/>
                </a:cxn>
                <a:cxn ang="0">
                  <a:pos x="57" y="27"/>
                </a:cxn>
                <a:cxn ang="0">
                  <a:pos x="47" y="20"/>
                </a:cxn>
                <a:cxn ang="0">
                  <a:pos x="39" y="12"/>
                </a:cxn>
                <a:cxn ang="0">
                  <a:pos x="30" y="7"/>
                </a:cxn>
                <a:cxn ang="0">
                  <a:pos x="21" y="2"/>
                </a:cxn>
                <a:cxn ang="0">
                  <a:pos x="11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70" h="46">
                  <a:moveTo>
                    <a:pt x="0" y="2"/>
                  </a:moveTo>
                  <a:lnTo>
                    <a:pt x="5" y="2"/>
                  </a:lnTo>
                  <a:lnTo>
                    <a:pt x="11" y="2"/>
                  </a:lnTo>
                  <a:lnTo>
                    <a:pt x="15" y="4"/>
                  </a:lnTo>
                  <a:lnTo>
                    <a:pt x="20" y="7"/>
                  </a:lnTo>
                  <a:lnTo>
                    <a:pt x="23" y="9"/>
                  </a:lnTo>
                  <a:lnTo>
                    <a:pt x="28" y="12"/>
                  </a:lnTo>
                  <a:lnTo>
                    <a:pt x="32" y="15"/>
                  </a:lnTo>
                  <a:lnTo>
                    <a:pt x="36" y="18"/>
                  </a:lnTo>
                  <a:lnTo>
                    <a:pt x="44" y="25"/>
                  </a:lnTo>
                  <a:lnTo>
                    <a:pt x="52" y="32"/>
                  </a:lnTo>
                  <a:lnTo>
                    <a:pt x="60" y="39"/>
                  </a:lnTo>
                  <a:lnTo>
                    <a:pt x="68" y="46"/>
                  </a:lnTo>
                  <a:lnTo>
                    <a:pt x="68" y="46"/>
                  </a:lnTo>
                  <a:lnTo>
                    <a:pt x="69" y="45"/>
                  </a:lnTo>
                  <a:lnTo>
                    <a:pt x="70" y="43"/>
                  </a:lnTo>
                  <a:lnTo>
                    <a:pt x="70" y="42"/>
                  </a:lnTo>
                  <a:lnTo>
                    <a:pt x="64" y="35"/>
                  </a:lnTo>
                  <a:lnTo>
                    <a:pt x="57" y="27"/>
                  </a:lnTo>
                  <a:lnTo>
                    <a:pt x="47" y="20"/>
                  </a:lnTo>
                  <a:lnTo>
                    <a:pt x="39" y="12"/>
                  </a:lnTo>
                  <a:lnTo>
                    <a:pt x="30" y="7"/>
                  </a:lnTo>
                  <a:lnTo>
                    <a:pt x="21" y="2"/>
                  </a:lnTo>
                  <a:lnTo>
                    <a:pt x="11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35" name="Freeform 163"/>
            <p:cNvSpPr>
              <a:spLocks/>
            </p:cNvSpPr>
            <p:nvPr/>
          </p:nvSpPr>
          <p:spPr bwMode="auto">
            <a:xfrm>
              <a:off x="1638" y="3493"/>
              <a:ext cx="24" cy="102"/>
            </a:xfrm>
            <a:custGeom>
              <a:avLst/>
              <a:gdLst/>
              <a:ahLst/>
              <a:cxnLst>
                <a:cxn ang="0">
                  <a:pos x="46" y="0"/>
                </a:cxn>
                <a:cxn ang="0">
                  <a:pos x="31" y="24"/>
                </a:cxn>
                <a:cxn ang="0">
                  <a:pos x="19" y="48"/>
                </a:cxn>
                <a:cxn ang="0">
                  <a:pos x="10" y="72"/>
                </a:cxn>
                <a:cxn ang="0">
                  <a:pos x="4" y="96"/>
                </a:cxn>
                <a:cxn ang="0">
                  <a:pos x="1" y="122"/>
                </a:cxn>
                <a:cxn ang="0">
                  <a:pos x="0" y="148"/>
                </a:cxn>
                <a:cxn ang="0">
                  <a:pos x="2" y="175"/>
                </a:cxn>
                <a:cxn ang="0">
                  <a:pos x="7" y="204"/>
                </a:cxn>
                <a:cxn ang="0">
                  <a:pos x="8" y="205"/>
                </a:cxn>
                <a:cxn ang="0">
                  <a:pos x="9" y="204"/>
                </a:cxn>
                <a:cxn ang="0">
                  <a:pos x="11" y="202"/>
                </a:cxn>
                <a:cxn ang="0">
                  <a:pos x="11" y="200"/>
                </a:cxn>
                <a:cxn ang="0">
                  <a:pos x="9" y="175"/>
                </a:cxn>
                <a:cxn ang="0">
                  <a:pos x="7" y="149"/>
                </a:cxn>
                <a:cxn ang="0">
                  <a:pos x="5" y="125"/>
                </a:cxn>
                <a:cxn ang="0">
                  <a:pos x="7" y="100"/>
                </a:cxn>
                <a:cxn ang="0">
                  <a:pos x="9" y="86"/>
                </a:cxn>
                <a:cxn ang="0">
                  <a:pos x="11" y="73"/>
                </a:cxn>
                <a:cxn ang="0">
                  <a:pos x="16" y="61"/>
                </a:cxn>
                <a:cxn ang="0">
                  <a:pos x="20" y="48"/>
                </a:cxn>
                <a:cxn ang="0">
                  <a:pos x="26" y="35"/>
                </a:cxn>
                <a:cxn ang="0">
                  <a:pos x="33" y="23"/>
                </a:cxn>
                <a:cxn ang="0">
                  <a:pos x="40" y="11"/>
                </a:cxn>
                <a:cxn ang="0">
                  <a:pos x="47" y="0"/>
                </a:cxn>
                <a:cxn ang="0">
                  <a:pos x="47" y="0"/>
                </a:cxn>
                <a:cxn ang="0">
                  <a:pos x="47" y="0"/>
                </a:cxn>
                <a:cxn ang="0">
                  <a:pos x="47" y="0"/>
                </a:cxn>
                <a:cxn ang="0">
                  <a:pos x="46" y="0"/>
                </a:cxn>
                <a:cxn ang="0">
                  <a:pos x="46" y="0"/>
                </a:cxn>
              </a:cxnLst>
              <a:rect l="0" t="0" r="r" b="b"/>
              <a:pathLst>
                <a:path w="47" h="205">
                  <a:moveTo>
                    <a:pt x="46" y="0"/>
                  </a:moveTo>
                  <a:lnTo>
                    <a:pt x="31" y="24"/>
                  </a:lnTo>
                  <a:lnTo>
                    <a:pt x="19" y="48"/>
                  </a:lnTo>
                  <a:lnTo>
                    <a:pt x="10" y="72"/>
                  </a:lnTo>
                  <a:lnTo>
                    <a:pt x="4" y="96"/>
                  </a:lnTo>
                  <a:lnTo>
                    <a:pt x="1" y="122"/>
                  </a:lnTo>
                  <a:lnTo>
                    <a:pt x="0" y="148"/>
                  </a:lnTo>
                  <a:lnTo>
                    <a:pt x="2" y="175"/>
                  </a:lnTo>
                  <a:lnTo>
                    <a:pt x="7" y="204"/>
                  </a:lnTo>
                  <a:lnTo>
                    <a:pt x="8" y="205"/>
                  </a:lnTo>
                  <a:lnTo>
                    <a:pt x="9" y="204"/>
                  </a:lnTo>
                  <a:lnTo>
                    <a:pt x="11" y="202"/>
                  </a:lnTo>
                  <a:lnTo>
                    <a:pt x="11" y="200"/>
                  </a:lnTo>
                  <a:lnTo>
                    <a:pt x="9" y="175"/>
                  </a:lnTo>
                  <a:lnTo>
                    <a:pt x="7" y="149"/>
                  </a:lnTo>
                  <a:lnTo>
                    <a:pt x="5" y="125"/>
                  </a:lnTo>
                  <a:lnTo>
                    <a:pt x="7" y="100"/>
                  </a:lnTo>
                  <a:lnTo>
                    <a:pt x="9" y="86"/>
                  </a:lnTo>
                  <a:lnTo>
                    <a:pt x="11" y="73"/>
                  </a:lnTo>
                  <a:lnTo>
                    <a:pt x="16" y="61"/>
                  </a:lnTo>
                  <a:lnTo>
                    <a:pt x="20" y="48"/>
                  </a:lnTo>
                  <a:lnTo>
                    <a:pt x="26" y="35"/>
                  </a:lnTo>
                  <a:lnTo>
                    <a:pt x="33" y="23"/>
                  </a:lnTo>
                  <a:lnTo>
                    <a:pt x="40" y="11"/>
                  </a:lnTo>
                  <a:lnTo>
                    <a:pt x="47" y="0"/>
                  </a:lnTo>
                  <a:lnTo>
                    <a:pt x="47" y="0"/>
                  </a:lnTo>
                  <a:lnTo>
                    <a:pt x="47" y="0"/>
                  </a:lnTo>
                  <a:lnTo>
                    <a:pt x="47" y="0"/>
                  </a:lnTo>
                  <a:lnTo>
                    <a:pt x="46" y="0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36" name="Freeform 164"/>
            <p:cNvSpPr>
              <a:spLocks/>
            </p:cNvSpPr>
            <p:nvPr/>
          </p:nvSpPr>
          <p:spPr bwMode="auto">
            <a:xfrm>
              <a:off x="1580" y="3541"/>
              <a:ext cx="57" cy="60"/>
            </a:xfrm>
            <a:custGeom>
              <a:avLst/>
              <a:gdLst/>
              <a:ahLst/>
              <a:cxnLst>
                <a:cxn ang="0">
                  <a:pos x="57" y="0"/>
                </a:cxn>
                <a:cxn ang="0">
                  <a:pos x="51" y="8"/>
                </a:cxn>
                <a:cxn ang="0">
                  <a:pos x="44" y="15"/>
                </a:cxn>
                <a:cxn ang="0">
                  <a:pos x="38" y="22"/>
                </a:cxn>
                <a:cxn ang="0">
                  <a:pos x="31" y="29"/>
                </a:cxn>
                <a:cxn ang="0">
                  <a:pos x="26" y="36"/>
                </a:cxn>
                <a:cxn ang="0">
                  <a:pos x="20" y="43"/>
                </a:cxn>
                <a:cxn ang="0">
                  <a:pos x="14" y="50"/>
                </a:cxn>
                <a:cxn ang="0">
                  <a:pos x="8" y="58"/>
                </a:cxn>
                <a:cxn ang="0">
                  <a:pos x="4" y="66"/>
                </a:cxn>
                <a:cxn ang="0">
                  <a:pos x="0" y="74"/>
                </a:cxn>
                <a:cxn ang="0">
                  <a:pos x="0" y="83"/>
                </a:cxn>
                <a:cxn ang="0">
                  <a:pos x="3" y="91"/>
                </a:cxn>
                <a:cxn ang="0">
                  <a:pos x="6" y="96"/>
                </a:cxn>
                <a:cxn ang="0">
                  <a:pos x="10" y="99"/>
                </a:cxn>
                <a:cxn ang="0">
                  <a:pos x="14" y="103"/>
                </a:cxn>
                <a:cxn ang="0">
                  <a:pos x="20" y="106"/>
                </a:cxn>
                <a:cxn ang="0">
                  <a:pos x="26" y="110"/>
                </a:cxn>
                <a:cxn ang="0">
                  <a:pos x="31" y="112"/>
                </a:cxn>
                <a:cxn ang="0">
                  <a:pos x="37" y="114"/>
                </a:cxn>
                <a:cxn ang="0">
                  <a:pos x="42" y="115"/>
                </a:cxn>
                <a:cxn ang="0">
                  <a:pos x="51" y="118"/>
                </a:cxn>
                <a:cxn ang="0">
                  <a:pos x="60" y="119"/>
                </a:cxn>
                <a:cxn ang="0">
                  <a:pos x="69" y="120"/>
                </a:cxn>
                <a:cxn ang="0">
                  <a:pos x="78" y="121"/>
                </a:cxn>
                <a:cxn ang="0">
                  <a:pos x="86" y="120"/>
                </a:cxn>
                <a:cxn ang="0">
                  <a:pos x="94" y="119"/>
                </a:cxn>
                <a:cxn ang="0">
                  <a:pos x="101" y="114"/>
                </a:cxn>
                <a:cxn ang="0">
                  <a:pos x="109" y="109"/>
                </a:cxn>
                <a:cxn ang="0">
                  <a:pos x="112" y="104"/>
                </a:cxn>
                <a:cxn ang="0">
                  <a:pos x="114" y="97"/>
                </a:cxn>
                <a:cxn ang="0">
                  <a:pos x="114" y="92"/>
                </a:cxn>
                <a:cxn ang="0">
                  <a:pos x="109" y="90"/>
                </a:cxn>
                <a:cxn ang="0">
                  <a:pos x="102" y="90"/>
                </a:cxn>
                <a:cxn ang="0">
                  <a:pos x="96" y="91"/>
                </a:cxn>
                <a:cxn ang="0">
                  <a:pos x="89" y="92"/>
                </a:cxn>
                <a:cxn ang="0">
                  <a:pos x="83" y="95"/>
                </a:cxn>
                <a:cxn ang="0">
                  <a:pos x="78" y="96"/>
                </a:cxn>
                <a:cxn ang="0">
                  <a:pos x="71" y="97"/>
                </a:cxn>
                <a:cxn ang="0">
                  <a:pos x="65" y="98"/>
                </a:cxn>
                <a:cxn ang="0">
                  <a:pos x="58" y="98"/>
                </a:cxn>
                <a:cxn ang="0">
                  <a:pos x="52" y="98"/>
                </a:cxn>
                <a:cxn ang="0">
                  <a:pos x="46" y="98"/>
                </a:cxn>
                <a:cxn ang="0">
                  <a:pos x="42" y="97"/>
                </a:cxn>
                <a:cxn ang="0">
                  <a:pos x="36" y="97"/>
                </a:cxn>
                <a:cxn ang="0">
                  <a:pos x="31" y="96"/>
                </a:cxn>
                <a:cxn ang="0">
                  <a:pos x="26" y="94"/>
                </a:cxn>
                <a:cxn ang="0">
                  <a:pos x="21" y="91"/>
                </a:cxn>
                <a:cxn ang="0">
                  <a:pos x="15" y="89"/>
                </a:cxn>
                <a:cxn ang="0">
                  <a:pos x="8" y="81"/>
                </a:cxn>
                <a:cxn ang="0">
                  <a:pos x="7" y="70"/>
                </a:cxn>
                <a:cxn ang="0">
                  <a:pos x="13" y="58"/>
                </a:cxn>
                <a:cxn ang="0">
                  <a:pos x="21" y="44"/>
                </a:cxn>
                <a:cxn ang="0">
                  <a:pos x="31" y="30"/>
                </a:cxn>
                <a:cxn ang="0">
                  <a:pos x="42" y="19"/>
                </a:cxn>
                <a:cxn ang="0">
                  <a:pos x="51" y="7"/>
                </a:cxn>
                <a:cxn ang="0">
                  <a:pos x="57" y="0"/>
                </a:cxn>
                <a:cxn ang="0">
                  <a:pos x="57" y="0"/>
                </a:cxn>
                <a:cxn ang="0">
                  <a:pos x="57" y="0"/>
                </a:cxn>
                <a:cxn ang="0">
                  <a:pos x="57" y="0"/>
                </a:cxn>
                <a:cxn ang="0">
                  <a:pos x="57" y="0"/>
                </a:cxn>
                <a:cxn ang="0">
                  <a:pos x="57" y="0"/>
                </a:cxn>
              </a:cxnLst>
              <a:rect l="0" t="0" r="r" b="b"/>
              <a:pathLst>
                <a:path w="114" h="121">
                  <a:moveTo>
                    <a:pt x="57" y="0"/>
                  </a:moveTo>
                  <a:lnTo>
                    <a:pt x="51" y="8"/>
                  </a:lnTo>
                  <a:lnTo>
                    <a:pt x="44" y="15"/>
                  </a:lnTo>
                  <a:lnTo>
                    <a:pt x="38" y="22"/>
                  </a:lnTo>
                  <a:lnTo>
                    <a:pt x="31" y="29"/>
                  </a:lnTo>
                  <a:lnTo>
                    <a:pt x="26" y="36"/>
                  </a:lnTo>
                  <a:lnTo>
                    <a:pt x="20" y="43"/>
                  </a:lnTo>
                  <a:lnTo>
                    <a:pt x="14" y="50"/>
                  </a:lnTo>
                  <a:lnTo>
                    <a:pt x="8" y="58"/>
                  </a:lnTo>
                  <a:lnTo>
                    <a:pt x="4" y="66"/>
                  </a:lnTo>
                  <a:lnTo>
                    <a:pt x="0" y="74"/>
                  </a:lnTo>
                  <a:lnTo>
                    <a:pt x="0" y="83"/>
                  </a:lnTo>
                  <a:lnTo>
                    <a:pt x="3" y="91"/>
                  </a:lnTo>
                  <a:lnTo>
                    <a:pt x="6" y="96"/>
                  </a:lnTo>
                  <a:lnTo>
                    <a:pt x="10" y="99"/>
                  </a:lnTo>
                  <a:lnTo>
                    <a:pt x="14" y="103"/>
                  </a:lnTo>
                  <a:lnTo>
                    <a:pt x="20" y="106"/>
                  </a:lnTo>
                  <a:lnTo>
                    <a:pt x="26" y="110"/>
                  </a:lnTo>
                  <a:lnTo>
                    <a:pt x="31" y="112"/>
                  </a:lnTo>
                  <a:lnTo>
                    <a:pt x="37" y="114"/>
                  </a:lnTo>
                  <a:lnTo>
                    <a:pt x="42" y="115"/>
                  </a:lnTo>
                  <a:lnTo>
                    <a:pt x="51" y="118"/>
                  </a:lnTo>
                  <a:lnTo>
                    <a:pt x="60" y="119"/>
                  </a:lnTo>
                  <a:lnTo>
                    <a:pt x="69" y="120"/>
                  </a:lnTo>
                  <a:lnTo>
                    <a:pt x="78" y="121"/>
                  </a:lnTo>
                  <a:lnTo>
                    <a:pt x="86" y="120"/>
                  </a:lnTo>
                  <a:lnTo>
                    <a:pt x="94" y="119"/>
                  </a:lnTo>
                  <a:lnTo>
                    <a:pt x="101" y="114"/>
                  </a:lnTo>
                  <a:lnTo>
                    <a:pt x="109" y="109"/>
                  </a:lnTo>
                  <a:lnTo>
                    <a:pt x="112" y="104"/>
                  </a:lnTo>
                  <a:lnTo>
                    <a:pt x="114" y="97"/>
                  </a:lnTo>
                  <a:lnTo>
                    <a:pt x="114" y="92"/>
                  </a:lnTo>
                  <a:lnTo>
                    <a:pt x="109" y="90"/>
                  </a:lnTo>
                  <a:lnTo>
                    <a:pt x="102" y="90"/>
                  </a:lnTo>
                  <a:lnTo>
                    <a:pt x="96" y="91"/>
                  </a:lnTo>
                  <a:lnTo>
                    <a:pt x="89" y="92"/>
                  </a:lnTo>
                  <a:lnTo>
                    <a:pt x="83" y="95"/>
                  </a:lnTo>
                  <a:lnTo>
                    <a:pt x="78" y="96"/>
                  </a:lnTo>
                  <a:lnTo>
                    <a:pt x="71" y="97"/>
                  </a:lnTo>
                  <a:lnTo>
                    <a:pt x="65" y="98"/>
                  </a:lnTo>
                  <a:lnTo>
                    <a:pt x="58" y="98"/>
                  </a:lnTo>
                  <a:lnTo>
                    <a:pt x="52" y="98"/>
                  </a:lnTo>
                  <a:lnTo>
                    <a:pt x="46" y="98"/>
                  </a:lnTo>
                  <a:lnTo>
                    <a:pt x="42" y="97"/>
                  </a:lnTo>
                  <a:lnTo>
                    <a:pt x="36" y="97"/>
                  </a:lnTo>
                  <a:lnTo>
                    <a:pt x="31" y="96"/>
                  </a:lnTo>
                  <a:lnTo>
                    <a:pt x="26" y="94"/>
                  </a:lnTo>
                  <a:lnTo>
                    <a:pt x="21" y="91"/>
                  </a:lnTo>
                  <a:lnTo>
                    <a:pt x="15" y="89"/>
                  </a:lnTo>
                  <a:lnTo>
                    <a:pt x="8" y="81"/>
                  </a:lnTo>
                  <a:lnTo>
                    <a:pt x="7" y="70"/>
                  </a:lnTo>
                  <a:lnTo>
                    <a:pt x="13" y="58"/>
                  </a:lnTo>
                  <a:lnTo>
                    <a:pt x="21" y="44"/>
                  </a:lnTo>
                  <a:lnTo>
                    <a:pt x="31" y="30"/>
                  </a:lnTo>
                  <a:lnTo>
                    <a:pt x="42" y="19"/>
                  </a:lnTo>
                  <a:lnTo>
                    <a:pt x="51" y="7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57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37" name="Freeform 165"/>
            <p:cNvSpPr>
              <a:spLocks/>
            </p:cNvSpPr>
            <p:nvPr/>
          </p:nvSpPr>
          <p:spPr bwMode="auto">
            <a:xfrm>
              <a:off x="1688" y="3458"/>
              <a:ext cx="26" cy="31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9" y="6"/>
                </a:cxn>
                <a:cxn ang="0">
                  <a:pos x="17" y="12"/>
                </a:cxn>
                <a:cxn ang="0">
                  <a:pos x="24" y="19"/>
                </a:cxn>
                <a:cxn ang="0">
                  <a:pos x="31" y="27"/>
                </a:cxn>
                <a:cxn ang="0">
                  <a:pos x="35" y="35"/>
                </a:cxn>
                <a:cxn ang="0">
                  <a:pos x="38" y="44"/>
                </a:cxn>
                <a:cxn ang="0">
                  <a:pos x="41" y="52"/>
                </a:cxn>
                <a:cxn ang="0">
                  <a:pos x="45" y="61"/>
                </a:cxn>
                <a:cxn ang="0">
                  <a:pos x="46" y="63"/>
                </a:cxn>
                <a:cxn ang="0">
                  <a:pos x="48" y="61"/>
                </a:cxn>
                <a:cxn ang="0">
                  <a:pos x="50" y="59"/>
                </a:cxn>
                <a:cxn ang="0">
                  <a:pos x="52" y="57"/>
                </a:cxn>
                <a:cxn ang="0">
                  <a:pos x="50" y="48"/>
                </a:cxn>
                <a:cxn ang="0">
                  <a:pos x="47" y="38"/>
                </a:cxn>
                <a:cxn ang="0">
                  <a:pos x="41" y="29"/>
                </a:cxn>
                <a:cxn ang="0">
                  <a:pos x="34" y="21"/>
                </a:cxn>
                <a:cxn ang="0">
                  <a:pos x="26" y="15"/>
                </a:cxn>
                <a:cxn ang="0">
                  <a:pos x="18" y="8"/>
                </a:cxn>
                <a:cxn ang="0">
                  <a:pos x="9" y="4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52" h="63">
                  <a:moveTo>
                    <a:pt x="0" y="2"/>
                  </a:moveTo>
                  <a:lnTo>
                    <a:pt x="9" y="6"/>
                  </a:lnTo>
                  <a:lnTo>
                    <a:pt x="17" y="12"/>
                  </a:lnTo>
                  <a:lnTo>
                    <a:pt x="24" y="19"/>
                  </a:lnTo>
                  <a:lnTo>
                    <a:pt x="31" y="27"/>
                  </a:lnTo>
                  <a:lnTo>
                    <a:pt x="35" y="35"/>
                  </a:lnTo>
                  <a:lnTo>
                    <a:pt x="38" y="44"/>
                  </a:lnTo>
                  <a:lnTo>
                    <a:pt x="41" y="52"/>
                  </a:lnTo>
                  <a:lnTo>
                    <a:pt x="45" y="61"/>
                  </a:lnTo>
                  <a:lnTo>
                    <a:pt x="46" y="63"/>
                  </a:lnTo>
                  <a:lnTo>
                    <a:pt x="48" y="61"/>
                  </a:lnTo>
                  <a:lnTo>
                    <a:pt x="50" y="59"/>
                  </a:lnTo>
                  <a:lnTo>
                    <a:pt x="52" y="57"/>
                  </a:lnTo>
                  <a:lnTo>
                    <a:pt x="50" y="48"/>
                  </a:lnTo>
                  <a:lnTo>
                    <a:pt x="47" y="38"/>
                  </a:lnTo>
                  <a:lnTo>
                    <a:pt x="41" y="29"/>
                  </a:lnTo>
                  <a:lnTo>
                    <a:pt x="34" y="21"/>
                  </a:lnTo>
                  <a:lnTo>
                    <a:pt x="26" y="15"/>
                  </a:lnTo>
                  <a:lnTo>
                    <a:pt x="18" y="8"/>
                  </a:lnTo>
                  <a:lnTo>
                    <a:pt x="9" y="4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38" name="Freeform 166"/>
            <p:cNvSpPr>
              <a:spLocks/>
            </p:cNvSpPr>
            <p:nvPr/>
          </p:nvSpPr>
          <p:spPr bwMode="auto">
            <a:xfrm>
              <a:off x="1759" y="3463"/>
              <a:ext cx="23" cy="23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6" y="6"/>
                </a:cxn>
                <a:cxn ang="0">
                  <a:pos x="12" y="10"/>
                </a:cxn>
                <a:cxn ang="0">
                  <a:pos x="18" y="16"/>
                </a:cxn>
                <a:cxn ang="0">
                  <a:pos x="24" y="22"/>
                </a:cxn>
                <a:cxn ang="0">
                  <a:pos x="26" y="24"/>
                </a:cxn>
                <a:cxn ang="0">
                  <a:pos x="28" y="27"/>
                </a:cxn>
                <a:cxn ang="0">
                  <a:pos x="31" y="30"/>
                </a:cxn>
                <a:cxn ang="0">
                  <a:pos x="33" y="33"/>
                </a:cxn>
                <a:cxn ang="0">
                  <a:pos x="34" y="35"/>
                </a:cxn>
                <a:cxn ang="0">
                  <a:pos x="36" y="39"/>
                </a:cxn>
                <a:cxn ang="0">
                  <a:pos x="38" y="42"/>
                </a:cxn>
                <a:cxn ang="0">
                  <a:pos x="40" y="45"/>
                </a:cxn>
                <a:cxn ang="0">
                  <a:pos x="42" y="46"/>
                </a:cxn>
                <a:cxn ang="0">
                  <a:pos x="44" y="45"/>
                </a:cxn>
                <a:cxn ang="0">
                  <a:pos x="46" y="44"/>
                </a:cxn>
                <a:cxn ang="0">
                  <a:pos x="46" y="41"/>
                </a:cxn>
                <a:cxn ang="0">
                  <a:pos x="44" y="34"/>
                </a:cxn>
                <a:cxn ang="0">
                  <a:pos x="40" y="29"/>
                </a:cxn>
                <a:cxn ang="0">
                  <a:pos x="34" y="24"/>
                </a:cxn>
                <a:cxn ang="0">
                  <a:pos x="29" y="19"/>
                </a:cxn>
                <a:cxn ang="0">
                  <a:pos x="23" y="15"/>
                </a:cxn>
                <a:cxn ang="0">
                  <a:pos x="16" y="9"/>
                </a:cxn>
                <a:cxn ang="0">
                  <a:pos x="9" y="4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46" h="46">
                  <a:moveTo>
                    <a:pt x="0" y="1"/>
                  </a:moveTo>
                  <a:lnTo>
                    <a:pt x="6" y="6"/>
                  </a:lnTo>
                  <a:lnTo>
                    <a:pt x="12" y="10"/>
                  </a:lnTo>
                  <a:lnTo>
                    <a:pt x="18" y="16"/>
                  </a:lnTo>
                  <a:lnTo>
                    <a:pt x="24" y="22"/>
                  </a:lnTo>
                  <a:lnTo>
                    <a:pt x="26" y="24"/>
                  </a:lnTo>
                  <a:lnTo>
                    <a:pt x="28" y="27"/>
                  </a:lnTo>
                  <a:lnTo>
                    <a:pt x="31" y="30"/>
                  </a:lnTo>
                  <a:lnTo>
                    <a:pt x="33" y="33"/>
                  </a:lnTo>
                  <a:lnTo>
                    <a:pt x="34" y="35"/>
                  </a:lnTo>
                  <a:lnTo>
                    <a:pt x="36" y="39"/>
                  </a:lnTo>
                  <a:lnTo>
                    <a:pt x="38" y="42"/>
                  </a:lnTo>
                  <a:lnTo>
                    <a:pt x="40" y="45"/>
                  </a:lnTo>
                  <a:lnTo>
                    <a:pt x="42" y="46"/>
                  </a:lnTo>
                  <a:lnTo>
                    <a:pt x="44" y="45"/>
                  </a:lnTo>
                  <a:lnTo>
                    <a:pt x="46" y="44"/>
                  </a:lnTo>
                  <a:lnTo>
                    <a:pt x="46" y="41"/>
                  </a:lnTo>
                  <a:lnTo>
                    <a:pt x="44" y="34"/>
                  </a:lnTo>
                  <a:lnTo>
                    <a:pt x="40" y="29"/>
                  </a:lnTo>
                  <a:lnTo>
                    <a:pt x="34" y="24"/>
                  </a:lnTo>
                  <a:lnTo>
                    <a:pt x="29" y="19"/>
                  </a:lnTo>
                  <a:lnTo>
                    <a:pt x="23" y="15"/>
                  </a:lnTo>
                  <a:lnTo>
                    <a:pt x="16" y="9"/>
                  </a:lnTo>
                  <a:lnTo>
                    <a:pt x="9" y="4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39" name="Freeform 167"/>
            <p:cNvSpPr>
              <a:spLocks/>
            </p:cNvSpPr>
            <p:nvPr/>
          </p:nvSpPr>
          <p:spPr bwMode="auto">
            <a:xfrm>
              <a:off x="1506" y="3008"/>
              <a:ext cx="83" cy="6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" y="7"/>
                </a:cxn>
                <a:cxn ang="0">
                  <a:pos x="25" y="15"/>
                </a:cxn>
                <a:cxn ang="0">
                  <a:pos x="38" y="22"/>
                </a:cxn>
                <a:cxn ang="0">
                  <a:pos x="50" y="30"/>
                </a:cxn>
                <a:cxn ang="0">
                  <a:pos x="62" y="40"/>
                </a:cxn>
                <a:cxn ang="0">
                  <a:pos x="73" y="48"/>
                </a:cxn>
                <a:cxn ang="0">
                  <a:pos x="85" y="58"/>
                </a:cxn>
                <a:cxn ang="0">
                  <a:pos x="95" y="67"/>
                </a:cxn>
                <a:cxn ang="0">
                  <a:pos x="103" y="75"/>
                </a:cxn>
                <a:cxn ang="0">
                  <a:pos x="111" y="83"/>
                </a:cxn>
                <a:cxn ang="0">
                  <a:pos x="118" y="93"/>
                </a:cxn>
                <a:cxn ang="0">
                  <a:pos x="126" y="101"/>
                </a:cxn>
                <a:cxn ang="0">
                  <a:pos x="133" y="109"/>
                </a:cxn>
                <a:cxn ang="0">
                  <a:pos x="141" y="117"/>
                </a:cxn>
                <a:cxn ang="0">
                  <a:pos x="151" y="124"/>
                </a:cxn>
                <a:cxn ang="0">
                  <a:pos x="161" y="129"/>
                </a:cxn>
                <a:cxn ang="0">
                  <a:pos x="162" y="129"/>
                </a:cxn>
                <a:cxn ang="0">
                  <a:pos x="164" y="128"/>
                </a:cxn>
                <a:cxn ang="0">
                  <a:pos x="166" y="127"/>
                </a:cxn>
                <a:cxn ang="0">
                  <a:pos x="164" y="126"/>
                </a:cxn>
                <a:cxn ang="0">
                  <a:pos x="154" y="118"/>
                </a:cxn>
                <a:cxn ang="0">
                  <a:pos x="145" y="110"/>
                </a:cxn>
                <a:cxn ang="0">
                  <a:pos x="137" y="102"/>
                </a:cxn>
                <a:cxn ang="0">
                  <a:pos x="128" y="93"/>
                </a:cxn>
                <a:cxn ang="0">
                  <a:pos x="120" y="83"/>
                </a:cxn>
                <a:cxn ang="0">
                  <a:pos x="111" y="74"/>
                </a:cxn>
                <a:cxn ang="0">
                  <a:pos x="102" y="65"/>
                </a:cxn>
                <a:cxn ang="0">
                  <a:pos x="93" y="57"/>
                </a:cxn>
                <a:cxn ang="0">
                  <a:pos x="83" y="49"/>
                </a:cxn>
                <a:cxn ang="0">
                  <a:pos x="71" y="41"/>
                </a:cxn>
                <a:cxn ang="0">
                  <a:pos x="60" y="33"/>
                </a:cxn>
                <a:cxn ang="0">
                  <a:pos x="48" y="26"/>
                </a:cxn>
                <a:cxn ang="0">
                  <a:pos x="37" y="19"/>
                </a:cxn>
                <a:cxn ang="0">
                  <a:pos x="24" y="12"/>
                </a:cxn>
                <a:cxn ang="0">
                  <a:pos x="12" y="6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66" h="129">
                  <a:moveTo>
                    <a:pt x="0" y="0"/>
                  </a:moveTo>
                  <a:lnTo>
                    <a:pt x="12" y="7"/>
                  </a:lnTo>
                  <a:lnTo>
                    <a:pt x="25" y="15"/>
                  </a:lnTo>
                  <a:lnTo>
                    <a:pt x="38" y="22"/>
                  </a:lnTo>
                  <a:lnTo>
                    <a:pt x="50" y="30"/>
                  </a:lnTo>
                  <a:lnTo>
                    <a:pt x="62" y="40"/>
                  </a:lnTo>
                  <a:lnTo>
                    <a:pt x="73" y="48"/>
                  </a:lnTo>
                  <a:lnTo>
                    <a:pt x="85" y="58"/>
                  </a:lnTo>
                  <a:lnTo>
                    <a:pt x="95" y="67"/>
                  </a:lnTo>
                  <a:lnTo>
                    <a:pt x="103" y="75"/>
                  </a:lnTo>
                  <a:lnTo>
                    <a:pt x="111" y="83"/>
                  </a:lnTo>
                  <a:lnTo>
                    <a:pt x="118" y="93"/>
                  </a:lnTo>
                  <a:lnTo>
                    <a:pt x="126" y="101"/>
                  </a:lnTo>
                  <a:lnTo>
                    <a:pt x="133" y="109"/>
                  </a:lnTo>
                  <a:lnTo>
                    <a:pt x="141" y="117"/>
                  </a:lnTo>
                  <a:lnTo>
                    <a:pt x="151" y="124"/>
                  </a:lnTo>
                  <a:lnTo>
                    <a:pt x="161" y="129"/>
                  </a:lnTo>
                  <a:lnTo>
                    <a:pt x="162" y="129"/>
                  </a:lnTo>
                  <a:lnTo>
                    <a:pt x="164" y="128"/>
                  </a:lnTo>
                  <a:lnTo>
                    <a:pt x="166" y="127"/>
                  </a:lnTo>
                  <a:lnTo>
                    <a:pt x="164" y="126"/>
                  </a:lnTo>
                  <a:lnTo>
                    <a:pt x="154" y="118"/>
                  </a:lnTo>
                  <a:lnTo>
                    <a:pt x="145" y="110"/>
                  </a:lnTo>
                  <a:lnTo>
                    <a:pt x="137" y="102"/>
                  </a:lnTo>
                  <a:lnTo>
                    <a:pt x="128" y="93"/>
                  </a:lnTo>
                  <a:lnTo>
                    <a:pt x="120" y="83"/>
                  </a:lnTo>
                  <a:lnTo>
                    <a:pt x="111" y="74"/>
                  </a:lnTo>
                  <a:lnTo>
                    <a:pt x="102" y="65"/>
                  </a:lnTo>
                  <a:lnTo>
                    <a:pt x="93" y="57"/>
                  </a:lnTo>
                  <a:lnTo>
                    <a:pt x="83" y="49"/>
                  </a:lnTo>
                  <a:lnTo>
                    <a:pt x="71" y="41"/>
                  </a:lnTo>
                  <a:lnTo>
                    <a:pt x="60" y="33"/>
                  </a:lnTo>
                  <a:lnTo>
                    <a:pt x="48" y="26"/>
                  </a:lnTo>
                  <a:lnTo>
                    <a:pt x="37" y="19"/>
                  </a:lnTo>
                  <a:lnTo>
                    <a:pt x="24" y="12"/>
                  </a:lnTo>
                  <a:lnTo>
                    <a:pt x="12" y="6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40" name="Freeform 168"/>
            <p:cNvSpPr>
              <a:spLocks/>
            </p:cNvSpPr>
            <p:nvPr/>
          </p:nvSpPr>
          <p:spPr bwMode="auto">
            <a:xfrm>
              <a:off x="1368" y="3533"/>
              <a:ext cx="57" cy="78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6" y="25"/>
                </a:cxn>
                <a:cxn ang="0">
                  <a:pos x="14" y="48"/>
                </a:cxn>
                <a:cxn ang="0">
                  <a:pos x="25" y="72"/>
                </a:cxn>
                <a:cxn ang="0">
                  <a:pos x="37" y="93"/>
                </a:cxn>
                <a:cxn ang="0">
                  <a:pos x="51" y="113"/>
                </a:cxn>
                <a:cxn ang="0">
                  <a:pos x="68" y="130"/>
                </a:cxn>
                <a:cxn ang="0">
                  <a:pos x="88" y="145"/>
                </a:cxn>
                <a:cxn ang="0">
                  <a:pos x="110" y="158"/>
                </a:cxn>
                <a:cxn ang="0">
                  <a:pos x="112" y="157"/>
                </a:cxn>
                <a:cxn ang="0">
                  <a:pos x="114" y="156"/>
                </a:cxn>
                <a:cxn ang="0">
                  <a:pos x="116" y="153"/>
                </a:cxn>
                <a:cxn ang="0">
                  <a:pos x="114" y="151"/>
                </a:cxn>
                <a:cxn ang="0">
                  <a:pos x="95" y="136"/>
                </a:cxn>
                <a:cxn ang="0">
                  <a:pos x="76" y="120"/>
                </a:cxn>
                <a:cxn ang="0">
                  <a:pos x="59" y="104"/>
                </a:cxn>
                <a:cxn ang="0">
                  <a:pos x="44" y="85"/>
                </a:cxn>
                <a:cxn ang="0">
                  <a:pos x="30" y="67"/>
                </a:cxn>
                <a:cxn ang="0">
                  <a:pos x="19" y="46"/>
                </a:cxn>
                <a:cxn ang="0">
                  <a:pos x="10" y="24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116" h="158">
                  <a:moveTo>
                    <a:pt x="0" y="1"/>
                  </a:moveTo>
                  <a:lnTo>
                    <a:pt x="6" y="25"/>
                  </a:lnTo>
                  <a:lnTo>
                    <a:pt x="14" y="48"/>
                  </a:lnTo>
                  <a:lnTo>
                    <a:pt x="25" y="72"/>
                  </a:lnTo>
                  <a:lnTo>
                    <a:pt x="37" y="93"/>
                  </a:lnTo>
                  <a:lnTo>
                    <a:pt x="51" y="113"/>
                  </a:lnTo>
                  <a:lnTo>
                    <a:pt x="68" y="130"/>
                  </a:lnTo>
                  <a:lnTo>
                    <a:pt x="88" y="145"/>
                  </a:lnTo>
                  <a:lnTo>
                    <a:pt x="110" y="158"/>
                  </a:lnTo>
                  <a:lnTo>
                    <a:pt x="112" y="157"/>
                  </a:lnTo>
                  <a:lnTo>
                    <a:pt x="114" y="156"/>
                  </a:lnTo>
                  <a:lnTo>
                    <a:pt x="116" y="153"/>
                  </a:lnTo>
                  <a:lnTo>
                    <a:pt x="114" y="151"/>
                  </a:lnTo>
                  <a:lnTo>
                    <a:pt x="95" y="136"/>
                  </a:lnTo>
                  <a:lnTo>
                    <a:pt x="76" y="120"/>
                  </a:lnTo>
                  <a:lnTo>
                    <a:pt x="59" y="104"/>
                  </a:lnTo>
                  <a:lnTo>
                    <a:pt x="44" y="85"/>
                  </a:lnTo>
                  <a:lnTo>
                    <a:pt x="30" y="67"/>
                  </a:lnTo>
                  <a:lnTo>
                    <a:pt x="19" y="46"/>
                  </a:lnTo>
                  <a:lnTo>
                    <a:pt x="10" y="24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41" name="Freeform 169"/>
            <p:cNvSpPr>
              <a:spLocks/>
            </p:cNvSpPr>
            <p:nvPr/>
          </p:nvSpPr>
          <p:spPr bwMode="auto">
            <a:xfrm>
              <a:off x="1413" y="3602"/>
              <a:ext cx="110" cy="2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" y="8"/>
                </a:cxn>
                <a:cxn ang="0">
                  <a:pos x="21" y="16"/>
                </a:cxn>
                <a:cxn ang="0">
                  <a:pos x="31" y="22"/>
                </a:cxn>
                <a:cxn ang="0">
                  <a:pos x="42" y="29"/>
                </a:cxn>
                <a:cxn ang="0">
                  <a:pos x="51" y="35"/>
                </a:cxn>
                <a:cxn ang="0">
                  <a:pos x="62" y="40"/>
                </a:cxn>
                <a:cxn ang="0">
                  <a:pos x="74" y="45"/>
                </a:cxn>
                <a:cxn ang="0">
                  <a:pos x="85" y="50"/>
                </a:cxn>
                <a:cxn ang="0">
                  <a:pos x="100" y="55"/>
                </a:cxn>
                <a:cxn ang="0">
                  <a:pos x="117" y="56"/>
                </a:cxn>
                <a:cxn ang="0">
                  <a:pos x="133" y="56"/>
                </a:cxn>
                <a:cxn ang="0">
                  <a:pos x="149" y="53"/>
                </a:cxn>
                <a:cxn ang="0">
                  <a:pos x="165" y="51"/>
                </a:cxn>
                <a:cxn ang="0">
                  <a:pos x="181" y="48"/>
                </a:cxn>
                <a:cxn ang="0">
                  <a:pos x="196" y="44"/>
                </a:cxn>
                <a:cxn ang="0">
                  <a:pos x="211" y="41"/>
                </a:cxn>
                <a:cxn ang="0">
                  <a:pos x="216" y="38"/>
                </a:cxn>
                <a:cxn ang="0">
                  <a:pos x="219" y="33"/>
                </a:cxn>
                <a:cxn ang="0">
                  <a:pos x="220" y="27"/>
                </a:cxn>
                <a:cxn ang="0">
                  <a:pos x="217" y="23"/>
                </a:cxn>
                <a:cxn ang="0">
                  <a:pos x="203" y="22"/>
                </a:cxn>
                <a:cxn ang="0">
                  <a:pos x="190" y="21"/>
                </a:cxn>
                <a:cxn ang="0">
                  <a:pos x="176" y="22"/>
                </a:cxn>
                <a:cxn ang="0">
                  <a:pos x="164" y="23"/>
                </a:cxn>
                <a:cxn ang="0">
                  <a:pos x="151" y="25"/>
                </a:cxn>
                <a:cxn ang="0">
                  <a:pos x="137" y="26"/>
                </a:cxn>
                <a:cxn ang="0">
                  <a:pos x="125" y="27"/>
                </a:cxn>
                <a:cxn ang="0">
                  <a:pos x="111" y="27"/>
                </a:cxn>
                <a:cxn ang="0">
                  <a:pos x="96" y="26"/>
                </a:cxn>
                <a:cxn ang="0">
                  <a:pos x="82" y="25"/>
                </a:cxn>
                <a:cxn ang="0">
                  <a:pos x="68" y="23"/>
                </a:cxn>
                <a:cxn ang="0">
                  <a:pos x="54" y="20"/>
                </a:cxn>
                <a:cxn ang="0">
                  <a:pos x="40" y="16"/>
                </a:cxn>
                <a:cxn ang="0">
                  <a:pos x="27" y="12"/>
                </a:cxn>
                <a:cxn ang="0">
                  <a:pos x="14" y="7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20" h="56">
                  <a:moveTo>
                    <a:pt x="0" y="0"/>
                  </a:moveTo>
                  <a:lnTo>
                    <a:pt x="11" y="8"/>
                  </a:lnTo>
                  <a:lnTo>
                    <a:pt x="21" y="16"/>
                  </a:lnTo>
                  <a:lnTo>
                    <a:pt x="31" y="22"/>
                  </a:lnTo>
                  <a:lnTo>
                    <a:pt x="42" y="29"/>
                  </a:lnTo>
                  <a:lnTo>
                    <a:pt x="51" y="35"/>
                  </a:lnTo>
                  <a:lnTo>
                    <a:pt x="62" y="40"/>
                  </a:lnTo>
                  <a:lnTo>
                    <a:pt x="74" y="45"/>
                  </a:lnTo>
                  <a:lnTo>
                    <a:pt x="85" y="50"/>
                  </a:lnTo>
                  <a:lnTo>
                    <a:pt x="100" y="55"/>
                  </a:lnTo>
                  <a:lnTo>
                    <a:pt x="117" y="56"/>
                  </a:lnTo>
                  <a:lnTo>
                    <a:pt x="133" y="56"/>
                  </a:lnTo>
                  <a:lnTo>
                    <a:pt x="149" y="53"/>
                  </a:lnTo>
                  <a:lnTo>
                    <a:pt x="165" y="51"/>
                  </a:lnTo>
                  <a:lnTo>
                    <a:pt x="181" y="48"/>
                  </a:lnTo>
                  <a:lnTo>
                    <a:pt x="196" y="44"/>
                  </a:lnTo>
                  <a:lnTo>
                    <a:pt x="211" y="41"/>
                  </a:lnTo>
                  <a:lnTo>
                    <a:pt x="216" y="38"/>
                  </a:lnTo>
                  <a:lnTo>
                    <a:pt x="219" y="33"/>
                  </a:lnTo>
                  <a:lnTo>
                    <a:pt x="220" y="27"/>
                  </a:lnTo>
                  <a:lnTo>
                    <a:pt x="217" y="23"/>
                  </a:lnTo>
                  <a:lnTo>
                    <a:pt x="203" y="22"/>
                  </a:lnTo>
                  <a:lnTo>
                    <a:pt x="190" y="21"/>
                  </a:lnTo>
                  <a:lnTo>
                    <a:pt x="176" y="22"/>
                  </a:lnTo>
                  <a:lnTo>
                    <a:pt x="164" y="23"/>
                  </a:lnTo>
                  <a:lnTo>
                    <a:pt x="151" y="25"/>
                  </a:lnTo>
                  <a:lnTo>
                    <a:pt x="137" y="26"/>
                  </a:lnTo>
                  <a:lnTo>
                    <a:pt x="125" y="27"/>
                  </a:lnTo>
                  <a:lnTo>
                    <a:pt x="111" y="27"/>
                  </a:lnTo>
                  <a:lnTo>
                    <a:pt x="96" y="26"/>
                  </a:lnTo>
                  <a:lnTo>
                    <a:pt x="82" y="25"/>
                  </a:lnTo>
                  <a:lnTo>
                    <a:pt x="68" y="23"/>
                  </a:lnTo>
                  <a:lnTo>
                    <a:pt x="54" y="20"/>
                  </a:lnTo>
                  <a:lnTo>
                    <a:pt x="40" y="16"/>
                  </a:lnTo>
                  <a:lnTo>
                    <a:pt x="27" y="12"/>
                  </a:lnTo>
                  <a:lnTo>
                    <a:pt x="14" y="7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43" name="Freeform 171"/>
            <p:cNvSpPr>
              <a:spLocks/>
            </p:cNvSpPr>
            <p:nvPr/>
          </p:nvSpPr>
          <p:spPr bwMode="auto">
            <a:xfrm>
              <a:off x="1833" y="3505"/>
              <a:ext cx="78" cy="113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3" y="37"/>
                </a:cxn>
                <a:cxn ang="0">
                  <a:pos x="14" y="70"/>
                </a:cxn>
                <a:cxn ang="0">
                  <a:pos x="30" y="101"/>
                </a:cxn>
                <a:cxn ang="0">
                  <a:pos x="51" y="129"/>
                </a:cxn>
                <a:cxn ang="0">
                  <a:pos x="76" y="155"/>
                </a:cxn>
                <a:cxn ang="0">
                  <a:pos x="102" y="181"/>
                </a:cxn>
                <a:cxn ang="0">
                  <a:pos x="129" y="203"/>
                </a:cxn>
                <a:cxn ang="0">
                  <a:pos x="155" y="225"/>
                </a:cxn>
                <a:cxn ang="0">
                  <a:pos x="155" y="225"/>
                </a:cxn>
                <a:cxn ang="0">
                  <a:pos x="157" y="223"/>
                </a:cxn>
                <a:cxn ang="0">
                  <a:pos x="157" y="223"/>
                </a:cxn>
                <a:cxn ang="0">
                  <a:pos x="157" y="223"/>
                </a:cxn>
                <a:cxn ang="0">
                  <a:pos x="128" y="205"/>
                </a:cxn>
                <a:cxn ang="0">
                  <a:pos x="98" y="183"/>
                </a:cxn>
                <a:cxn ang="0">
                  <a:pos x="69" y="159"/>
                </a:cxn>
                <a:cxn ang="0">
                  <a:pos x="44" y="132"/>
                </a:cxn>
                <a:cxn ang="0">
                  <a:pos x="23" y="104"/>
                </a:cxn>
                <a:cxn ang="0">
                  <a:pos x="7" y="71"/>
                </a:cxn>
                <a:cxn ang="0">
                  <a:pos x="0" y="37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</a:cxnLst>
              <a:rect l="0" t="0" r="r" b="b"/>
              <a:pathLst>
                <a:path w="157" h="225">
                  <a:moveTo>
                    <a:pt x="1" y="1"/>
                  </a:moveTo>
                  <a:lnTo>
                    <a:pt x="3" y="37"/>
                  </a:lnTo>
                  <a:lnTo>
                    <a:pt x="14" y="70"/>
                  </a:lnTo>
                  <a:lnTo>
                    <a:pt x="30" y="101"/>
                  </a:lnTo>
                  <a:lnTo>
                    <a:pt x="51" y="129"/>
                  </a:lnTo>
                  <a:lnTo>
                    <a:pt x="76" y="155"/>
                  </a:lnTo>
                  <a:lnTo>
                    <a:pt x="102" y="181"/>
                  </a:lnTo>
                  <a:lnTo>
                    <a:pt x="129" y="203"/>
                  </a:lnTo>
                  <a:lnTo>
                    <a:pt x="155" y="225"/>
                  </a:lnTo>
                  <a:lnTo>
                    <a:pt x="155" y="225"/>
                  </a:lnTo>
                  <a:lnTo>
                    <a:pt x="157" y="223"/>
                  </a:lnTo>
                  <a:lnTo>
                    <a:pt x="157" y="223"/>
                  </a:lnTo>
                  <a:lnTo>
                    <a:pt x="157" y="223"/>
                  </a:lnTo>
                  <a:lnTo>
                    <a:pt x="128" y="205"/>
                  </a:lnTo>
                  <a:lnTo>
                    <a:pt x="98" y="183"/>
                  </a:lnTo>
                  <a:lnTo>
                    <a:pt x="69" y="159"/>
                  </a:lnTo>
                  <a:lnTo>
                    <a:pt x="44" y="132"/>
                  </a:lnTo>
                  <a:lnTo>
                    <a:pt x="23" y="104"/>
                  </a:lnTo>
                  <a:lnTo>
                    <a:pt x="7" y="71"/>
                  </a:lnTo>
                  <a:lnTo>
                    <a:pt x="0" y="37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3077" name="Tree"/>
          <p:cNvSpPr>
            <a:spLocks noEditPoints="1" noChangeArrowheads="1"/>
          </p:cNvSpPr>
          <p:nvPr/>
        </p:nvSpPr>
        <p:spPr bwMode="auto">
          <a:xfrm>
            <a:off x="4716463" y="4076700"/>
            <a:ext cx="1809750" cy="1809750"/>
          </a:xfrm>
          <a:custGeom>
            <a:avLst/>
            <a:gdLst>
              <a:gd name="G0" fmla="+- 0 0 0"/>
              <a:gd name="G1" fmla="*/ 18900 1 3"/>
              <a:gd name="G2" fmla="*/ 18900 2 3"/>
              <a:gd name="G3" fmla="+- 18900 0 0"/>
              <a:gd name="T0" fmla="*/ 10800 w 21600"/>
              <a:gd name="T1" fmla="*/ 0 h 21600"/>
              <a:gd name="T2" fmla="*/ 6171 w 21600"/>
              <a:gd name="T3" fmla="*/ 6300 h 21600"/>
              <a:gd name="T4" fmla="*/ 3086 w 21600"/>
              <a:gd name="T5" fmla="*/ 12600 h 21600"/>
              <a:gd name="T6" fmla="*/ 0 w 21600"/>
              <a:gd name="T7" fmla="*/ 18900 h 21600"/>
              <a:gd name="T8" fmla="*/ 15429 w 21600"/>
              <a:gd name="T9" fmla="*/ 6300 h 21600"/>
              <a:gd name="T10" fmla="*/ 18514 w 21600"/>
              <a:gd name="T11" fmla="*/ 12600 h 21600"/>
              <a:gd name="T12" fmla="*/ 21600 w 21600"/>
              <a:gd name="T13" fmla="*/ 18900 h 21600"/>
              <a:gd name="T14" fmla="*/ 17694720 60000 65536"/>
              <a:gd name="T15" fmla="*/ 11796480 60000 65536"/>
              <a:gd name="T16" fmla="*/ 11796480 60000 65536"/>
              <a:gd name="T17" fmla="*/ 11796480 60000 65536"/>
              <a:gd name="T18" fmla="*/ 0 60000 65536"/>
              <a:gd name="T19" fmla="*/ 0 60000 65536"/>
              <a:gd name="T20" fmla="*/ 0 60000 65536"/>
              <a:gd name="T21" fmla="*/ 761 w 21600"/>
              <a:gd name="T22" fmla="*/ 22454 h 21600"/>
              <a:gd name="T23" fmla="*/ 21069 w 21600"/>
              <a:gd name="T24" fmla="*/ 28282 h 216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00" h="21600">
                <a:moveTo>
                  <a:pt x="0" y="18900"/>
                </a:moveTo>
                <a:lnTo>
                  <a:pt x="9257" y="18900"/>
                </a:lnTo>
                <a:lnTo>
                  <a:pt x="9257" y="21600"/>
                </a:lnTo>
                <a:lnTo>
                  <a:pt x="12343" y="21600"/>
                </a:lnTo>
                <a:lnTo>
                  <a:pt x="12343" y="18900"/>
                </a:lnTo>
                <a:lnTo>
                  <a:pt x="21600" y="18900"/>
                </a:lnTo>
                <a:lnTo>
                  <a:pt x="12343" y="12600"/>
                </a:lnTo>
                <a:lnTo>
                  <a:pt x="18514" y="12600"/>
                </a:lnTo>
                <a:lnTo>
                  <a:pt x="12343" y="6300"/>
                </a:lnTo>
                <a:lnTo>
                  <a:pt x="15429" y="6300"/>
                </a:lnTo>
                <a:lnTo>
                  <a:pt x="10800" y="0"/>
                </a:lnTo>
                <a:lnTo>
                  <a:pt x="6171" y="6300"/>
                </a:lnTo>
                <a:lnTo>
                  <a:pt x="9257" y="6300"/>
                </a:lnTo>
                <a:lnTo>
                  <a:pt x="3086" y="12600"/>
                </a:lnTo>
                <a:lnTo>
                  <a:pt x="9257" y="12600"/>
                </a:lnTo>
                <a:close/>
              </a:path>
            </a:pathLst>
          </a:custGeom>
          <a:solidFill>
            <a:srgbClr val="0080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ru-RU"/>
          </a:p>
        </p:txBody>
      </p:sp>
      <p:grpSp>
        <p:nvGrpSpPr>
          <p:cNvPr id="3245" name="Group 173"/>
          <p:cNvGrpSpPr>
            <a:grpSpLocks/>
          </p:cNvGrpSpPr>
          <p:nvPr/>
        </p:nvGrpSpPr>
        <p:grpSpPr bwMode="auto">
          <a:xfrm>
            <a:off x="6726267" y="3100383"/>
            <a:ext cx="303213" cy="304800"/>
            <a:chOff x="2336" y="3203"/>
            <a:chExt cx="191" cy="192"/>
          </a:xfrm>
        </p:grpSpPr>
        <p:sp>
          <p:nvSpPr>
            <p:cNvPr id="3165" name="Freeform 93"/>
            <p:cNvSpPr>
              <a:spLocks/>
            </p:cNvSpPr>
            <p:nvPr/>
          </p:nvSpPr>
          <p:spPr bwMode="auto">
            <a:xfrm>
              <a:off x="2336" y="3203"/>
              <a:ext cx="175" cy="176"/>
            </a:xfrm>
            <a:custGeom>
              <a:avLst/>
              <a:gdLst/>
              <a:ahLst/>
              <a:cxnLst>
                <a:cxn ang="0">
                  <a:pos x="23" y="26"/>
                </a:cxn>
                <a:cxn ang="0">
                  <a:pos x="22" y="28"/>
                </a:cxn>
                <a:cxn ang="0">
                  <a:pos x="17" y="32"/>
                </a:cxn>
                <a:cxn ang="0">
                  <a:pos x="12" y="43"/>
                </a:cxn>
                <a:cxn ang="0">
                  <a:pos x="7" y="58"/>
                </a:cxn>
                <a:cxn ang="0">
                  <a:pos x="2" y="77"/>
                </a:cxn>
                <a:cxn ang="0">
                  <a:pos x="0" y="103"/>
                </a:cxn>
                <a:cxn ang="0">
                  <a:pos x="2" y="134"/>
                </a:cxn>
                <a:cxn ang="0">
                  <a:pos x="8" y="172"/>
                </a:cxn>
                <a:cxn ang="0">
                  <a:pos x="14" y="192"/>
                </a:cxn>
                <a:cxn ang="0">
                  <a:pos x="22" y="211"/>
                </a:cxn>
                <a:cxn ang="0">
                  <a:pos x="32" y="230"/>
                </a:cxn>
                <a:cxn ang="0">
                  <a:pos x="44" y="247"/>
                </a:cxn>
                <a:cxn ang="0">
                  <a:pos x="56" y="263"/>
                </a:cxn>
                <a:cxn ang="0">
                  <a:pos x="71" y="279"/>
                </a:cxn>
                <a:cxn ang="0">
                  <a:pos x="88" y="293"/>
                </a:cxn>
                <a:cxn ang="0">
                  <a:pos x="104" y="306"/>
                </a:cxn>
                <a:cxn ang="0">
                  <a:pos x="121" y="317"/>
                </a:cxn>
                <a:cxn ang="0">
                  <a:pos x="139" y="328"/>
                </a:cxn>
                <a:cxn ang="0">
                  <a:pos x="158" y="336"/>
                </a:cxn>
                <a:cxn ang="0">
                  <a:pos x="176" y="342"/>
                </a:cxn>
                <a:cxn ang="0">
                  <a:pos x="195" y="348"/>
                </a:cxn>
                <a:cxn ang="0">
                  <a:pos x="212" y="352"/>
                </a:cxn>
                <a:cxn ang="0">
                  <a:pos x="229" y="353"/>
                </a:cxn>
                <a:cxn ang="0">
                  <a:pos x="246" y="353"/>
                </a:cxn>
                <a:cxn ang="0">
                  <a:pos x="278" y="345"/>
                </a:cxn>
                <a:cxn ang="0">
                  <a:pos x="304" y="326"/>
                </a:cxn>
                <a:cxn ang="0">
                  <a:pos x="326" y="300"/>
                </a:cxn>
                <a:cxn ang="0">
                  <a:pos x="341" y="268"/>
                </a:cxn>
                <a:cxn ang="0">
                  <a:pos x="349" y="232"/>
                </a:cxn>
                <a:cxn ang="0">
                  <a:pos x="348" y="194"/>
                </a:cxn>
                <a:cxn ang="0">
                  <a:pos x="337" y="156"/>
                </a:cxn>
                <a:cxn ang="0">
                  <a:pos x="316" y="120"/>
                </a:cxn>
                <a:cxn ang="0">
                  <a:pos x="301" y="103"/>
                </a:cxn>
                <a:cxn ang="0">
                  <a:pos x="283" y="87"/>
                </a:cxn>
                <a:cxn ang="0">
                  <a:pos x="264" y="72"/>
                </a:cxn>
                <a:cxn ang="0">
                  <a:pos x="243" y="58"/>
                </a:cxn>
                <a:cxn ang="0">
                  <a:pos x="222" y="44"/>
                </a:cxn>
                <a:cxn ang="0">
                  <a:pos x="200" y="32"/>
                </a:cxn>
                <a:cxn ang="0">
                  <a:pos x="177" y="22"/>
                </a:cxn>
                <a:cxn ang="0">
                  <a:pos x="155" y="14"/>
                </a:cxn>
                <a:cxn ang="0">
                  <a:pos x="134" y="7"/>
                </a:cxn>
                <a:cxn ang="0">
                  <a:pos x="112" y="3"/>
                </a:cxn>
                <a:cxn ang="0">
                  <a:pos x="92" y="0"/>
                </a:cxn>
                <a:cxn ang="0">
                  <a:pos x="74" y="0"/>
                </a:cxn>
                <a:cxn ang="0">
                  <a:pos x="58" y="3"/>
                </a:cxn>
                <a:cxn ang="0">
                  <a:pos x="43" y="7"/>
                </a:cxn>
                <a:cxn ang="0">
                  <a:pos x="31" y="15"/>
                </a:cxn>
                <a:cxn ang="0">
                  <a:pos x="23" y="26"/>
                </a:cxn>
              </a:cxnLst>
              <a:rect l="0" t="0" r="r" b="b"/>
              <a:pathLst>
                <a:path w="349" h="353">
                  <a:moveTo>
                    <a:pt x="23" y="26"/>
                  </a:moveTo>
                  <a:lnTo>
                    <a:pt x="22" y="28"/>
                  </a:lnTo>
                  <a:lnTo>
                    <a:pt x="17" y="32"/>
                  </a:lnTo>
                  <a:lnTo>
                    <a:pt x="12" y="43"/>
                  </a:lnTo>
                  <a:lnTo>
                    <a:pt x="7" y="58"/>
                  </a:lnTo>
                  <a:lnTo>
                    <a:pt x="2" y="77"/>
                  </a:lnTo>
                  <a:lnTo>
                    <a:pt x="0" y="103"/>
                  </a:lnTo>
                  <a:lnTo>
                    <a:pt x="2" y="134"/>
                  </a:lnTo>
                  <a:lnTo>
                    <a:pt x="8" y="172"/>
                  </a:lnTo>
                  <a:lnTo>
                    <a:pt x="14" y="192"/>
                  </a:lnTo>
                  <a:lnTo>
                    <a:pt x="22" y="211"/>
                  </a:lnTo>
                  <a:lnTo>
                    <a:pt x="32" y="230"/>
                  </a:lnTo>
                  <a:lnTo>
                    <a:pt x="44" y="247"/>
                  </a:lnTo>
                  <a:lnTo>
                    <a:pt x="56" y="263"/>
                  </a:lnTo>
                  <a:lnTo>
                    <a:pt x="71" y="279"/>
                  </a:lnTo>
                  <a:lnTo>
                    <a:pt x="88" y="293"/>
                  </a:lnTo>
                  <a:lnTo>
                    <a:pt x="104" y="306"/>
                  </a:lnTo>
                  <a:lnTo>
                    <a:pt x="121" y="317"/>
                  </a:lnTo>
                  <a:lnTo>
                    <a:pt x="139" y="328"/>
                  </a:lnTo>
                  <a:lnTo>
                    <a:pt x="158" y="336"/>
                  </a:lnTo>
                  <a:lnTo>
                    <a:pt x="176" y="342"/>
                  </a:lnTo>
                  <a:lnTo>
                    <a:pt x="195" y="348"/>
                  </a:lnTo>
                  <a:lnTo>
                    <a:pt x="212" y="352"/>
                  </a:lnTo>
                  <a:lnTo>
                    <a:pt x="229" y="353"/>
                  </a:lnTo>
                  <a:lnTo>
                    <a:pt x="246" y="353"/>
                  </a:lnTo>
                  <a:lnTo>
                    <a:pt x="278" y="345"/>
                  </a:lnTo>
                  <a:lnTo>
                    <a:pt x="304" y="326"/>
                  </a:lnTo>
                  <a:lnTo>
                    <a:pt x="326" y="300"/>
                  </a:lnTo>
                  <a:lnTo>
                    <a:pt x="341" y="268"/>
                  </a:lnTo>
                  <a:lnTo>
                    <a:pt x="349" y="232"/>
                  </a:lnTo>
                  <a:lnTo>
                    <a:pt x="348" y="194"/>
                  </a:lnTo>
                  <a:lnTo>
                    <a:pt x="337" y="156"/>
                  </a:lnTo>
                  <a:lnTo>
                    <a:pt x="316" y="120"/>
                  </a:lnTo>
                  <a:lnTo>
                    <a:pt x="301" y="103"/>
                  </a:lnTo>
                  <a:lnTo>
                    <a:pt x="283" y="87"/>
                  </a:lnTo>
                  <a:lnTo>
                    <a:pt x="264" y="72"/>
                  </a:lnTo>
                  <a:lnTo>
                    <a:pt x="243" y="58"/>
                  </a:lnTo>
                  <a:lnTo>
                    <a:pt x="222" y="44"/>
                  </a:lnTo>
                  <a:lnTo>
                    <a:pt x="200" y="32"/>
                  </a:lnTo>
                  <a:lnTo>
                    <a:pt x="177" y="22"/>
                  </a:lnTo>
                  <a:lnTo>
                    <a:pt x="155" y="14"/>
                  </a:lnTo>
                  <a:lnTo>
                    <a:pt x="134" y="7"/>
                  </a:lnTo>
                  <a:lnTo>
                    <a:pt x="112" y="3"/>
                  </a:lnTo>
                  <a:lnTo>
                    <a:pt x="92" y="0"/>
                  </a:lnTo>
                  <a:lnTo>
                    <a:pt x="74" y="0"/>
                  </a:lnTo>
                  <a:lnTo>
                    <a:pt x="58" y="3"/>
                  </a:lnTo>
                  <a:lnTo>
                    <a:pt x="43" y="7"/>
                  </a:lnTo>
                  <a:lnTo>
                    <a:pt x="31" y="15"/>
                  </a:lnTo>
                  <a:lnTo>
                    <a:pt x="23" y="26"/>
                  </a:lnTo>
                  <a:close/>
                </a:path>
              </a:pathLst>
            </a:custGeom>
            <a:solidFill>
              <a:srgbClr val="FFDB7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42" name="Freeform 170"/>
            <p:cNvSpPr>
              <a:spLocks/>
            </p:cNvSpPr>
            <p:nvPr/>
          </p:nvSpPr>
          <p:spPr bwMode="auto">
            <a:xfrm>
              <a:off x="2336" y="3203"/>
              <a:ext cx="191" cy="192"/>
            </a:xfrm>
            <a:custGeom>
              <a:avLst/>
              <a:gdLst/>
              <a:ahLst/>
              <a:cxnLst>
                <a:cxn ang="0">
                  <a:pos x="5" y="99"/>
                </a:cxn>
                <a:cxn ang="0">
                  <a:pos x="6" y="147"/>
                </a:cxn>
                <a:cxn ang="0">
                  <a:pos x="13" y="193"/>
                </a:cxn>
                <a:cxn ang="0">
                  <a:pos x="30" y="238"/>
                </a:cxn>
                <a:cxn ang="0">
                  <a:pos x="53" y="280"/>
                </a:cxn>
                <a:cxn ang="0">
                  <a:pos x="83" y="317"/>
                </a:cxn>
                <a:cxn ang="0">
                  <a:pos x="119" y="350"/>
                </a:cxn>
                <a:cxn ang="0">
                  <a:pos x="159" y="374"/>
                </a:cxn>
                <a:cxn ang="0">
                  <a:pos x="200" y="384"/>
                </a:cxn>
                <a:cxn ang="0">
                  <a:pos x="238" y="384"/>
                </a:cxn>
                <a:cxn ang="0">
                  <a:pos x="274" y="375"/>
                </a:cxn>
                <a:cxn ang="0">
                  <a:pos x="309" y="362"/>
                </a:cxn>
                <a:cxn ang="0">
                  <a:pos x="339" y="340"/>
                </a:cxn>
                <a:cxn ang="0">
                  <a:pos x="362" y="312"/>
                </a:cxn>
                <a:cxn ang="0">
                  <a:pos x="378" y="279"/>
                </a:cxn>
                <a:cxn ang="0">
                  <a:pos x="383" y="241"/>
                </a:cxn>
                <a:cxn ang="0">
                  <a:pos x="375" y="189"/>
                </a:cxn>
                <a:cxn ang="0">
                  <a:pos x="347" y="130"/>
                </a:cxn>
                <a:cxn ang="0">
                  <a:pos x="306" y="79"/>
                </a:cxn>
                <a:cxn ang="0">
                  <a:pos x="255" y="40"/>
                </a:cxn>
                <a:cxn ang="0">
                  <a:pos x="206" y="17"/>
                </a:cxn>
                <a:cxn ang="0">
                  <a:pos x="163" y="6"/>
                </a:cxn>
                <a:cxn ang="0">
                  <a:pos x="117" y="1"/>
                </a:cxn>
                <a:cxn ang="0">
                  <a:pos x="72" y="2"/>
                </a:cxn>
                <a:cxn ang="0">
                  <a:pos x="37" y="10"/>
                </a:cxn>
                <a:cxn ang="0">
                  <a:pos x="16" y="26"/>
                </a:cxn>
                <a:cxn ang="0">
                  <a:pos x="6" y="48"/>
                </a:cxn>
                <a:cxn ang="0">
                  <a:pos x="1" y="75"/>
                </a:cxn>
                <a:cxn ang="0">
                  <a:pos x="0" y="89"/>
                </a:cxn>
                <a:cxn ang="0">
                  <a:pos x="3" y="89"/>
                </a:cxn>
                <a:cxn ang="0">
                  <a:pos x="7" y="65"/>
                </a:cxn>
                <a:cxn ang="0">
                  <a:pos x="27" y="32"/>
                </a:cxn>
                <a:cxn ang="0">
                  <a:pos x="59" y="14"/>
                </a:cxn>
                <a:cxn ang="0">
                  <a:pos x="98" y="7"/>
                </a:cxn>
                <a:cxn ang="0">
                  <a:pos x="142" y="10"/>
                </a:cxn>
                <a:cxn ang="0">
                  <a:pos x="186" y="22"/>
                </a:cxn>
                <a:cxn ang="0">
                  <a:pos x="226" y="37"/>
                </a:cxn>
                <a:cxn ang="0">
                  <a:pos x="261" y="56"/>
                </a:cxn>
                <a:cxn ang="0">
                  <a:pos x="288" y="77"/>
                </a:cxn>
                <a:cxn ang="0">
                  <a:pos x="312" y="102"/>
                </a:cxn>
                <a:cxn ang="0">
                  <a:pos x="334" y="131"/>
                </a:cxn>
                <a:cxn ang="0">
                  <a:pos x="352" y="162"/>
                </a:cxn>
                <a:cxn ang="0">
                  <a:pos x="367" y="199"/>
                </a:cxn>
                <a:cxn ang="0">
                  <a:pos x="368" y="241"/>
                </a:cxn>
                <a:cxn ang="0">
                  <a:pos x="355" y="282"/>
                </a:cxn>
                <a:cxn ang="0">
                  <a:pos x="332" y="319"/>
                </a:cxn>
                <a:cxn ang="0">
                  <a:pos x="300" y="347"/>
                </a:cxn>
                <a:cxn ang="0">
                  <a:pos x="259" y="358"/>
                </a:cxn>
                <a:cxn ang="0">
                  <a:pos x="216" y="355"/>
                </a:cxn>
                <a:cxn ang="0">
                  <a:pos x="174" y="343"/>
                </a:cxn>
                <a:cxn ang="0">
                  <a:pos x="142" y="328"/>
                </a:cxn>
                <a:cxn ang="0">
                  <a:pos x="115" y="309"/>
                </a:cxn>
                <a:cxn ang="0">
                  <a:pos x="90" y="284"/>
                </a:cxn>
                <a:cxn ang="0">
                  <a:pos x="67" y="259"/>
                </a:cxn>
                <a:cxn ang="0">
                  <a:pos x="44" y="228"/>
                </a:cxn>
                <a:cxn ang="0">
                  <a:pos x="23" y="186"/>
                </a:cxn>
                <a:cxn ang="0">
                  <a:pos x="12" y="144"/>
                </a:cxn>
                <a:cxn ang="0">
                  <a:pos x="7" y="99"/>
                </a:cxn>
                <a:cxn ang="0">
                  <a:pos x="7" y="75"/>
                </a:cxn>
                <a:cxn ang="0">
                  <a:pos x="7" y="75"/>
                </a:cxn>
                <a:cxn ang="0">
                  <a:pos x="7" y="75"/>
                </a:cxn>
              </a:cxnLst>
              <a:rect l="0" t="0" r="r" b="b"/>
              <a:pathLst>
                <a:path w="383" h="385">
                  <a:moveTo>
                    <a:pt x="7" y="75"/>
                  </a:moveTo>
                  <a:lnTo>
                    <a:pt x="5" y="99"/>
                  </a:lnTo>
                  <a:lnTo>
                    <a:pt x="5" y="123"/>
                  </a:lnTo>
                  <a:lnTo>
                    <a:pt x="6" y="147"/>
                  </a:lnTo>
                  <a:lnTo>
                    <a:pt x="8" y="170"/>
                  </a:lnTo>
                  <a:lnTo>
                    <a:pt x="13" y="193"/>
                  </a:lnTo>
                  <a:lnTo>
                    <a:pt x="21" y="216"/>
                  </a:lnTo>
                  <a:lnTo>
                    <a:pt x="30" y="238"/>
                  </a:lnTo>
                  <a:lnTo>
                    <a:pt x="42" y="261"/>
                  </a:lnTo>
                  <a:lnTo>
                    <a:pt x="53" y="280"/>
                  </a:lnTo>
                  <a:lnTo>
                    <a:pt x="67" y="298"/>
                  </a:lnTo>
                  <a:lnTo>
                    <a:pt x="83" y="317"/>
                  </a:lnTo>
                  <a:lnTo>
                    <a:pt x="101" y="335"/>
                  </a:lnTo>
                  <a:lnTo>
                    <a:pt x="119" y="350"/>
                  </a:lnTo>
                  <a:lnTo>
                    <a:pt x="139" y="364"/>
                  </a:lnTo>
                  <a:lnTo>
                    <a:pt x="159" y="374"/>
                  </a:lnTo>
                  <a:lnTo>
                    <a:pt x="181" y="381"/>
                  </a:lnTo>
                  <a:lnTo>
                    <a:pt x="200" y="384"/>
                  </a:lnTo>
                  <a:lnTo>
                    <a:pt x="219" y="385"/>
                  </a:lnTo>
                  <a:lnTo>
                    <a:pt x="238" y="384"/>
                  </a:lnTo>
                  <a:lnTo>
                    <a:pt x="256" y="381"/>
                  </a:lnTo>
                  <a:lnTo>
                    <a:pt x="274" y="375"/>
                  </a:lnTo>
                  <a:lnTo>
                    <a:pt x="293" y="370"/>
                  </a:lnTo>
                  <a:lnTo>
                    <a:pt x="309" y="362"/>
                  </a:lnTo>
                  <a:lnTo>
                    <a:pt x="325" y="351"/>
                  </a:lnTo>
                  <a:lnTo>
                    <a:pt x="339" y="340"/>
                  </a:lnTo>
                  <a:lnTo>
                    <a:pt x="352" y="327"/>
                  </a:lnTo>
                  <a:lnTo>
                    <a:pt x="362" y="312"/>
                  </a:lnTo>
                  <a:lnTo>
                    <a:pt x="371" y="296"/>
                  </a:lnTo>
                  <a:lnTo>
                    <a:pt x="378" y="279"/>
                  </a:lnTo>
                  <a:lnTo>
                    <a:pt x="382" y="260"/>
                  </a:lnTo>
                  <a:lnTo>
                    <a:pt x="383" y="241"/>
                  </a:lnTo>
                  <a:lnTo>
                    <a:pt x="382" y="220"/>
                  </a:lnTo>
                  <a:lnTo>
                    <a:pt x="375" y="189"/>
                  </a:lnTo>
                  <a:lnTo>
                    <a:pt x="363" y="159"/>
                  </a:lnTo>
                  <a:lnTo>
                    <a:pt x="347" y="130"/>
                  </a:lnTo>
                  <a:lnTo>
                    <a:pt x="329" y="104"/>
                  </a:lnTo>
                  <a:lnTo>
                    <a:pt x="306" y="79"/>
                  </a:lnTo>
                  <a:lnTo>
                    <a:pt x="281" y="59"/>
                  </a:lnTo>
                  <a:lnTo>
                    <a:pt x="255" y="40"/>
                  </a:lnTo>
                  <a:lnTo>
                    <a:pt x="226" y="25"/>
                  </a:lnTo>
                  <a:lnTo>
                    <a:pt x="206" y="17"/>
                  </a:lnTo>
                  <a:lnTo>
                    <a:pt x="186" y="11"/>
                  </a:lnTo>
                  <a:lnTo>
                    <a:pt x="163" y="6"/>
                  </a:lnTo>
                  <a:lnTo>
                    <a:pt x="140" y="2"/>
                  </a:lnTo>
                  <a:lnTo>
                    <a:pt x="117" y="1"/>
                  </a:lnTo>
                  <a:lnTo>
                    <a:pt x="94" y="0"/>
                  </a:lnTo>
                  <a:lnTo>
                    <a:pt x="72" y="2"/>
                  </a:lnTo>
                  <a:lnTo>
                    <a:pt x="51" y="6"/>
                  </a:lnTo>
                  <a:lnTo>
                    <a:pt x="37" y="10"/>
                  </a:lnTo>
                  <a:lnTo>
                    <a:pt x="26" y="17"/>
                  </a:lnTo>
                  <a:lnTo>
                    <a:pt x="16" y="26"/>
                  </a:lnTo>
                  <a:lnTo>
                    <a:pt x="11" y="37"/>
                  </a:lnTo>
                  <a:lnTo>
                    <a:pt x="6" y="48"/>
                  </a:lnTo>
                  <a:lnTo>
                    <a:pt x="4" y="61"/>
                  </a:lnTo>
                  <a:lnTo>
                    <a:pt x="1" y="75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1" y="89"/>
                  </a:lnTo>
                  <a:lnTo>
                    <a:pt x="3" y="89"/>
                  </a:lnTo>
                  <a:lnTo>
                    <a:pt x="3" y="89"/>
                  </a:lnTo>
                  <a:lnTo>
                    <a:pt x="7" y="65"/>
                  </a:lnTo>
                  <a:lnTo>
                    <a:pt x="15" y="47"/>
                  </a:lnTo>
                  <a:lnTo>
                    <a:pt x="27" y="32"/>
                  </a:lnTo>
                  <a:lnTo>
                    <a:pt x="42" y="21"/>
                  </a:lnTo>
                  <a:lnTo>
                    <a:pt x="59" y="14"/>
                  </a:lnTo>
                  <a:lnTo>
                    <a:pt x="77" y="9"/>
                  </a:lnTo>
                  <a:lnTo>
                    <a:pt x="98" y="7"/>
                  </a:lnTo>
                  <a:lnTo>
                    <a:pt x="120" y="8"/>
                  </a:lnTo>
                  <a:lnTo>
                    <a:pt x="142" y="10"/>
                  </a:lnTo>
                  <a:lnTo>
                    <a:pt x="164" y="15"/>
                  </a:lnTo>
                  <a:lnTo>
                    <a:pt x="186" y="22"/>
                  </a:lnTo>
                  <a:lnTo>
                    <a:pt x="206" y="29"/>
                  </a:lnTo>
                  <a:lnTo>
                    <a:pt x="226" y="37"/>
                  </a:lnTo>
                  <a:lnTo>
                    <a:pt x="244" y="46"/>
                  </a:lnTo>
                  <a:lnTo>
                    <a:pt x="261" y="56"/>
                  </a:lnTo>
                  <a:lnTo>
                    <a:pt x="274" y="65"/>
                  </a:lnTo>
                  <a:lnTo>
                    <a:pt x="288" y="77"/>
                  </a:lnTo>
                  <a:lnTo>
                    <a:pt x="301" y="90"/>
                  </a:lnTo>
                  <a:lnTo>
                    <a:pt x="312" y="102"/>
                  </a:lnTo>
                  <a:lnTo>
                    <a:pt x="324" y="116"/>
                  </a:lnTo>
                  <a:lnTo>
                    <a:pt x="334" y="131"/>
                  </a:lnTo>
                  <a:lnTo>
                    <a:pt x="344" y="147"/>
                  </a:lnTo>
                  <a:lnTo>
                    <a:pt x="352" y="162"/>
                  </a:lnTo>
                  <a:lnTo>
                    <a:pt x="360" y="178"/>
                  </a:lnTo>
                  <a:lnTo>
                    <a:pt x="367" y="199"/>
                  </a:lnTo>
                  <a:lnTo>
                    <a:pt x="369" y="220"/>
                  </a:lnTo>
                  <a:lnTo>
                    <a:pt x="368" y="241"/>
                  </a:lnTo>
                  <a:lnTo>
                    <a:pt x="363" y="263"/>
                  </a:lnTo>
                  <a:lnTo>
                    <a:pt x="355" y="282"/>
                  </a:lnTo>
                  <a:lnTo>
                    <a:pt x="345" y="302"/>
                  </a:lnTo>
                  <a:lnTo>
                    <a:pt x="332" y="319"/>
                  </a:lnTo>
                  <a:lnTo>
                    <a:pt x="317" y="334"/>
                  </a:lnTo>
                  <a:lnTo>
                    <a:pt x="300" y="347"/>
                  </a:lnTo>
                  <a:lnTo>
                    <a:pt x="280" y="355"/>
                  </a:lnTo>
                  <a:lnTo>
                    <a:pt x="259" y="358"/>
                  </a:lnTo>
                  <a:lnTo>
                    <a:pt x="238" y="358"/>
                  </a:lnTo>
                  <a:lnTo>
                    <a:pt x="216" y="355"/>
                  </a:lnTo>
                  <a:lnTo>
                    <a:pt x="195" y="350"/>
                  </a:lnTo>
                  <a:lnTo>
                    <a:pt x="174" y="343"/>
                  </a:lnTo>
                  <a:lnTo>
                    <a:pt x="156" y="335"/>
                  </a:lnTo>
                  <a:lnTo>
                    <a:pt x="142" y="328"/>
                  </a:lnTo>
                  <a:lnTo>
                    <a:pt x="128" y="319"/>
                  </a:lnTo>
                  <a:lnTo>
                    <a:pt x="115" y="309"/>
                  </a:lnTo>
                  <a:lnTo>
                    <a:pt x="102" y="297"/>
                  </a:lnTo>
                  <a:lnTo>
                    <a:pt x="90" y="284"/>
                  </a:lnTo>
                  <a:lnTo>
                    <a:pt x="77" y="272"/>
                  </a:lnTo>
                  <a:lnTo>
                    <a:pt x="67" y="259"/>
                  </a:lnTo>
                  <a:lnTo>
                    <a:pt x="58" y="248"/>
                  </a:lnTo>
                  <a:lnTo>
                    <a:pt x="44" y="228"/>
                  </a:lnTo>
                  <a:lnTo>
                    <a:pt x="33" y="207"/>
                  </a:lnTo>
                  <a:lnTo>
                    <a:pt x="23" y="186"/>
                  </a:lnTo>
                  <a:lnTo>
                    <a:pt x="16" y="166"/>
                  </a:lnTo>
                  <a:lnTo>
                    <a:pt x="12" y="144"/>
                  </a:lnTo>
                  <a:lnTo>
                    <a:pt x="8" y="122"/>
                  </a:lnTo>
                  <a:lnTo>
                    <a:pt x="7" y="99"/>
                  </a:lnTo>
                  <a:lnTo>
                    <a:pt x="7" y="75"/>
                  </a:lnTo>
                  <a:lnTo>
                    <a:pt x="7" y="75"/>
                  </a:lnTo>
                  <a:lnTo>
                    <a:pt x="7" y="75"/>
                  </a:lnTo>
                  <a:lnTo>
                    <a:pt x="7" y="75"/>
                  </a:lnTo>
                  <a:lnTo>
                    <a:pt x="7" y="75"/>
                  </a:lnTo>
                  <a:lnTo>
                    <a:pt x="7" y="7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3080" name="Tree"/>
          <p:cNvSpPr>
            <a:spLocks noEditPoints="1" noChangeArrowheads="1"/>
          </p:cNvSpPr>
          <p:nvPr/>
        </p:nvSpPr>
        <p:spPr bwMode="auto">
          <a:xfrm>
            <a:off x="2257425" y="765175"/>
            <a:ext cx="1809750" cy="1809750"/>
          </a:xfrm>
          <a:custGeom>
            <a:avLst/>
            <a:gdLst>
              <a:gd name="G0" fmla="+- 0 0 0"/>
              <a:gd name="G1" fmla="*/ 18900 1 3"/>
              <a:gd name="G2" fmla="*/ 18900 2 3"/>
              <a:gd name="G3" fmla="+- 18900 0 0"/>
              <a:gd name="T0" fmla="*/ 10800 w 21600"/>
              <a:gd name="T1" fmla="*/ 0 h 21600"/>
              <a:gd name="T2" fmla="*/ 6171 w 21600"/>
              <a:gd name="T3" fmla="*/ 6300 h 21600"/>
              <a:gd name="T4" fmla="*/ 3086 w 21600"/>
              <a:gd name="T5" fmla="*/ 12600 h 21600"/>
              <a:gd name="T6" fmla="*/ 0 w 21600"/>
              <a:gd name="T7" fmla="*/ 18900 h 21600"/>
              <a:gd name="T8" fmla="*/ 15429 w 21600"/>
              <a:gd name="T9" fmla="*/ 6300 h 21600"/>
              <a:gd name="T10" fmla="*/ 18514 w 21600"/>
              <a:gd name="T11" fmla="*/ 12600 h 21600"/>
              <a:gd name="T12" fmla="*/ 21600 w 21600"/>
              <a:gd name="T13" fmla="*/ 18900 h 21600"/>
              <a:gd name="T14" fmla="*/ 17694720 60000 65536"/>
              <a:gd name="T15" fmla="*/ 11796480 60000 65536"/>
              <a:gd name="T16" fmla="*/ 11796480 60000 65536"/>
              <a:gd name="T17" fmla="*/ 11796480 60000 65536"/>
              <a:gd name="T18" fmla="*/ 0 60000 65536"/>
              <a:gd name="T19" fmla="*/ 0 60000 65536"/>
              <a:gd name="T20" fmla="*/ 0 60000 65536"/>
              <a:gd name="T21" fmla="*/ 761 w 21600"/>
              <a:gd name="T22" fmla="*/ 22454 h 21600"/>
              <a:gd name="T23" fmla="*/ 21069 w 21600"/>
              <a:gd name="T24" fmla="*/ 28282 h 216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00" h="21600">
                <a:moveTo>
                  <a:pt x="0" y="18900"/>
                </a:moveTo>
                <a:lnTo>
                  <a:pt x="9257" y="18900"/>
                </a:lnTo>
                <a:lnTo>
                  <a:pt x="9257" y="21600"/>
                </a:lnTo>
                <a:lnTo>
                  <a:pt x="12343" y="21600"/>
                </a:lnTo>
                <a:lnTo>
                  <a:pt x="12343" y="18900"/>
                </a:lnTo>
                <a:lnTo>
                  <a:pt x="21600" y="18900"/>
                </a:lnTo>
                <a:lnTo>
                  <a:pt x="12343" y="12600"/>
                </a:lnTo>
                <a:lnTo>
                  <a:pt x="18514" y="12600"/>
                </a:lnTo>
                <a:lnTo>
                  <a:pt x="12343" y="6300"/>
                </a:lnTo>
                <a:lnTo>
                  <a:pt x="15429" y="6300"/>
                </a:lnTo>
                <a:lnTo>
                  <a:pt x="10800" y="0"/>
                </a:lnTo>
                <a:lnTo>
                  <a:pt x="6171" y="6300"/>
                </a:lnTo>
                <a:lnTo>
                  <a:pt x="9257" y="6300"/>
                </a:lnTo>
                <a:lnTo>
                  <a:pt x="3086" y="12600"/>
                </a:lnTo>
                <a:lnTo>
                  <a:pt x="9257" y="12600"/>
                </a:lnTo>
                <a:close/>
              </a:path>
            </a:pathLst>
          </a:custGeom>
          <a:solidFill>
            <a:srgbClr val="0080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248" name="AutoShape 176"/>
          <p:cNvSpPr>
            <a:spLocks noChangeArrowheads="1"/>
          </p:cNvSpPr>
          <p:nvPr/>
        </p:nvSpPr>
        <p:spPr bwMode="auto">
          <a:xfrm rot="-975335">
            <a:off x="5149741" y="1219503"/>
            <a:ext cx="1614878" cy="1014343"/>
          </a:xfrm>
          <a:prstGeom prst="cloudCallout">
            <a:avLst>
              <a:gd name="adj1" fmla="val -5009"/>
              <a:gd name="adj2" fmla="val 85111"/>
            </a:avLst>
          </a:prstGeom>
          <a:solidFill>
            <a:schemeClr val="accent1">
              <a:alpha val="41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/>
            <a:r>
              <a:rPr lang="ru-RU" sz="1400" b="1" i="1" dirty="0"/>
              <a:t>Вкусно, но мало!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4.10405E-6 L 0.37326 0.4994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2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700" y="25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56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7326 0.49942 L 0.56614 0.26358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32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600" y="-118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000"/>
                            </p:stCondLst>
                            <p:childTnLst>
                              <p:par>
                                <p:cTn id="11" presetID="21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4)">
                                      <p:cBhvr>
                                        <p:cTn id="12" dur="1000"/>
                                        <p:tgtEl>
                                          <p:spTgt spid="32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uctio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4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Эффект взрыва. По щелчку на первой картинке появляется вторая, первая исчезает.</a:t>
            </a:r>
          </a:p>
        </p:txBody>
      </p:sp>
      <p:sp>
        <p:nvSpPr>
          <p:cNvPr id="8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CAD23-70DA-4E92-9126-F9431E80B462}" type="slidenum">
              <a:rPr lang="ru-RU"/>
              <a:pPr/>
              <a:t>3</a:t>
            </a:fld>
            <a:endParaRPr lang="ru-RU"/>
          </a:p>
        </p:txBody>
      </p:sp>
      <p:grpSp>
        <p:nvGrpSpPr>
          <p:cNvPr id="17416" name="Group 8"/>
          <p:cNvGrpSpPr>
            <a:grpSpLocks/>
          </p:cNvGrpSpPr>
          <p:nvPr/>
        </p:nvGrpSpPr>
        <p:grpSpPr bwMode="auto">
          <a:xfrm>
            <a:off x="2746350" y="1566837"/>
            <a:ext cx="3825875" cy="3759200"/>
            <a:chOff x="204" y="1162"/>
            <a:chExt cx="2410" cy="2368"/>
          </a:xfrm>
        </p:grpSpPr>
        <p:graphicFrame>
          <p:nvGraphicFramePr>
            <p:cNvPr id="17412" name="Object 4"/>
            <p:cNvGraphicFramePr>
              <a:graphicFrameLocks noChangeAspect="1"/>
            </p:cNvGraphicFramePr>
            <p:nvPr/>
          </p:nvGraphicFramePr>
          <p:xfrm>
            <a:off x="204" y="1162"/>
            <a:ext cx="2410" cy="23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16" name="Clip" r:id="rId4" imgW="4016520" imgH="3945240" progId="">
                    <p:embed/>
                  </p:oleObj>
                </mc:Choice>
                <mc:Fallback>
                  <p:oleObj name="Clip" r:id="rId4" imgW="4016520" imgH="3945240" progId="">
                    <p:embed/>
                    <p:pic>
                      <p:nvPicPr>
                        <p:cNvPr id="0" name="Picture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4" y="1162"/>
                          <a:ext cx="2410" cy="236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15" name="Text Box 7"/>
            <p:cNvSpPr txBox="1">
              <a:spLocks noChangeArrowheads="1"/>
            </p:cNvSpPr>
            <p:nvPr/>
          </p:nvSpPr>
          <p:spPr bwMode="auto">
            <a:xfrm>
              <a:off x="340" y="2931"/>
              <a:ext cx="86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ru-RU" dirty="0"/>
                <a:t>Щелкните</a:t>
              </a:r>
            </a:p>
          </p:txBody>
        </p:sp>
      </p:grpSp>
      <p:graphicFrame>
        <p:nvGraphicFramePr>
          <p:cNvPr id="17413" name="Object 5"/>
          <p:cNvGraphicFramePr>
            <a:graphicFrameLocks noChangeAspect="1"/>
          </p:cNvGraphicFramePr>
          <p:nvPr/>
        </p:nvGraphicFramePr>
        <p:xfrm>
          <a:off x="2235168" y="1639863"/>
          <a:ext cx="4933950" cy="3760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7" name="Clip" r:id="rId6" imgW="5154120" imgH="3928680" progId="">
                  <p:embed/>
                </p:oleObj>
              </mc:Choice>
              <mc:Fallback>
                <p:oleObj name="Clip" r:id="rId6" imgW="5154120" imgH="3928680" progId="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5168" y="1639863"/>
                        <a:ext cx="4933950" cy="3760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4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416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Нога попала в капкан.</a:t>
            </a:r>
          </a:p>
        </p:txBody>
      </p:sp>
      <p:sp>
        <p:nvSpPr>
          <p:cNvPr id="133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00A0C-2BC9-47F3-BC9B-382366CE45B8}" type="slidenum">
              <a:rPr lang="ru-RU"/>
              <a:pPr/>
              <a:t>4</a:t>
            </a:fld>
            <a:endParaRPr lang="ru-RU"/>
          </a:p>
        </p:txBody>
      </p:sp>
      <p:grpSp>
        <p:nvGrpSpPr>
          <p:cNvPr id="14492" name="Group 156"/>
          <p:cNvGrpSpPr>
            <a:grpSpLocks/>
          </p:cNvGrpSpPr>
          <p:nvPr/>
        </p:nvGrpSpPr>
        <p:grpSpPr bwMode="auto">
          <a:xfrm>
            <a:off x="2855889" y="2187558"/>
            <a:ext cx="3090863" cy="2212975"/>
            <a:chOff x="2405" y="862"/>
            <a:chExt cx="1947" cy="1394"/>
          </a:xfrm>
        </p:grpSpPr>
        <p:sp>
          <p:nvSpPr>
            <p:cNvPr id="14493" name="Freeform 157"/>
            <p:cNvSpPr>
              <a:spLocks/>
            </p:cNvSpPr>
            <p:nvPr/>
          </p:nvSpPr>
          <p:spPr bwMode="auto">
            <a:xfrm>
              <a:off x="2405" y="862"/>
              <a:ext cx="1947" cy="1394"/>
            </a:xfrm>
            <a:custGeom>
              <a:avLst/>
              <a:gdLst/>
              <a:ahLst/>
              <a:cxnLst>
                <a:cxn ang="0">
                  <a:pos x="1947" y="0"/>
                </a:cxn>
                <a:cxn ang="0">
                  <a:pos x="1669" y="661"/>
                </a:cxn>
                <a:cxn ang="0">
                  <a:pos x="1651" y="778"/>
                </a:cxn>
                <a:cxn ang="0">
                  <a:pos x="1629" y="836"/>
                </a:cxn>
                <a:cxn ang="0">
                  <a:pos x="1572" y="932"/>
                </a:cxn>
                <a:cxn ang="0">
                  <a:pos x="1532" y="1020"/>
                </a:cxn>
                <a:cxn ang="0">
                  <a:pos x="1510" y="1148"/>
                </a:cxn>
                <a:cxn ang="0">
                  <a:pos x="1497" y="1254"/>
                </a:cxn>
                <a:cxn ang="0">
                  <a:pos x="1423" y="1354"/>
                </a:cxn>
                <a:cxn ang="0">
                  <a:pos x="1277" y="1389"/>
                </a:cxn>
                <a:cxn ang="0">
                  <a:pos x="1114" y="1385"/>
                </a:cxn>
                <a:cxn ang="0">
                  <a:pos x="946" y="1332"/>
                </a:cxn>
                <a:cxn ang="0">
                  <a:pos x="757" y="1214"/>
                </a:cxn>
                <a:cxn ang="0">
                  <a:pos x="598" y="1064"/>
                </a:cxn>
                <a:cxn ang="0">
                  <a:pos x="439" y="1020"/>
                </a:cxn>
                <a:cxn ang="0">
                  <a:pos x="267" y="984"/>
                </a:cxn>
                <a:cxn ang="0">
                  <a:pos x="189" y="947"/>
                </a:cxn>
                <a:cxn ang="0">
                  <a:pos x="158" y="911"/>
                </a:cxn>
                <a:cxn ang="0">
                  <a:pos x="135" y="902"/>
                </a:cxn>
                <a:cxn ang="0">
                  <a:pos x="103" y="918"/>
                </a:cxn>
                <a:cxn ang="0">
                  <a:pos x="67" y="924"/>
                </a:cxn>
                <a:cxn ang="0">
                  <a:pos x="40" y="914"/>
                </a:cxn>
                <a:cxn ang="0">
                  <a:pos x="18" y="893"/>
                </a:cxn>
                <a:cxn ang="0">
                  <a:pos x="2" y="850"/>
                </a:cxn>
                <a:cxn ang="0">
                  <a:pos x="7" y="791"/>
                </a:cxn>
                <a:cxn ang="0">
                  <a:pos x="38" y="747"/>
                </a:cxn>
                <a:cxn ang="0">
                  <a:pos x="67" y="729"/>
                </a:cxn>
                <a:cxn ang="0">
                  <a:pos x="126" y="718"/>
                </a:cxn>
                <a:cxn ang="0">
                  <a:pos x="148" y="699"/>
                </a:cxn>
                <a:cxn ang="0">
                  <a:pos x="166" y="641"/>
                </a:cxn>
                <a:cxn ang="0">
                  <a:pos x="217" y="606"/>
                </a:cxn>
                <a:cxn ang="0">
                  <a:pos x="285" y="611"/>
                </a:cxn>
                <a:cxn ang="0">
                  <a:pos x="331" y="627"/>
                </a:cxn>
                <a:cxn ang="0">
                  <a:pos x="356" y="604"/>
                </a:cxn>
                <a:cxn ang="0">
                  <a:pos x="391" y="586"/>
                </a:cxn>
                <a:cxn ang="0">
                  <a:pos x="425" y="579"/>
                </a:cxn>
                <a:cxn ang="0">
                  <a:pos x="453" y="589"/>
                </a:cxn>
                <a:cxn ang="0">
                  <a:pos x="476" y="583"/>
                </a:cxn>
                <a:cxn ang="0">
                  <a:pos x="502" y="565"/>
                </a:cxn>
                <a:cxn ang="0">
                  <a:pos x="534" y="556"/>
                </a:cxn>
                <a:cxn ang="0">
                  <a:pos x="568" y="558"/>
                </a:cxn>
                <a:cxn ang="0">
                  <a:pos x="579" y="524"/>
                </a:cxn>
                <a:cxn ang="0">
                  <a:pos x="584" y="481"/>
                </a:cxn>
                <a:cxn ang="0">
                  <a:pos x="598" y="440"/>
                </a:cxn>
                <a:cxn ang="0">
                  <a:pos x="616" y="409"/>
                </a:cxn>
                <a:cxn ang="0">
                  <a:pos x="638" y="388"/>
                </a:cxn>
                <a:cxn ang="0">
                  <a:pos x="682" y="369"/>
                </a:cxn>
                <a:cxn ang="0">
                  <a:pos x="722" y="365"/>
                </a:cxn>
                <a:cxn ang="0">
                  <a:pos x="775" y="382"/>
                </a:cxn>
                <a:cxn ang="0">
                  <a:pos x="802" y="402"/>
                </a:cxn>
                <a:cxn ang="0">
                  <a:pos x="832" y="431"/>
                </a:cxn>
                <a:cxn ang="0">
                  <a:pos x="859" y="470"/>
                </a:cxn>
                <a:cxn ang="0">
                  <a:pos x="881" y="519"/>
                </a:cxn>
                <a:cxn ang="0">
                  <a:pos x="894" y="558"/>
                </a:cxn>
                <a:cxn ang="0">
                  <a:pos x="1070" y="497"/>
                </a:cxn>
              </a:cxnLst>
              <a:rect l="0" t="0" r="r" b="b"/>
              <a:pathLst>
                <a:path w="1947" h="1394">
                  <a:moveTo>
                    <a:pt x="1132" y="0"/>
                  </a:moveTo>
                  <a:lnTo>
                    <a:pt x="1947" y="0"/>
                  </a:lnTo>
                  <a:lnTo>
                    <a:pt x="1682" y="599"/>
                  </a:lnTo>
                  <a:lnTo>
                    <a:pt x="1669" y="661"/>
                  </a:lnTo>
                  <a:lnTo>
                    <a:pt x="1658" y="720"/>
                  </a:lnTo>
                  <a:lnTo>
                    <a:pt x="1651" y="778"/>
                  </a:lnTo>
                  <a:lnTo>
                    <a:pt x="1642" y="806"/>
                  </a:lnTo>
                  <a:lnTo>
                    <a:pt x="1629" y="836"/>
                  </a:lnTo>
                  <a:lnTo>
                    <a:pt x="1603" y="884"/>
                  </a:lnTo>
                  <a:lnTo>
                    <a:pt x="1572" y="932"/>
                  </a:lnTo>
                  <a:lnTo>
                    <a:pt x="1554" y="962"/>
                  </a:lnTo>
                  <a:lnTo>
                    <a:pt x="1532" y="1020"/>
                  </a:lnTo>
                  <a:lnTo>
                    <a:pt x="1523" y="1077"/>
                  </a:lnTo>
                  <a:lnTo>
                    <a:pt x="1510" y="1148"/>
                  </a:lnTo>
                  <a:lnTo>
                    <a:pt x="1510" y="1201"/>
                  </a:lnTo>
                  <a:lnTo>
                    <a:pt x="1497" y="1254"/>
                  </a:lnTo>
                  <a:lnTo>
                    <a:pt x="1470" y="1314"/>
                  </a:lnTo>
                  <a:lnTo>
                    <a:pt x="1423" y="1354"/>
                  </a:lnTo>
                  <a:lnTo>
                    <a:pt x="1365" y="1376"/>
                  </a:lnTo>
                  <a:lnTo>
                    <a:pt x="1277" y="1389"/>
                  </a:lnTo>
                  <a:lnTo>
                    <a:pt x="1193" y="1394"/>
                  </a:lnTo>
                  <a:lnTo>
                    <a:pt x="1114" y="1385"/>
                  </a:lnTo>
                  <a:lnTo>
                    <a:pt x="1030" y="1367"/>
                  </a:lnTo>
                  <a:lnTo>
                    <a:pt x="946" y="1332"/>
                  </a:lnTo>
                  <a:lnTo>
                    <a:pt x="859" y="1279"/>
                  </a:lnTo>
                  <a:lnTo>
                    <a:pt x="757" y="1214"/>
                  </a:lnTo>
                  <a:lnTo>
                    <a:pt x="669" y="1126"/>
                  </a:lnTo>
                  <a:lnTo>
                    <a:pt x="598" y="1064"/>
                  </a:lnTo>
                  <a:lnTo>
                    <a:pt x="532" y="1024"/>
                  </a:lnTo>
                  <a:lnTo>
                    <a:pt x="439" y="1020"/>
                  </a:lnTo>
                  <a:lnTo>
                    <a:pt x="338" y="1002"/>
                  </a:lnTo>
                  <a:lnTo>
                    <a:pt x="267" y="984"/>
                  </a:lnTo>
                  <a:lnTo>
                    <a:pt x="202" y="955"/>
                  </a:lnTo>
                  <a:lnTo>
                    <a:pt x="189" y="947"/>
                  </a:lnTo>
                  <a:lnTo>
                    <a:pt x="170" y="932"/>
                  </a:lnTo>
                  <a:lnTo>
                    <a:pt x="158" y="911"/>
                  </a:lnTo>
                  <a:lnTo>
                    <a:pt x="148" y="893"/>
                  </a:lnTo>
                  <a:lnTo>
                    <a:pt x="135" y="902"/>
                  </a:lnTo>
                  <a:lnTo>
                    <a:pt x="117" y="914"/>
                  </a:lnTo>
                  <a:lnTo>
                    <a:pt x="103" y="918"/>
                  </a:lnTo>
                  <a:lnTo>
                    <a:pt x="86" y="922"/>
                  </a:lnTo>
                  <a:lnTo>
                    <a:pt x="67" y="924"/>
                  </a:lnTo>
                  <a:lnTo>
                    <a:pt x="54" y="922"/>
                  </a:lnTo>
                  <a:lnTo>
                    <a:pt x="40" y="914"/>
                  </a:lnTo>
                  <a:lnTo>
                    <a:pt x="27" y="905"/>
                  </a:lnTo>
                  <a:lnTo>
                    <a:pt x="18" y="893"/>
                  </a:lnTo>
                  <a:lnTo>
                    <a:pt x="9" y="877"/>
                  </a:lnTo>
                  <a:lnTo>
                    <a:pt x="2" y="850"/>
                  </a:lnTo>
                  <a:lnTo>
                    <a:pt x="0" y="816"/>
                  </a:lnTo>
                  <a:lnTo>
                    <a:pt x="7" y="791"/>
                  </a:lnTo>
                  <a:lnTo>
                    <a:pt x="20" y="769"/>
                  </a:lnTo>
                  <a:lnTo>
                    <a:pt x="38" y="747"/>
                  </a:lnTo>
                  <a:lnTo>
                    <a:pt x="53" y="736"/>
                  </a:lnTo>
                  <a:lnTo>
                    <a:pt x="67" y="729"/>
                  </a:lnTo>
                  <a:lnTo>
                    <a:pt x="98" y="718"/>
                  </a:lnTo>
                  <a:lnTo>
                    <a:pt x="126" y="718"/>
                  </a:lnTo>
                  <a:lnTo>
                    <a:pt x="148" y="721"/>
                  </a:lnTo>
                  <a:lnTo>
                    <a:pt x="148" y="699"/>
                  </a:lnTo>
                  <a:lnTo>
                    <a:pt x="155" y="663"/>
                  </a:lnTo>
                  <a:lnTo>
                    <a:pt x="166" y="641"/>
                  </a:lnTo>
                  <a:lnTo>
                    <a:pt x="188" y="621"/>
                  </a:lnTo>
                  <a:lnTo>
                    <a:pt x="217" y="606"/>
                  </a:lnTo>
                  <a:lnTo>
                    <a:pt x="245" y="602"/>
                  </a:lnTo>
                  <a:lnTo>
                    <a:pt x="285" y="611"/>
                  </a:lnTo>
                  <a:lnTo>
                    <a:pt x="320" y="624"/>
                  </a:lnTo>
                  <a:lnTo>
                    <a:pt x="331" y="627"/>
                  </a:lnTo>
                  <a:lnTo>
                    <a:pt x="344" y="613"/>
                  </a:lnTo>
                  <a:lnTo>
                    <a:pt x="356" y="604"/>
                  </a:lnTo>
                  <a:lnTo>
                    <a:pt x="376" y="592"/>
                  </a:lnTo>
                  <a:lnTo>
                    <a:pt x="391" y="586"/>
                  </a:lnTo>
                  <a:lnTo>
                    <a:pt x="406" y="581"/>
                  </a:lnTo>
                  <a:lnTo>
                    <a:pt x="425" y="579"/>
                  </a:lnTo>
                  <a:lnTo>
                    <a:pt x="436" y="581"/>
                  </a:lnTo>
                  <a:lnTo>
                    <a:pt x="453" y="589"/>
                  </a:lnTo>
                  <a:lnTo>
                    <a:pt x="463" y="594"/>
                  </a:lnTo>
                  <a:lnTo>
                    <a:pt x="476" y="583"/>
                  </a:lnTo>
                  <a:lnTo>
                    <a:pt x="493" y="571"/>
                  </a:lnTo>
                  <a:lnTo>
                    <a:pt x="502" y="565"/>
                  </a:lnTo>
                  <a:lnTo>
                    <a:pt x="518" y="559"/>
                  </a:lnTo>
                  <a:lnTo>
                    <a:pt x="534" y="556"/>
                  </a:lnTo>
                  <a:lnTo>
                    <a:pt x="551" y="555"/>
                  </a:lnTo>
                  <a:lnTo>
                    <a:pt x="568" y="558"/>
                  </a:lnTo>
                  <a:lnTo>
                    <a:pt x="579" y="559"/>
                  </a:lnTo>
                  <a:lnTo>
                    <a:pt x="579" y="524"/>
                  </a:lnTo>
                  <a:lnTo>
                    <a:pt x="581" y="501"/>
                  </a:lnTo>
                  <a:lnTo>
                    <a:pt x="584" y="481"/>
                  </a:lnTo>
                  <a:lnTo>
                    <a:pt x="592" y="456"/>
                  </a:lnTo>
                  <a:lnTo>
                    <a:pt x="598" y="440"/>
                  </a:lnTo>
                  <a:lnTo>
                    <a:pt x="606" y="422"/>
                  </a:lnTo>
                  <a:lnTo>
                    <a:pt x="616" y="409"/>
                  </a:lnTo>
                  <a:lnTo>
                    <a:pt x="627" y="397"/>
                  </a:lnTo>
                  <a:lnTo>
                    <a:pt x="638" y="388"/>
                  </a:lnTo>
                  <a:lnTo>
                    <a:pt x="656" y="377"/>
                  </a:lnTo>
                  <a:lnTo>
                    <a:pt x="682" y="369"/>
                  </a:lnTo>
                  <a:lnTo>
                    <a:pt x="702" y="366"/>
                  </a:lnTo>
                  <a:lnTo>
                    <a:pt x="722" y="365"/>
                  </a:lnTo>
                  <a:lnTo>
                    <a:pt x="751" y="371"/>
                  </a:lnTo>
                  <a:lnTo>
                    <a:pt x="775" y="382"/>
                  </a:lnTo>
                  <a:lnTo>
                    <a:pt x="792" y="393"/>
                  </a:lnTo>
                  <a:lnTo>
                    <a:pt x="802" y="402"/>
                  </a:lnTo>
                  <a:lnTo>
                    <a:pt x="819" y="416"/>
                  </a:lnTo>
                  <a:lnTo>
                    <a:pt x="832" y="431"/>
                  </a:lnTo>
                  <a:lnTo>
                    <a:pt x="848" y="452"/>
                  </a:lnTo>
                  <a:lnTo>
                    <a:pt x="859" y="470"/>
                  </a:lnTo>
                  <a:lnTo>
                    <a:pt x="872" y="497"/>
                  </a:lnTo>
                  <a:lnTo>
                    <a:pt x="881" y="519"/>
                  </a:lnTo>
                  <a:lnTo>
                    <a:pt x="886" y="537"/>
                  </a:lnTo>
                  <a:lnTo>
                    <a:pt x="894" y="558"/>
                  </a:lnTo>
                  <a:lnTo>
                    <a:pt x="1034" y="549"/>
                  </a:lnTo>
                  <a:lnTo>
                    <a:pt x="1070" y="497"/>
                  </a:lnTo>
                  <a:lnTo>
                    <a:pt x="1132" y="0"/>
                  </a:lnTo>
                  <a:close/>
                </a:path>
              </a:pathLst>
            </a:custGeom>
            <a:solidFill>
              <a:srgbClr val="FFE0C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4494" name="Freeform 158"/>
            <p:cNvSpPr>
              <a:spLocks/>
            </p:cNvSpPr>
            <p:nvPr/>
          </p:nvSpPr>
          <p:spPr bwMode="auto">
            <a:xfrm>
              <a:off x="2937" y="1779"/>
              <a:ext cx="893" cy="473"/>
            </a:xfrm>
            <a:custGeom>
              <a:avLst/>
              <a:gdLst/>
              <a:ahLst/>
              <a:cxnLst>
                <a:cxn ang="0">
                  <a:pos x="893" y="433"/>
                </a:cxn>
                <a:cxn ang="0">
                  <a:pos x="835" y="455"/>
                </a:cxn>
                <a:cxn ang="0">
                  <a:pos x="747" y="468"/>
                </a:cxn>
                <a:cxn ang="0">
                  <a:pos x="662" y="473"/>
                </a:cxn>
                <a:cxn ang="0">
                  <a:pos x="583" y="464"/>
                </a:cxn>
                <a:cxn ang="0">
                  <a:pos x="499" y="446"/>
                </a:cxn>
                <a:cxn ang="0">
                  <a:pos x="415" y="411"/>
                </a:cxn>
                <a:cxn ang="0">
                  <a:pos x="328" y="358"/>
                </a:cxn>
                <a:cxn ang="0">
                  <a:pos x="226" y="292"/>
                </a:cxn>
                <a:cxn ang="0">
                  <a:pos x="137" y="204"/>
                </a:cxn>
                <a:cxn ang="0">
                  <a:pos x="66" y="142"/>
                </a:cxn>
                <a:cxn ang="0">
                  <a:pos x="0" y="101"/>
                </a:cxn>
                <a:cxn ang="0">
                  <a:pos x="38" y="94"/>
                </a:cxn>
                <a:cxn ang="0">
                  <a:pos x="54" y="89"/>
                </a:cxn>
                <a:cxn ang="0">
                  <a:pos x="75" y="84"/>
                </a:cxn>
                <a:cxn ang="0">
                  <a:pos x="92" y="73"/>
                </a:cxn>
                <a:cxn ang="0">
                  <a:pos x="105" y="61"/>
                </a:cxn>
                <a:cxn ang="0">
                  <a:pos x="116" y="44"/>
                </a:cxn>
                <a:cxn ang="0">
                  <a:pos x="126" y="33"/>
                </a:cxn>
                <a:cxn ang="0">
                  <a:pos x="156" y="37"/>
                </a:cxn>
                <a:cxn ang="0">
                  <a:pos x="193" y="40"/>
                </a:cxn>
                <a:cxn ang="0">
                  <a:pos x="235" y="35"/>
                </a:cxn>
                <a:cxn ang="0">
                  <a:pos x="263" y="30"/>
                </a:cxn>
                <a:cxn ang="0">
                  <a:pos x="299" y="20"/>
                </a:cxn>
                <a:cxn ang="0">
                  <a:pos x="328" y="10"/>
                </a:cxn>
                <a:cxn ang="0">
                  <a:pos x="358" y="0"/>
                </a:cxn>
                <a:cxn ang="0">
                  <a:pos x="406" y="17"/>
                </a:cxn>
                <a:cxn ang="0">
                  <a:pos x="459" y="31"/>
                </a:cxn>
                <a:cxn ang="0">
                  <a:pos x="503" y="57"/>
                </a:cxn>
                <a:cxn ang="0">
                  <a:pos x="538" y="84"/>
                </a:cxn>
                <a:cxn ang="0">
                  <a:pos x="556" y="101"/>
                </a:cxn>
                <a:cxn ang="0">
                  <a:pos x="573" y="124"/>
                </a:cxn>
                <a:cxn ang="0">
                  <a:pos x="595" y="177"/>
                </a:cxn>
                <a:cxn ang="0">
                  <a:pos x="626" y="230"/>
                </a:cxn>
                <a:cxn ang="0">
                  <a:pos x="658" y="258"/>
                </a:cxn>
                <a:cxn ang="0">
                  <a:pos x="698" y="274"/>
                </a:cxn>
                <a:cxn ang="0">
                  <a:pos x="746" y="287"/>
                </a:cxn>
                <a:cxn ang="0">
                  <a:pos x="795" y="305"/>
                </a:cxn>
                <a:cxn ang="0">
                  <a:pos x="839" y="336"/>
                </a:cxn>
                <a:cxn ang="0">
                  <a:pos x="860" y="354"/>
                </a:cxn>
                <a:cxn ang="0">
                  <a:pos x="874" y="380"/>
                </a:cxn>
                <a:cxn ang="0">
                  <a:pos x="888" y="411"/>
                </a:cxn>
                <a:cxn ang="0">
                  <a:pos x="893" y="433"/>
                </a:cxn>
              </a:cxnLst>
              <a:rect l="0" t="0" r="r" b="b"/>
              <a:pathLst>
                <a:path w="893" h="473">
                  <a:moveTo>
                    <a:pt x="893" y="433"/>
                  </a:moveTo>
                  <a:lnTo>
                    <a:pt x="835" y="455"/>
                  </a:lnTo>
                  <a:lnTo>
                    <a:pt x="747" y="468"/>
                  </a:lnTo>
                  <a:lnTo>
                    <a:pt x="662" y="473"/>
                  </a:lnTo>
                  <a:lnTo>
                    <a:pt x="583" y="464"/>
                  </a:lnTo>
                  <a:lnTo>
                    <a:pt x="499" y="446"/>
                  </a:lnTo>
                  <a:lnTo>
                    <a:pt x="415" y="411"/>
                  </a:lnTo>
                  <a:lnTo>
                    <a:pt x="328" y="358"/>
                  </a:lnTo>
                  <a:lnTo>
                    <a:pt x="226" y="292"/>
                  </a:lnTo>
                  <a:lnTo>
                    <a:pt x="137" y="204"/>
                  </a:lnTo>
                  <a:lnTo>
                    <a:pt x="66" y="142"/>
                  </a:lnTo>
                  <a:lnTo>
                    <a:pt x="0" y="101"/>
                  </a:lnTo>
                  <a:lnTo>
                    <a:pt x="38" y="94"/>
                  </a:lnTo>
                  <a:lnTo>
                    <a:pt x="54" y="89"/>
                  </a:lnTo>
                  <a:lnTo>
                    <a:pt x="75" y="84"/>
                  </a:lnTo>
                  <a:lnTo>
                    <a:pt x="92" y="73"/>
                  </a:lnTo>
                  <a:lnTo>
                    <a:pt x="105" y="61"/>
                  </a:lnTo>
                  <a:lnTo>
                    <a:pt x="116" y="44"/>
                  </a:lnTo>
                  <a:lnTo>
                    <a:pt x="126" y="33"/>
                  </a:lnTo>
                  <a:lnTo>
                    <a:pt x="156" y="37"/>
                  </a:lnTo>
                  <a:lnTo>
                    <a:pt x="193" y="40"/>
                  </a:lnTo>
                  <a:lnTo>
                    <a:pt x="235" y="35"/>
                  </a:lnTo>
                  <a:lnTo>
                    <a:pt x="263" y="30"/>
                  </a:lnTo>
                  <a:lnTo>
                    <a:pt x="299" y="20"/>
                  </a:lnTo>
                  <a:lnTo>
                    <a:pt x="328" y="10"/>
                  </a:lnTo>
                  <a:lnTo>
                    <a:pt x="358" y="0"/>
                  </a:lnTo>
                  <a:lnTo>
                    <a:pt x="406" y="17"/>
                  </a:lnTo>
                  <a:lnTo>
                    <a:pt x="459" y="31"/>
                  </a:lnTo>
                  <a:lnTo>
                    <a:pt x="503" y="57"/>
                  </a:lnTo>
                  <a:lnTo>
                    <a:pt x="538" y="84"/>
                  </a:lnTo>
                  <a:lnTo>
                    <a:pt x="556" y="101"/>
                  </a:lnTo>
                  <a:lnTo>
                    <a:pt x="573" y="124"/>
                  </a:lnTo>
                  <a:lnTo>
                    <a:pt x="595" y="177"/>
                  </a:lnTo>
                  <a:lnTo>
                    <a:pt x="626" y="230"/>
                  </a:lnTo>
                  <a:lnTo>
                    <a:pt x="658" y="258"/>
                  </a:lnTo>
                  <a:lnTo>
                    <a:pt x="698" y="274"/>
                  </a:lnTo>
                  <a:lnTo>
                    <a:pt x="746" y="287"/>
                  </a:lnTo>
                  <a:lnTo>
                    <a:pt x="795" y="305"/>
                  </a:lnTo>
                  <a:lnTo>
                    <a:pt x="839" y="336"/>
                  </a:lnTo>
                  <a:lnTo>
                    <a:pt x="860" y="354"/>
                  </a:lnTo>
                  <a:lnTo>
                    <a:pt x="874" y="380"/>
                  </a:lnTo>
                  <a:lnTo>
                    <a:pt x="888" y="411"/>
                  </a:lnTo>
                  <a:lnTo>
                    <a:pt x="893" y="433"/>
                  </a:lnTo>
                  <a:close/>
                </a:path>
              </a:pathLst>
            </a:custGeom>
            <a:solidFill>
              <a:srgbClr val="FFC08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grpSp>
          <p:nvGrpSpPr>
            <p:cNvPr id="14495" name="Group 159"/>
            <p:cNvGrpSpPr>
              <a:grpSpLocks/>
            </p:cNvGrpSpPr>
            <p:nvPr/>
          </p:nvGrpSpPr>
          <p:grpSpPr bwMode="auto">
            <a:xfrm>
              <a:off x="2409" y="1314"/>
              <a:ext cx="1694" cy="574"/>
              <a:chOff x="2409" y="1314"/>
              <a:chExt cx="1694" cy="574"/>
            </a:xfrm>
          </p:grpSpPr>
          <p:sp>
            <p:nvSpPr>
              <p:cNvPr id="14496" name="Freeform 160"/>
              <p:cNvSpPr>
                <a:spLocks/>
              </p:cNvSpPr>
              <p:nvPr/>
            </p:nvSpPr>
            <p:spPr bwMode="auto">
              <a:xfrm>
                <a:off x="2889" y="1695"/>
                <a:ext cx="507" cy="129"/>
              </a:xfrm>
              <a:custGeom>
                <a:avLst/>
                <a:gdLst/>
                <a:ahLst/>
                <a:cxnLst>
                  <a:cxn ang="0">
                    <a:pos x="0" y="53"/>
                  </a:cxn>
                  <a:cxn ang="0">
                    <a:pos x="23" y="71"/>
                  </a:cxn>
                  <a:cxn ang="0">
                    <a:pos x="50" y="89"/>
                  </a:cxn>
                  <a:cxn ang="0">
                    <a:pos x="71" y="100"/>
                  </a:cxn>
                  <a:cxn ang="0">
                    <a:pos x="100" y="111"/>
                  </a:cxn>
                  <a:cxn ang="0">
                    <a:pos x="137" y="119"/>
                  </a:cxn>
                  <a:cxn ang="0">
                    <a:pos x="165" y="124"/>
                  </a:cxn>
                  <a:cxn ang="0">
                    <a:pos x="177" y="125"/>
                  </a:cxn>
                  <a:cxn ang="0">
                    <a:pos x="218" y="129"/>
                  </a:cxn>
                  <a:cxn ang="0">
                    <a:pos x="256" y="129"/>
                  </a:cxn>
                  <a:cxn ang="0">
                    <a:pos x="288" y="124"/>
                  </a:cxn>
                  <a:cxn ang="0">
                    <a:pos x="324" y="118"/>
                  </a:cxn>
                  <a:cxn ang="0">
                    <a:pos x="358" y="107"/>
                  </a:cxn>
                  <a:cxn ang="0">
                    <a:pos x="394" y="93"/>
                  </a:cxn>
                  <a:cxn ang="0">
                    <a:pos x="412" y="86"/>
                  </a:cxn>
                  <a:cxn ang="0">
                    <a:pos x="436" y="75"/>
                  </a:cxn>
                  <a:cxn ang="0">
                    <a:pos x="452" y="66"/>
                  </a:cxn>
                  <a:cxn ang="0">
                    <a:pos x="469" y="55"/>
                  </a:cxn>
                  <a:cxn ang="0">
                    <a:pos x="484" y="41"/>
                  </a:cxn>
                  <a:cxn ang="0">
                    <a:pos x="495" y="26"/>
                  </a:cxn>
                  <a:cxn ang="0">
                    <a:pos x="504" y="12"/>
                  </a:cxn>
                  <a:cxn ang="0">
                    <a:pos x="507" y="0"/>
                  </a:cxn>
                </a:cxnLst>
                <a:rect l="0" t="0" r="r" b="b"/>
                <a:pathLst>
                  <a:path w="507" h="129">
                    <a:moveTo>
                      <a:pt x="0" y="53"/>
                    </a:moveTo>
                    <a:lnTo>
                      <a:pt x="23" y="71"/>
                    </a:lnTo>
                    <a:lnTo>
                      <a:pt x="50" y="89"/>
                    </a:lnTo>
                    <a:lnTo>
                      <a:pt x="71" y="100"/>
                    </a:lnTo>
                    <a:lnTo>
                      <a:pt x="100" y="111"/>
                    </a:lnTo>
                    <a:lnTo>
                      <a:pt x="137" y="119"/>
                    </a:lnTo>
                    <a:lnTo>
                      <a:pt x="165" y="124"/>
                    </a:lnTo>
                    <a:lnTo>
                      <a:pt x="177" y="125"/>
                    </a:lnTo>
                    <a:lnTo>
                      <a:pt x="218" y="129"/>
                    </a:lnTo>
                    <a:lnTo>
                      <a:pt x="256" y="129"/>
                    </a:lnTo>
                    <a:lnTo>
                      <a:pt x="288" y="124"/>
                    </a:lnTo>
                    <a:lnTo>
                      <a:pt x="324" y="118"/>
                    </a:lnTo>
                    <a:lnTo>
                      <a:pt x="358" y="107"/>
                    </a:lnTo>
                    <a:lnTo>
                      <a:pt x="394" y="93"/>
                    </a:lnTo>
                    <a:lnTo>
                      <a:pt x="412" y="86"/>
                    </a:lnTo>
                    <a:lnTo>
                      <a:pt x="436" y="75"/>
                    </a:lnTo>
                    <a:lnTo>
                      <a:pt x="452" y="66"/>
                    </a:lnTo>
                    <a:lnTo>
                      <a:pt x="469" y="55"/>
                    </a:lnTo>
                    <a:lnTo>
                      <a:pt x="484" y="41"/>
                    </a:lnTo>
                    <a:lnTo>
                      <a:pt x="495" y="26"/>
                    </a:lnTo>
                    <a:lnTo>
                      <a:pt x="504" y="12"/>
                    </a:lnTo>
                    <a:lnTo>
                      <a:pt x="507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4497" name="Freeform 161"/>
              <p:cNvSpPr>
                <a:spLocks/>
              </p:cNvSpPr>
              <p:nvPr/>
            </p:nvSpPr>
            <p:spPr bwMode="auto">
              <a:xfrm>
                <a:off x="2409" y="1629"/>
                <a:ext cx="76" cy="76"/>
              </a:xfrm>
              <a:custGeom>
                <a:avLst/>
                <a:gdLst/>
                <a:ahLst/>
                <a:cxnLst>
                  <a:cxn ang="0">
                    <a:pos x="0" y="76"/>
                  </a:cxn>
                  <a:cxn ang="0">
                    <a:pos x="19" y="73"/>
                  </a:cxn>
                  <a:cxn ang="0">
                    <a:pos x="38" y="67"/>
                  </a:cxn>
                  <a:cxn ang="0">
                    <a:pos x="52" y="56"/>
                  </a:cxn>
                  <a:cxn ang="0">
                    <a:pos x="62" y="45"/>
                  </a:cxn>
                  <a:cxn ang="0">
                    <a:pos x="70" y="33"/>
                  </a:cxn>
                  <a:cxn ang="0">
                    <a:pos x="74" y="19"/>
                  </a:cxn>
                  <a:cxn ang="0">
                    <a:pos x="76" y="0"/>
                  </a:cxn>
                </a:cxnLst>
                <a:rect l="0" t="0" r="r" b="b"/>
                <a:pathLst>
                  <a:path w="76" h="76">
                    <a:moveTo>
                      <a:pt x="0" y="76"/>
                    </a:moveTo>
                    <a:lnTo>
                      <a:pt x="19" y="73"/>
                    </a:lnTo>
                    <a:lnTo>
                      <a:pt x="38" y="67"/>
                    </a:lnTo>
                    <a:lnTo>
                      <a:pt x="52" y="56"/>
                    </a:lnTo>
                    <a:lnTo>
                      <a:pt x="62" y="45"/>
                    </a:lnTo>
                    <a:lnTo>
                      <a:pt x="70" y="33"/>
                    </a:lnTo>
                    <a:lnTo>
                      <a:pt x="74" y="19"/>
                    </a:lnTo>
                    <a:lnTo>
                      <a:pt x="76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4498" name="Freeform 162"/>
              <p:cNvSpPr>
                <a:spLocks/>
              </p:cNvSpPr>
              <p:nvPr/>
            </p:nvSpPr>
            <p:spPr bwMode="auto">
              <a:xfrm>
                <a:off x="2537" y="1569"/>
                <a:ext cx="108" cy="83"/>
              </a:xfrm>
              <a:custGeom>
                <a:avLst/>
                <a:gdLst/>
                <a:ahLst/>
                <a:cxnLst>
                  <a:cxn ang="0">
                    <a:pos x="11" y="18"/>
                  </a:cxn>
                  <a:cxn ang="0">
                    <a:pos x="32" y="6"/>
                  </a:cxn>
                  <a:cxn ang="0">
                    <a:pos x="53" y="1"/>
                  </a:cxn>
                  <a:cxn ang="0">
                    <a:pos x="75" y="0"/>
                  </a:cxn>
                  <a:cxn ang="0">
                    <a:pos x="99" y="4"/>
                  </a:cxn>
                  <a:cxn ang="0">
                    <a:pos x="105" y="31"/>
                  </a:cxn>
                  <a:cxn ang="0">
                    <a:pos x="108" y="57"/>
                  </a:cxn>
                  <a:cxn ang="0">
                    <a:pos x="91" y="68"/>
                  </a:cxn>
                  <a:cxn ang="0">
                    <a:pos x="65" y="76"/>
                  </a:cxn>
                  <a:cxn ang="0">
                    <a:pos x="35" y="82"/>
                  </a:cxn>
                  <a:cxn ang="0">
                    <a:pos x="12" y="83"/>
                  </a:cxn>
                  <a:cxn ang="0">
                    <a:pos x="0" y="80"/>
                  </a:cxn>
                </a:cxnLst>
                <a:rect l="0" t="0" r="r" b="b"/>
                <a:pathLst>
                  <a:path w="108" h="83">
                    <a:moveTo>
                      <a:pt x="11" y="18"/>
                    </a:moveTo>
                    <a:lnTo>
                      <a:pt x="32" y="6"/>
                    </a:lnTo>
                    <a:lnTo>
                      <a:pt x="53" y="1"/>
                    </a:lnTo>
                    <a:lnTo>
                      <a:pt x="75" y="0"/>
                    </a:lnTo>
                    <a:lnTo>
                      <a:pt x="99" y="4"/>
                    </a:lnTo>
                    <a:lnTo>
                      <a:pt x="105" y="31"/>
                    </a:lnTo>
                    <a:lnTo>
                      <a:pt x="108" y="57"/>
                    </a:lnTo>
                    <a:lnTo>
                      <a:pt x="91" y="68"/>
                    </a:lnTo>
                    <a:lnTo>
                      <a:pt x="65" y="76"/>
                    </a:lnTo>
                    <a:lnTo>
                      <a:pt x="35" y="82"/>
                    </a:lnTo>
                    <a:lnTo>
                      <a:pt x="12" y="83"/>
                    </a:lnTo>
                    <a:lnTo>
                      <a:pt x="0" y="8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4499" name="Freeform 163"/>
              <p:cNvSpPr>
                <a:spLocks/>
              </p:cNvSpPr>
              <p:nvPr/>
            </p:nvSpPr>
            <p:spPr bwMode="auto">
              <a:xfrm>
                <a:off x="2554" y="1714"/>
                <a:ext cx="17" cy="46"/>
              </a:xfrm>
              <a:custGeom>
                <a:avLst/>
                <a:gdLst/>
                <a:ahLst/>
                <a:cxnLst>
                  <a:cxn ang="0">
                    <a:pos x="0" y="46"/>
                  </a:cxn>
                  <a:cxn ang="0">
                    <a:pos x="8" y="28"/>
                  </a:cxn>
                  <a:cxn ang="0">
                    <a:pos x="14" y="13"/>
                  </a:cxn>
                  <a:cxn ang="0">
                    <a:pos x="17" y="0"/>
                  </a:cxn>
                </a:cxnLst>
                <a:rect l="0" t="0" r="r" b="b"/>
                <a:pathLst>
                  <a:path w="17" h="46">
                    <a:moveTo>
                      <a:pt x="0" y="46"/>
                    </a:moveTo>
                    <a:lnTo>
                      <a:pt x="8" y="28"/>
                    </a:lnTo>
                    <a:lnTo>
                      <a:pt x="14" y="13"/>
                    </a:lnTo>
                    <a:lnTo>
                      <a:pt x="17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4500" name="Freeform 164"/>
              <p:cNvSpPr>
                <a:spLocks/>
              </p:cNvSpPr>
              <p:nvPr/>
            </p:nvSpPr>
            <p:spPr bwMode="auto">
              <a:xfrm>
                <a:off x="2538" y="1582"/>
                <a:ext cx="165" cy="123"/>
              </a:xfrm>
              <a:custGeom>
                <a:avLst/>
                <a:gdLst/>
                <a:ahLst/>
                <a:cxnLst>
                  <a:cxn ang="0">
                    <a:pos x="10" y="0"/>
                  </a:cxn>
                  <a:cxn ang="0">
                    <a:pos x="0" y="67"/>
                  </a:cxn>
                  <a:cxn ang="0">
                    <a:pos x="0" y="81"/>
                  </a:cxn>
                  <a:cxn ang="0">
                    <a:pos x="2" y="97"/>
                  </a:cxn>
                  <a:cxn ang="0">
                    <a:pos x="10" y="108"/>
                  </a:cxn>
                  <a:cxn ang="0">
                    <a:pos x="26" y="118"/>
                  </a:cxn>
                  <a:cxn ang="0">
                    <a:pos x="42" y="122"/>
                  </a:cxn>
                  <a:cxn ang="0">
                    <a:pos x="64" y="123"/>
                  </a:cxn>
                  <a:cxn ang="0">
                    <a:pos x="87" y="121"/>
                  </a:cxn>
                  <a:cxn ang="0">
                    <a:pos x="108" y="116"/>
                  </a:cxn>
                  <a:cxn ang="0">
                    <a:pos x="125" y="105"/>
                  </a:cxn>
                  <a:cxn ang="0">
                    <a:pos x="143" y="92"/>
                  </a:cxn>
                  <a:cxn ang="0">
                    <a:pos x="156" y="77"/>
                  </a:cxn>
                  <a:cxn ang="0">
                    <a:pos x="164" y="58"/>
                  </a:cxn>
                  <a:cxn ang="0">
                    <a:pos x="165" y="39"/>
                  </a:cxn>
                  <a:cxn ang="0">
                    <a:pos x="161" y="31"/>
                  </a:cxn>
                </a:cxnLst>
                <a:rect l="0" t="0" r="r" b="b"/>
                <a:pathLst>
                  <a:path w="165" h="123">
                    <a:moveTo>
                      <a:pt x="10" y="0"/>
                    </a:moveTo>
                    <a:lnTo>
                      <a:pt x="0" y="67"/>
                    </a:lnTo>
                    <a:lnTo>
                      <a:pt x="0" y="81"/>
                    </a:lnTo>
                    <a:lnTo>
                      <a:pt x="2" y="97"/>
                    </a:lnTo>
                    <a:lnTo>
                      <a:pt x="10" y="108"/>
                    </a:lnTo>
                    <a:lnTo>
                      <a:pt x="26" y="118"/>
                    </a:lnTo>
                    <a:lnTo>
                      <a:pt x="42" y="122"/>
                    </a:lnTo>
                    <a:lnTo>
                      <a:pt x="64" y="123"/>
                    </a:lnTo>
                    <a:lnTo>
                      <a:pt x="87" y="121"/>
                    </a:lnTo>
                    <a:lnTo>
                      <a:pt x="108" y="116"/>
                    </a:lnTo>
                    <a:lnTo>
                      <a:pt x="125" y="105"/>
                    </a:lnTo>
                    <a:lnTo>
                      <a:pt x="143" y="92"/>
                    </a:lnTo>
                    <a:lnTo>
                      <a:pt x="156" y="77"/>
                    </a:lnTo>
                    <a:lnTo>
                      <a:pt x="164" y="58"/>
                    </a:lnTo>
                    <a:lnTo>
                      <a:pt x="165" y="39"/>
                    </a:lnTo>
                    <a:lnTo>
                      <a:pt x="161" y="31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4501" name="Freeform 165"/>
              <p:cNvSpPr>
                <a:spLocks/>
              </p:cNvSpPr>
              <p:nvPr/>
            </p:nvSpPr>
            <p:spPr bwMode="auto">
              <a:xfrm>
                <a:off x="2675" y="1490"/>
                <a:ext cx="172" cy="162"/>
              </a:xfrm>
              <a:custGeom>
                <a:avLst/>
                <a:gdLst/>
                <a:ahLst/>
                <a:cxnLst>
                  <a:cxn ang="0">
                    <a:pos x="63" y="0"/>
                  </a:cxn>
                  <a:cxn ang="0">
                    <a:pos x="51" y="19"/>
                  </a:cxn>
                  <a:cxn ang="0">
                    <a:pos x="39" y="31"/>
                  </a:cxn>
                  <a:cxn ang="0">
                    <a:pos x="23" y="39"/>
                  </a:cxn>
                  <a:cxn ang="0">
                    <a:pos x="4" y="49"/>
                  </a:cxn>
                  <a:cxn ang="0">
                    <a:pos x="0" y="61"/>
                  </a:cxn>
                  <a:cxn ang="0">
                    <a:pos x="0" y="79"/>
                  </a:cxn>
                  <a:cxn ang="0">
                    <a:pos x="4" y="97"/>
                  </a:cxn>
                  <a:cxn ang="0">
                    <a:pos x="14" y="116"/>
                  </a:cxn>
                  <a:cxn ang="0">
                    <a:pos x="29" y="128"/>
                  </a:cxn>
                  <a:cxn ang="0">
                    <a:pos x="36" y="139"/>
                  </a:cxn>
                  <a:cxn ang="0">
                    <a:pos x="51" y="148"/>
                  </a:cxn>
                  <a:cxn ang="0">
                    <a:pos x="64" y="156"/>
                  </a:cxn>
                  <a:cxn ang="0">
                    <a:pos x="78" y="159"/>
                  </a:cxn>
                  <a:cxn ang="0">
                    <a:pos x="95" y="162"/>
                  </a:cxn>
                  <a:cxn ang="0">
                    <a:pos x="119" y="162"/>
                  </a:cxn>
                  <a:cxn ang="0">
                    <a:pos x="141" y="158"/>
                  </a:cxn>
                  <a:cxn ang="0">
                    <a:pos x="156" y="148"/>
                  </a:cxn>
                  <a:cxn ang="0">
                    <a:pos x="162" y="144"/>
                  </a:cxn>
                  <a:cxn ang="0">
                    <a:pos x="172" y="135"/>
                  </a:cxn>
                </a:cxnLst>
                <a:rect l="0" t="0" r="r" b="b"/>
                <a:pathLst>
                  <a:path w="172" h="162">
                    <a:moveTo>
                      <a:pt x="63" y="0"/>
                    </a:moveTo>
                    <a:lnTo>
                      <a:pt x="51" y="19"/>
                    </a:lnTo>
                    <a:lnTo>
                      <a:pt x="39" y="31"/>
                    </a:lnTo>
                    <a:lnTo>
                      <a:pt x="23" y="39"/>
                    </a:lnTo>
                    <a:lnTo>
                      <a:pt x="4" y="49"/>
                    </a:lnTo>
                    <a:lnTo>
                      <a:pt x="0" y="61"/>
                    </a:lnTo>
                    <a:lnTo>
                      <a:pt x="0" y="79"/>
                    </a:lnTo>
                    <a:lnTo>
                      <a:pt x="4" y="97"/>
                    </a:lnTo>
                    <a:lnTo>
                      <a:pt x="14" y="116"/>
                    </a:lnTo>
                    <a:lnTo>
                      <a:pt x="29" y="128"/>
                    </a:lnTo>
                    <a:lnTo>
                      <a:pt x="36" y="139"/>
                    </a:lnTo>
                    <a:lnTo>
                      <a:pt x="51" y="148"/>
                    </a:lnTo>
                    <a:lnTo>
                      <a:pt x="64" y="156"/>
                    </a:lnTo>
                    <a:lnTo>
                      <a:pt x="78" y="159"/>
                    </a:lnTo>
                    <a:lnTo>
                      <a:pt x="95" y="162"/>
                    </a:lnTo>
                    <a:lnTo>
                      <a:pt x="119" y="162"/>
                    </a:lnTo>
                    <a:lnTo>
                      <a:pt x="141" y="158"/>
                    </a:lnTo>
                    <a:lnTo>
                      <a:pt x="156" y="148"/>
                    </a:lnTo>
                    <a:lnTo>
                      <a:pt x="162" y="144"/>
                    </a:lnTo>
                    <a:lnTo>
                      <a:pt x="172" y="135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4502" name="Freeform 166"/>
              <p:cNvSpPr>
                <a:spLocks/>
              </p:cNvSpPr>
              <p:nvPr/>
            </p:nvSpPr>
            <p:spPr bwMode="auto">
              <a:xfrm>
                <a:off x="2678" y="1519"/>
                <a:ext cx="116" cy="44"/>
              </a:xfrm>
              <a:custGeom>
                <a:avLst/>
                <a:gdLst/>
                <a:ahLst/>
                <a:cxnLst>
                  <a:cxn ang="0">
                    <a:pos x="0" y="23"/>
                  </a:cxn>
                  <a:cxn ang="0">
                    <a:pos x="22" y="34"/>
                  </a:cxn>
                  <a:cxn ang="0">
                    <a:pos x="47" y="41"/>
                  </a:cxn>
                  <a:cxn ang="0">
                    <a:pos x="64" y="43"/>
                  </a:cxn>
                  <a:cxn ang="0">
                    <a:pos x="81" y="44"/>
                  </a:cxn>
                  <a:cxn ang="0">
                    <a:pos x="95" y="42"/>
                  </a:cxn>
                  <a:cxn ang="0">
                    <a:pos x="103" y="36"/>
                  </a:cxn>
                  <a:cxn ang="0">
                    <a:pos x="108" y="30"/>
                  </a:cxn>
                  <a:cxn ang="0">
                    <a:pos x="116" y="15"/>
                  </a:cxn>
                  <a:cxn ang="0">
                    <a:pos x="113" y="4"/>
                  </a:cxn>
                  <a:cxn ang="0">
                    <a:pos x="92" y="0"/>
                  </a:cxn>
                  <a:cxn ang="0">
                    <a:pos x="74" y="0"/>
                  </a:cxn>
                  <a:cxn ang="0">
                    <a:pos x="53" y="0"/>
                  </a:cxn>
                  <a:cxn ang="0">
                    <a:pos x="39" y="1"/>
                  </a:cxn>
                </a:cxnLst>
                <a:rect l="0" t="0" r="r" b="b"/>
                <a:pathLst>
                  <a:path w="116" h="44">
                    <a:moveTo>
                      <a:pt x="0" y="23"/>
                    </a:moveTo>
                    <a:lnTo>
                      <a:pt x="22" y="34"/>
                    </a:lnTo>
                    <a:lnTo>
                      <a:pt x="47" y="41"/>
                    </a:lnTo>
                    <a:lnTo>
                      <a:pt x="64" y="43"/>
                    </a:lnTo>
                    <a:lnTo>
                      <a:pt x="81" y="44"/>
                    </a:lnTo>
                    <a:lnTo>
                      <a:pt x="95" y="42"/>
                    </a:lnTo>
                    <a:lnTo>
                      <a:pt x="103" y="36"/>
                    </a:lnTo>
                    <a:lnTo>
                      <a:pt x="108" y="30"/>
                    </a:lnTo>
                    <a:lnTo>
                      <a:pt x="116" y="15"/>
                    </a:lnTo>
                    <a:lnTo>
                      <a:pt x="113" y="4"/>
                    </a:lnTo>
                    <a:lnTo>
                      <a:pt x="92" y="0"/>
                    </a:lnTo>
                    <a:lnTo>
                      <a:pt x="74" y="0"/>
                    </a:lnTo>
                    <a:lnTo>
                      <a:pt x="53" y="0"/>
                    </a:lnTo>
                    <a:lnTo>
                      <a:pt x="39" y="1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4503" name="Freeform 167"/>
              <p:cNvSpPr>
                <a:spLocks/>
              </p:cNvSpPr>
              <p:nvPr/>
            </p:nvSpPr>
            <p:spPr bwMode="auto">
              <a:xfrm>
                <a:off x="2805" y="1455"/>
                <a:ext cx="243" cy="180"/>
              </a:xfrm>
              <a:custGeom>
                <a:avLst/>
                <a:gdLst/>
                <a:ahLst/>
                <a:cxnLst>
                  <a:cxn ang="0">
                    <a:pos x="64" y="0"/>
                  </a:cxn>
                  <a:cxn ang="0">
                    <a:pos x="56" y="15"/>
                  </a:cxn>
                  <a:cxn ang="0">
                    <a:pos x="48" y="34"/>
                  </a:cxn>
                  <a:cxn ang="0">
                    <a:pos x="42" y="44"/>
                  </a:cxn>
                  <a:cxn ang="0">
                    <a:pos x="35" y="51"/>
                  </a:cxn>
                  <a:cxn ang="0">
                    <a:pos x="22" y="61"/>
                  </a:cxn>
                  <a:cxn ang="0">
                    <a:pos x="10" y="69"/>
                  </a:cxn>
                  <a:cxn ang="0">
                    <a:pos x="5" y="77"/>
                  </a:cxn>
                  <a:cxn ang="0">
                    <a:pos x="1" y="85"/>
                  </a:cxn>
                  <a:cxn ang="0">
                    <a:pos x="0" y="98"/>
                  </a:cxn>
                  <a:cxn ang="0">
                    <a:pos x="0" y="112"/>
                  </a:cxn>
                  <a:cxn ang="0">
                    <a:pos x="0" y="126"/>
                  </a:cxn>
                  <a:cxn ang="0">
                    <a:pos x="5" y="139"/>
                  </a:cxn>
                  <a:cxn ang="0">
                    <a:pos x="12" y="147"/>
                  </a:cxn>
                  <a:cxn ang="0">
                    <a:pos x="22" y="158"/>
                  </a:cxn>
                  <a:cxn ang="0">
                    <a:pos x="40" y="169"/>
                  </a:cxn>
                  <a:cxn ang="0">
                    <a:pos x="57" y="175"/>
                  </a:cxn>
                  <a:cxn ang="0">
                    <a:pos x="83" y="180"/>
                  </a:cxn>
                  <a:cxn ang="0">
                    <a:pos x="114" y="180"/>
                  </a:cxn>
                  <a:cxn ang="0">
                    <a:pos x="139" y="176"/>
                  </a:cxn>
                  <a:cxn ang="0">
                    <a:pos x="159" y="165"/>
                  </a:cxn>
                  <a:cxn ang="0">
                    <a:pos x="172" y="152"/>
                  </a:cxn>
                  <a:cxn ang="0">
                    <a:pos x="179" y="138"/>
                  </a:cxn>
                  <a:cxn ang="0">
                    <a:pos x="181" y="125"/>
                  </a:cxn>
                  <a:cxn ang="0">
                    <a:pos x="181" y="111"/>
                  </a:cxn>
                  <a:cxn ang="0">
                    <a:pos x="181" y="102"/>
                  </a:cxn>
                  <a:cxn ang="0">
                    <a:pos x="193" y="107"/>
                  </a:cxn>
                  <a:cxn ang="0">
                    <a:pos x="204" y="111"/>
                  </a:cxn>
                  <a:cxn ang="0">
                    <a:pos x="215" y="114"/>
                  </a:cxn>
                  <a:cxn ang="0">
                    <a:pos x="227" y="115"/>
                  </a:cxn>
                  <a:cxn ang="0">
                    <a:pos x="243" y="114"/>
                  </a:cxn>
                </a:cxnLst>
                <a:rect l="0" t="0" r="r" b="b"/>
                <a:pathLst>
                  <a:path w="243" h="180">
                    <a:moveTo>
                      <a:pt x="64" y="0"/>
                    </a:moveTo>
                    <a:lnTo>
                      <a:pt x="56" y="15"/>
                    </a:lnTo>
                    <a:lnTo>
                      <a:pt x="48" y="34"/>
                    </a:lnTo>
                    <a:lnTo>
                      <a:pt x="42" y="44"/>
                    </a:lnTo>
                    <a:lnTo>
                      <a:pt x="35" y="51"/>
                    </a:lnTo>
                    <a:lnTo>
                      <a:pt x="22" y="61"/>
                    </a:lnTo>
                    <a:lnTo>
                      <a:pt x="10" y="69"/>
                    </a:lnTo>
                    <a:lnTo>
                      <a:pt x="5" y="77"/>
                    </a:lnTo>
                    <a:lnTo>
                      <a:pt x="1" y="85"/>
                    </a:lnTo>
                    <a:lnTo>
                      <a:pt x="0" y="98"/>
                    </a:lnTo>
                    <a:lnTo>
                      <a:pt x="0" y="112"/>
                    </a:lnTo>
                    <a:lnTo>
                      <a:pt x="0" y="126"/>
                    </a:lnTo>
                    <a:lnTo>
                      <a:pt x="5" y="139"/>
                    </a:lnTo>
                    <a:lnTo>
                      <a:pt x="12" y="147"/>
                    </a:lnTo>
                    <a:lnTo>
                      <a:pt x="22" y="158"/>
                    </a:lnTo>
                    <a:lnTo>
                      <a:pt x="40" y="169"/>
                    </a:lnTo>
                    <a:lnTo>
                      <a:pt x="57" y="175"/>
                    </a:lnTo>
                    <a:lnTo>
                      <a:pt x="83" y="180"/>
                    </a:lnTo>
                    <a:lnTo>
                      <a:pt x="114" y="180"/>
                    </a:lnTo>
                    <a:lnTo>
                      <a:pt x="139" y="176"/>
                    </a:lnTo>
                    <a:lnTo>
                      <a:pt x="159" y="165"/>
                    </a:lnTo>
                    <a:lnTo>
                      <a:pt x="172" y="152"/>
                    </a:lnTo>
                    <a:lnTo>
                      <a:pt x="179" y="138"/>
                    </a:lnTo>
                    <a:lnTo>
                      <a:pt x="181" y="125"/>
                    </a:lnTo>
                    <a:lnTo>
                      <a:pt x="181" y="111"/>
                    </a:lnTo>
                    <a:lnTo>
                      <a:pt x="181" y="102"/>
                    </a:lnTo>
                    <a:lnTo>
                      <a:pt x="193" y="107"/>
                    </a:lnTo>
                    <a:lnTo>
                      <a:pt x="204" y="111"/>
                    </a:lnTo>
                    <a:lnTo>
                      <a:pt x="215" y="114"/>
                    </a:lnTo>
                    <a:lnTo>
                      <a:pt x="227" y="115"/>
                    </a:lnTo>
                    <a:lnTo>
                      <a:pt x="243" y="114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4504" name="Freeform 168"/>
              <p:cNvSpPr>
                <a:spLocks/>
              </p:cNvSpPr>
              <p:nvPr/>
            </p:nvSpPr>
            <p:spPr bwMode="auto">
              <a:xfrm>
                <a:off x="2810" y="1501"/>
                <a:ext cx="114" cy="44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59" y="4"/>
                  </a:cxn>
                  <a:cxn ang="0">
                    <a:pos x="88" y="2"/>
                  </a:cxn>
                  <a:cxn ang="0">
                    <a:pos x="102" y="2"/>
                  </a:cxn>
                  <a:cxn ang="0">
                    <a:pos x="114" y="2"/>
                  </a:cxn>
                  <a:cxn ang="0">
                    <a:pos x="110" y="11"/>
                  </a:cxn>
                  <a:cxn ang="0">
                    <a:pos x="102" y="19"/>
                  </a:cxn>
                  <a:cxn ang="0">
                    <a:pos x="93" y="28"/>
                  </a:cxn>
                  <a:cxn ang="0">
                    <a:pos x="80" y="36"/>
                  </a:cxn>
                  <a:cxn ang="0">
                    <a:pos x="68" y="40"/>
                  </a:cxn>
                  <a:cxn ang="0">
                    <a:pos x="53" y="43"/>
                  </a:cxn>
                  <a:cxn ang="0">
                    <a:pos x="35" y="44"/>
                  </a:cxn>
                  <a:cxn ang="0">
                    <a:pos x="13" y="41"/>
                  </a:cxn>
                  <a:cxn ang="0">
                    <a:pos x="3" y="36"/>
                  </a:cxn>
                  <a:cxn ang="0">
                    <a:pos x="0" y="32"/>
                  </a:cxn>
                </a:cxnLst>
                <a:rect l="0" t="0" r="r" b="b"/>
                <a:pathLst>
                  <a:path w="114" h="44">
                    <a:moveTo>
                      <a:pt x="43" y="0"/>
                    </a:moveTo>
                    <a:lnTo>
                      <a:pt x="59" y="4"/>
                    </a:lnTo>
                    <a:lnTo>
                      <a:pt x="88" y="2"/>
                    </a:lnTo>
                    <a:lnTo>
                      <a:pt x="102" y="2"/>
                    </a:lnTo>
                    <a:lnTo>
                      <a:pt x="114" y="2"/>
                    </a:lnTo>
                    <a:lnTo>
                      <a:pt x="110" y="11"/>
                    </a:lnTo>
                    <a:lnTo>
                      <a:pt x="102" y="19"/>
                    </a:lnTo>
                    <a:lnTo>
                      <a:pt x="93" y="28"/>
                    </a:lnTo>
                    <a:lnTo>
                      <a:pt x="80" y="36"/>
                    </a:lnTo>
                    <a:lnTo>
                      <a:pt x="68" y="40"/>
                    </a:lnTo>
                    <a:lnTo>
                      <a:pt x="53" y="43"/>
                    </a:lnTo>
                    <a:lnTo>
                      <a:pt x="35" y="44"/>
                    </a:lnTo>
                    <a:lnTo>
                      <a:pt x="13" y="41"/>
                    </a:lnTo>
                    <a:lnTo>
                      <a:pt x="3" y="36"/>
                    </a:lnTo>
                    <a:lnTo>
                      <a:pt x="0" y="32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4505" name="Freeform 169"/>
              <p:cNvSpPr>
                <a:spLocks/>
              </p:cNvSpPr>
              <p:nvPr/>
            </p:nvSpPr>
            <p:spPr bwMode="auto">
              <a:xfrm>
                <a:off x="2983" y="1421"/>
                <a:ext cx="171" cy="19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" y="15"/>
                  </a:cxn>
                  <a:cxn ang="0">
                    <a:pos x="4" y="27"/>
                  </a:cxn>
                  <a:cxn ang="0">
                    <a:pos x="8" y="46"/>
                  </a:cxn>
                  <a:cxn ang="0">
                    <a:pos x="14" y="71"/>
                  </a:cxn>
                  <a:cxn ang="0">
                    <a:pos x="25" y="99"/>
                  </a:cxn>
                  <a:cxn ang="0">
                    <a:pos x="34" y="113"/>
                  </a:cxn>
                  <a:cxn ang="0">
                    <a:pos x="47" y="132"/>
                  </a:cxn>
                  <a:cxn ang="0">
                    <a:pos x="58" y="144"/>
                  </a:cxn>
                  <a:cxn ang="0">
                    <a:pos x="74" y="153"/>
                  </a:cxn>
                  <a:cxn ang="0">
                    <a:pos x="90" y="161"/>
                  </a:cxn>
                  <a:cxn ang="0">
                    <a:pos x="114" y="166"/>
                  </a:cxn>
                  <a:cxn ang="0">
                    <a:pos x="126" y="167"/>
                  </a:cxn>
                  <a:cxn ang="0">
                    <a:pos x="134" y="166"/>
                  </a:cxn>
                  <a:cxn ang="0">
                    <a:pos x="146" y="177"/>
                  </a:cxn>
                  <a:cxn ang="0">
                    <a:pos x="157" y="183"/>
                  </a:cxn>
                  <a:cxn ang="0">
                    <a:pos x="171" y="192"/>
                  </a:cxn>
                </a:cxnLst>
                <a:rect l="0" t="0" r="r" b="b"/>
                <a:pathLst>
                  <a:path w="171" h="192">
                    <a:moveTo>
                      <a:pt x="0" y="0"/>
                    </a:moveTo>
                    <a:lnTo>
                      <a:pt x="2" y="15"/>
                    </a:lnTo>
                    <a:lnTo>
                      <a:pt x="4" y="27"/>
                    </a:lnTo>
                    <a:lnTo>
                      <a:pt x="8" y="46"/>
                    </a:lnTo>
                    <a:lnTo>
                      <a:pt x="14" y="71"/>
                    </a:lnTo>
                    <a:lnTo>
                      <a:pt x="25" y="99"/>
                    </a:lnTo>
                    <a:lnTo>
                      <a:pt x="34" y="113"/>
                    </a:lnTo>
                    <a:lnTo>
                      <a:pt x="47" y="132"/>
                    </a:lnTo>
                    <a:lnTo>
                      <a:pt x="58" y="144"/>
                    </a:lnTo>
                    <a:lnTo>
                      <a:pt x="74" y="153"/>
                    </a:lnTo>
                    <a:lnTo>
                      <a:pt x="90" y="161"/>
                    </a:lnTo>
                    <a:lnTo>
                      <a:pt x="114" y="166"/>
                    </a:lnTo>
                    <a:lnTo>
                      <a:pt x="126" y="167"/>
                    </a:lnTo>
                    <a:lnTo>
                      <a:pt x="134" y="166"/>
                    </a:lnTo>
                    <a:lnTo>
                      <a:pt x="146" y="177"/>
                    </a:lnTo>
                    <a:lnTo>
                      <a:pt x="157" y="183"/>
                    </a:lnTo>
                    <a:lnTo>
                      <a:pt x="171" y="192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4506" name="Freeform 170"/>
              <p:cNvSpPr>
                <a:spLocks/>
              </p:cNvSpPr>
              <p:nvPr/>
            </p:nvSpPr>
            <p:spPr bwMode="auto">
              <a:xfrm>
                <a:off x="3436" y="1412"/>
                <a:ext cx="112" cy="1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8" y="3"/>
                  </a:cxn>
                  <a:cxn ang="0">
                    <a:pos x="51" y="3"/>
                  </a:cxn>
                  <a:cxn ang="0">
                    <a:pos x="73" y="7"/>
                  </a:cxn>
                  <a:cxn ang="0">
                    <a:pos x="91" y="10"/>
                  </a:cxn>
                  <a:cxn ang="0">
                    <a:pos x="112" y="18"/>
                  </a:cxn>
                </a:cxnLst>
                <a:rect l="0" t="0" r="r" b="b"/>
                <a:pathLst>
                  <a:path w="112" h="18">
                    <a:moveTo>
                      <a:pt x="0" y="0"/>
                    </a:moveTo>
                    <a:lnTo>
                      <a:pt x="28" y="3"/>
                    </a:lnTo>
                    <a:lnTo>
                      <a:pt x="51" y="3"/>
                    </a:lnTo>
                    <a:lnTo>
                      <a:pt x="73" y="7"/>
                    </a:lnTo>
                    <a:lnTo>
                      <a:pt x="91" y="10"/>
                    </a:lnTo>
                    <a:lnTo>
                      <a:pt x="112" y="18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4507" name="Freeform 171"/>
              <p:cNvSpPr>
                <a:spLocks/>
              </p:cNvSpPr>
              <p:nvPr/>
            </p:nvSpPr>
            <p:spPr bwMode="auto">
              <a:xfrm>
                <a:off x="3475" y="1357"/>
                <a:ext cx="153" cy="59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20" y="0"/>
                  </a:cxn>
                  <a:cxn ang="0">
                    <a:pos x="42" y="2"/>
                  </a:cxn>
                  <a:cxn ang="0">
                    <a:pos x="64" y="5"/>
                  </a:cxn>
                  <a:cxn ang="0">
                    <a:pos x="82" y="9"/>
                  </a:cxn>
                  <a:cxn ang="0">
                    <a:pos x="103" y="16"/>
                  </a:cxn>
                  <a:cxn ang="0">
                    <a:pos x="119" y="26"/>
                  </a:cxn>
                  <a:cxn ang="0">
                    <a:pos x="132" y="35"/>
                  </a:cxn>
                  <a:cxn ang="0">
                    <a:pos x="143" y="46"/>
                  </a:cxn>
                  <a:cxn ang="0">
                    <a:pos x="153" y="59"/>
                  </a:cxn>
                </a:cxnLst>
                <a:rect l="0" t="0" r="r" b="b"/>
                <a:pathLst>
                  <a:path w="153" h="59">
                    <a:moveTo>
                      <a:pt x="0" y="1"/>
                    </a:moveTo>
                    <a:lnTo>
                      <a:pt x="20" y="0"/>
                    </a:lnTo>
                    <a:lnTo>
                      <a:pt x="42" y="2"/>
                    </a:lnTo>
                    <a:lnTo>
                      <a:pt x="64" y="5"/>
                    </a:lnTo>
                    <a:lnTo>
                      <a:pt x="82" y="9"/>
                    </a:lnTo>
                    <a:lnTo>
                      <a:pt x="103" y="16"/>
                    </a:lnTo>
                    <a:lnTo>
                      <a:pt x="119" y="26"/>
                    </a:lnTo>
                    <a:lnTo>
                      <a:pt x="132" y="35"/>
                    </a:lnTo>
                    <a:lnTo>
                      <a:pt x="143" y="46"/>
                    </a:lnTo>
                    <a:lnTo>
                      <a:pt x="153" y="59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4508" name="Freeform 172"/>
              <p:cNvSpPr>
                <a:spLocks/>
              </p:cNvSpPr>
              <p:nvPr/>
            </p:nvSpPr>
            <p:spPr bwMode="auto">
              <a:xfrm>
                <a:off x="3861" y="1826"/>
                <a:ext cx="97" cy="62"/>
              </a:xfrm>
              <a:custGeom>
                <a:avLst/>
                <a:gdLst/>
                <a:ahLst/>
                <a:cxnLst>
                  <a:cxn ang="0">
                    <a:pos x="97" y="0"/>
                  </a:cxn>
                  <a:cxn ang="0">
                    <a:pos x="79" y="12"/>
                  </a:cxn>
                  <a:cxn ang="0">
                    <a:pos x="53" y="27"/>
                  </a:cxn>
                  <a:cxn ang="0">
                    <a:pos x="28" y="40"/>
                  </a:cxn>
                  <a:cxn ang="0">
                    <a:pos x="10" y="51"/>
                  </a:cxn>
                  <a:cxn ang="0">
                    <a:pos x="0" y="62"/>
                  </a:cxn>
                </a:cxnLst>
                <a:rect l="0" t="0" r="r" b="b"/>
                <a:pathLst>
                  <a:path w="97" h="62">
                    <a:moveTo>
                      <a:pt x="97" y="0"/>
                    </a:moveTo>
                    <a:lnTo>
                      <a:pt x="79" y="12"/>
                    </a:lnTo>
                    <a:lnTo>
                      <a:pt x="53" y="27"/>
                    </a:lnTo>
                    <a:lnTo>
                      <a:pt x="28" y="40"/>
                    </a:lnTo>
                    <a:lnTo>
                      <a:pt x="10" y="51"/>
                    </a:lnTo>
                    <a:lnTo>
                      <a:pt x="0" y="62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4509" name="Freeform 173"/>
              <p:cNvSpPr>
                <a:spLocks/>
              </p:cNvSpPr>
              <p:nvPr/>
            </p:nvSpPr>
            <p:spPr bwMode="auto">
              <a:xfrm>
                <a:off x="4084" y="1314"/>
                <a:ext cx="19" cy="164"/>
              </a:xfrm>
              <a:custGeom>
                <a:avLst/>
                <a:gdLst/>
                <a:ahLst/>
                <a:cxnLst>
                  <a:cxn ang="0">
                    <a:pos x="0" y="164"/>
                  </a:cxn>
                  <a:cxn ang="0">
                    <a:pos x="4" y="128"/>
                  </a:cxn>
                  <a:cxn ang="0">
                    <a:pos x="7" y="89"/>
                  </a:cxn>
                  <a:cxn ang="0">
                    <a:pos x="8" y="53"/>
                  </a:cxn>
                  <a:cxn ang="0">
                    <a:pos x="11" y="40"/>
                  </a:cxn>
                  <a:cxn ang="0">
                    <a:pos x="19" y="0"/>
                  </a:cxn>
                </a:cxnLst>
                <a:rect l="0" t="0" r="r" b="b"/>
                <a:pathLst>
                  <a:path w="19" h="164">
                    <a:moveTo>
                      <a:pt x="0" y="164"/>
                    </a:moveTo>
                    <a:lnTo>
                      <a:pt x="4" y="128"/>
                    </a:lnTo>
                    <a:lnTo>
                      <a:pt x="7" y="89"/>
                    </a:lnTo>
                    <a:lnTo>
                      <a:pt x="8" y="53"/>
                    </a:lnTo>
                    <a:lnTo>
                      <a:pt x="11" y="40"/>
                    </a:lnTo>
                    <a:lnTo>
                      <a:pt x="19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</p:grpSp>
      </p:grpSp>
      <p:grpSp>
        <p:nvGrpSpPr>
          <p:cNvPr id="14356" name="Group 20"/>
          <p:cNvGrpSpPr>
            <a:grpSpLocks/>
          </p:cNvGrpSpPr>
          <p:nvPr/>
        </p:nvGrpSpPr>
        <p:grpSpPr bwMode="auto">
          <a:xfrm>
            <a:off x="1727200" y="4187825"/>
            <a:ext cx="5743575" cy="1870075"/>
            <a:chOff x="1072" y="2285"/>
            <a:chExt cx="3618" cy="1178"/>
          </a:xfrm>
        </p:grpSpPr>
        <p:sp>
          <p:nvSpPr>
            <p:cNvPr id="14357" name="Freeform 21"/>
            <p:cNvSpPr>
              <a:spLocks/>
            </p:cNvSpPr>
            <p:nvPr/>
          </p:nvSpPr>
          <p:spPr bwMode="auto">
            <a:xfrm>
              <a:off x="1072" y="2690"/>
              <a:ext cx="3618" cy="773"/>
            </a:xfrm>
            <a:custGeom>
              <a:avLst/>
              <a:gdLst/>
              <a:ahLst/>
              <a:cxnLst>
                <a:cxn ang="0">
                  <a:pos x="3465" y="27"/>
                </a:cxn>
                <a:cxn ang="0">
                  <a:pos x="3618" y="100"/>
                </a:cxn>
                <a:cxn ang="0">
                  <a:pos x="3402" y="155"/>
                </a:cxn>
                <a:cxn ang="0">
                  <a:pos x="3600" y="191"/>
                </a:cxn>
                <a:cxn ang="0">
                  <a:pos x="3429" y="236"/>
                </a:cxn>
                <a:cxn ang="0">
                  <a:pos x="3140" y="300"/>
                </a:cxn>
                <a:cxn ang="0">
                  <a:pos x="3203" y="346"/>
                </a:cxn>
                <a:cxn ang="0">
                  <a:pos x="3393" y="382"/>
                </a:cxn>
                <a:cxn ang="0">
                  <a:pos x="2797" y="446"/>
                </a:cxn>
                <a:cxn ang="0">
                  <a:pos x="2554" y="355"/>
                </a:cxn>
                <a:cxn ang="0">
                  <a:pos x="2256" y="373"/>
                </a:cxn>
                <a:cxn ang="0">
                  <a:pos x="2373" y="518"/>
                </a:cxn>
                <a:cxn ang="0">
                  <a:pos x="2220" y="582"/>
                </a:cxn>
                <a:cxn ang="0">
                  <a:pos x="2021" y="455"/>
                </a:cxn>
                <a:cxn ang="0">
                  <a:pos x="1606" y="418"/>
                </a:cxn>
                <a:cxn ang="0">
                  <a:pos x="830" y="446"/>
                </a:cxn>
                <a:cxn ang="0">
                  <a:pos x="713" y="540"/>
                </a:cxn>
                <a:cxn ang="0">
                  <a:pos x="538" y="588"/>
                </a:cxn>
                <a:cxn ang="0">
                  <a:pos x="529" y="649"/>
                </a:cxn>
                <a:cxn ang="0">
                  <a:pos x="586" y="728"/>
                </a:cxn>
                <a:cxn ang="0">
                  <a:pos x="361" y="773"/>
                </a:cxn>
                <a:cxn ang="0">
                  <a:pos x="93" y="700"/>
                </a:cxn>
                <a:cxn ang="0">
                  <a:pos x="24" y="609"/>
                </a:cxn>
                <a:cxn ang="0">
                  <a:pos x="126" y="546"/>
                </a:cxn>
                <a:cxn ang="0">
                  <a:pos x="496" y="482"/>
                </a:cxn>
                <a:cxn ang="0">
                  <a:pos x="433" y="418"/>
                </a:cxn>
                <a:cxn ang="0">
                  <a:pos x="0" y="355"/>
                </a:cxn>
                <a:cxn ang="0">
                  <a:pos x="568" y="282"/>
                </a:cxn>
                <a:cxn ang="0">
                  <a:pos x="505" y="218"/>
                </a:cxn>
                <a:cxn ang="0">
                  <a:pos x="189" y="136"/>
                </a:cxn>
                <a:cxn ang="0">
                  <a:pos x="343" y="73"/>
                </a:cxn>
                <a:cxn ang="0">
                  <a:pos x="514" y="36"/>
                </a:cxn>
                <a:cxn ang="0">
                  <a:pos x="920" y="27"/>
                </a:cxn>
              </a:cxnLst>
              <a:rect l="0" t="0" r="r" b="b"/>
              <a:pathLst>
                <a:path w="3618" h="773">
                  <a:moveTo>
                    <a:pt x="3131" y="0"/>
                  </a:moveTo>
                  <a:lnTo>
                    <a:pt x="3465" y="27"/>
                  </a:lnTo>
                  <a:lnTo>
                    <a:pt x="3393" y="64"/>
                  </a:lnTo>
                  <a:lnTo>
                    <a:pt x="3618" y="100"/>
                  </a:lnTo>
                  <a:lnTo>
                    <a:pt x="3474" y="136"/>
                  </a:lnTo>
                  <a:lnTo>
                    <a:pt x="3402" y="155"/>
                  </a:lnTo>
                  <a:lnTo>
                    <a:pt x="3393" y="173"/>
                  </a:lnTo>
                  <a:lnTo>
                    <a:pt x="3600" y="191"/>
                  </a:lnTo>
                  <a:lnTo>
                    <a:pt x="3483" y="227"/>
                  </a:lnTo>
                  <a:lnTo>
                    <a:pt x="3429" y="236"/>
                  </a:lnTo>
                  <a:lnTo>
                    <a:pt x="3212" y="255"/>
                  </a:lnTo>
                  <a:lnTo>
                    <a:pt x="3140" y="300"/>
                  </a:lnTo>
                  <a:lnTo>
                    <a:pt x="3149" y="327"/>
                  </a:lnTo>
                  <a:lnTo>
                    <a:pt x="3203" y="346"/>
                  </a:lnTo>
                  <a:lnTo>
                    <a:pt x="3311" y="346"/>
                  </a:lnTo>
                  <a:lnTo>
                    <a:pt x="3393" y="382"/>
                  </a:lnTo>
                  <a:lnTo>
                    <a:pt x="3176" y="418"/>
                  </a:lnTo>
                  <a:lnTo>
                    <a:pt x="2797" y="446"/>
                  </a:lnTo>
                  <a:lnTo>
                    <a:pt x="2572" y="400"/>
                  </a:lnTo>
                  <a:lnTo>
                    <a:pt x="2554" y="355"/>
                  </a:lnTo>
                  <a:lnTo>
                    <a:pt x="2418" y="336"/>
                  </a:lnTo>
                  <a:lnTo>
                    <a:pt x="2256" y="373"/>
                  </a:lnTo>
                  <a:lnTo>
                    <a:pt x="2256" y="455"/>
                  </a:lnTo>
                  <a:lnTo>
                    <a:pt x="2373" y="518"/>
                  </a:lnTo>
                  <a:lnTo>
                    <a:pt x="2202" y="591"/>
                  </a:lnTo>
                  <a:lnTo>
                    <a:pt x="2220" y="582"/>
                  </a:lnTo>
                  <a:lnTo>
                    <a:pt x="2076" y="546"/>
                  </a:lnTo>
                  <a:lnTo>
                    <a:pt x="2021" y="455"/>
                  </a:lnTo>
                  <a:lnTo>
                    <a:pt x="1859" y="409"/>
                  </a:lnTo>
                  <a:lnTo>
                    <a:pt x="1606" y="418"/>
                  </a:lnTo>
                  <a:lnTo>
                    <a:pt x="1272" y="437"/>
                  </a:lnTo>
                  <a:lnTo>
                    <a:pt x="830" y="446"/>
                  </a:lnTo>
                  <a:lnTo>
                    <a:pt x="746" y="485"/>
                  </a:lnTo>
                  <a:lnTo>
                    <a:pt x="713" y="540"/>
                  </a:lnTo>
                  <a:lnTo>
                    <a:pt x="661" y="573"/>
                  </a:lnTo>
                  <a:lnTo>
                    <a:pt x="538" y="588"/>
                  </a:lnTo>
                  <a:lnTo>
                    <a:pt x="517" y="612"/>
                  </a:lnTo>
                  <a:lnTo>
                    <a:pt x="529" y="649"/>
                  </a:lnTo>
                  <a:lnTo>
                    <a:pt x="580" y="685"/>
                  </a:lnTo>
                  <a:lnTo>
                    <a:pt x="586" y="728"/>
                  </a:lnTo>
                  <a:lnTo>
                    <a:pt x="523" y="773"/>
                  </a:lnTo>
                  <a:lnTo>
                    <a:pt x="361" y="773"/>
                  </a:lnTo>
                  <a:lnTo>
                    <a:pt x="183" y="737"/>
                  </a:lnTo>
                  <a:lnTo>
                    <a:pt x="93" y="700"/>
                  </a:lnTo>
                  <a:lnTo>
                    <a:pt x="27" y="649"/>
                  </a:lnTo>
                  <a:lnTo>
                    <a:pt x="24" y="609"/>
                  </a:lnTo>
                  <a:lnTo>
                    <a:pt x="45" y="573"/>
                  </a:lnTo>
                  <a:lnTo>
                    <a:pt x="126" y="546"/>
                  </a:lnTo>
                  <a:lnTo>
                    <a:pt x="271" y="537"/>
                  </a:lnTo>
                  <a:lnTo>
                    <a:pt x="496" y="482"/>
                  </a:lnTo>
                  <a:lnTo>
                    <a:pt x="442" y="473"/>
                  </a:lnTo>
                  <a:lnTo>
                    <a:pt x="433" y="418"/>
                  </a:lnTo>
                  <a:lnTo>
                    <a:pt x="253" y="382"/>
                  </a:lnTo>
                  <a:lnTo>
                    <a:pt x="0" y="355"/>
                  </a:lnTo>
                  <a:lnTo>
                    <a:pt x="18" y="309"/>
                  </a:lnTo>
                  <a:lnTo>
                    <a:pt x="568" y="282"/>
                  </a:lnTo>
                  <a:lnTo>
                    <a:pt x="613" y="255"/>
                  </a:lnTo>
                  <a:lnTo>
                    <a:pt x="505" y="218"/>
                  </a:lnTo>
                  <a:lnTo>
                    <a:pt x="307" y="191"/>
                  </a:lnTo>
                  <a:lnTo>
                    <a:pt x="189" y="136"/>
                  </a:lnTo>
                  <a:lnTo>
                    <a:pt x="189" y="100"/>
                  </a:lnTo>
                  <a:lnTo>
                    <a:pt x="343" y="73"/>
                  </a:lnTo>
                  <a:lnTo>
                    <a:pt x="541" y="73"/>
                  </a:lnTo>
                  <a:lnTo>
                    <a:pt x="514" y="36"/>
                  </a:lnTo>
                  <a:lnTo>
                    <a:pt x="550" y="27"/>
                  </a:lnTo>
                  <a:lnTo>
                    <a:pt x="920" y="27"/>
                  </a:lnTo>
                  <a:lnTo>
                    <a:pt x="3131" y="0"/>
                  </a:lnTo>
                  <a:close/>
                </a:path>
              </a:pathLst>
            </a:custGeom>
            <a:solidFill>
              <a:srgbClr val="00AE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grpSp>
          <p:nvGrpSpPr>
            <p:cNvPr id="14358" name="Group 22"/>
            <p:cNvGrpSpPr>
              <a:grpSpLocks/>
            </p:cNvGrpSpPr>
            <p:nvPr/>
          </p:nvGrpSpPr>
          <p:grpSpPr bwMode="auto">
            <a:xfrm>
              <a:off x="1729" y="2285"/>
              <a:ext cx="2532" cy="616"/>
              <a:chOff x="1729" y="2285"/>
              <a:chExt cx="2532" cy="616"/>
            </a:xfrm>
          </p:grpSpPr>
          <p:grpSp>
            <p:nvGrpSpPr>
              <p:cNvPr id="14359" name="Group 23"/>
              <p:cNvGrpSpPr>
                <a:grpSpLocks/>
              </p:cNvGrpSpPr>
              <p:nvPr/>
            </p:nvGrpSpPr>
            <p:grpSpPr bwMode="auto">
              <a:xfrm>
                <a:off x="2993" y="2285"/>
                <a:ext cx="1268" cy="615"/>
                <a:chOff x="2993" y="2285"/>
                <a:chExt cx="1268" cy="615"/>
              </a:xfrm>
            </p:grpSpPr>
            <p:sp>
              <p:nvSpPr>
                <p:cNvPr id="14360" name="Freeform 24"/>
                <p:cNvSpPr>
                  <a:spLocks/>
                </p:cNvSpPr>
                <p:nvPr/>
              </p:nvSpPr>
              <p:spPr bwMode="auto">
                <a:xfrm>
                  <a:off x="2993" y="2285"/>
                  <a:ext cx="1267" cy="364"/>
                </a:xfrm>
                <a:custGeom>
                  <a:avLst/>
                  <a:gdLst/>
                  <a:ahLst/>
                  <a:cxnLst>
                    <a:cxn ang="0">
                      <a:pos x="1" y="320"/>
                    </a:cxn>
                    <a:cxn ang="0">
                      <a:pos x="0" y="281"/>
                    </a:cxn>
                    <a:cxn ang="0">
                      <a:pos x="96" y="276"/>
                    </a:cxn>
                    <a:cxn ang="0">
                      <a:pos x="171" y="132"/>
                    </a:cxn>
                    <a:cxn ang="0">
                      <a:pos x="249" y="223"/>
                    </a:cxn>
                    <a:cxn ang="0">
                      <a:pos x="322" y="99"/>
                    </a:cxn>
                    <a:cxn ang="0">
                      <a:pos x="389" y="191"/>
                    </a:cxn>
                    <a:cxn ang="0">
                      <a:pos x="462" y="81"/>
                    </a:cxn>
                    <a:cxn ang="0">
                      <a:pos x="536" y="165"/>
                    </a:cxn>
                    <a:cxn ang="0">
                      <a:pos x="630" y="41"/>
                    </a:cxn>
                    <a:cxn ang="0">
                      <a:pos x="716" y="132"/>
                    </a:cxn>
                    <a:cxn ang="0">
                      <a:pos x="795" y="21"/>
                    </a:cxn>
                    <a:cxn ang="0">
                      <a:pos x="873" y="124"/>
                    </a:cxn>
                    <a:cxn ang="0">
                      <a:pos x="944" y="0"/>
                    </a:cxn>
                    <a:cxn ang="0">
                      <a:pos x="1012" y="124"/>
                    </a:cxn>
                    <a:cxn ang="0">
                      <a:pos x="1079" y="6"/>
                    </a:cxn>
                    <a:cxn ang="0">
                      <a:pos x="1129" y="129"/>
                    </a:cxn>
                    <a:cxn ang="0">
                      <a:pos x="1179" y="12"/>
                    </a:cxn>
                    <a:cxn ang="0">
                      <a:pos x="1209" y="147"/>
                    </a:cxn>
                    <a:cxn ang="0">
                      <a:pos x="1266" y="28"/>
                    </a:cxn>
                    <a:cxn ang="0">
                      <a:pos x="1267" y="232"/>
                    </a:cxn>
                    <a:cxn ang="0">
                      <a:pos x="1252" y="246"/>
                    </a:cxn>
                    <a:cxn ang="0">
                      <a:pos x="1226" y="270"/>
                    </a:cxn>
                    <a:cxn ang="0">
                      <a:pos x="1190" y="291"/>
                    </a:cxn>
                    <a:cxn ang="0">
                      <a:pos x="1146" y="305"/>
                    </a:cxn>
                    <a:cxn ang="0">
                      <a:pos x="1091" y="323"/>
                    </a:cxn>
                    <a:cxn ang="0">
                      <a:pos x="1051" y="334"/>
                    </a:cxn>
                    <a:cxn ang="0">
                      <a:pos x="1007" y="342"/>
                    </a:cxn>
                    <a:cxn ang="0">
                      <a:pos x="957" y="349"/>
                    </a:cxn>
                    <a:cxn ang="0">
                      <a:pos x="884" y="358"/>
                    </a:cxn>
                    <a:cxn ang="0">
                      <a:pos x="803" y="361"/>
                    </a:cxn>
                    <a:cxn ang="0">
                      <a:pos x="697" y="364"/>
                    </a:cxn>
                    <a:cxn ang="0">
                      <a:pos x="577" y="364"/>
                    </a:cxn>
                    <a:cxn ang="0">
                      <a:pos x="444" y="361"/>
                    </a:cxn>
                    <a:cxn ang="0">
                      <a:pos x="286" y="346"/>
                    </a:cxn>
                    <a:cxn ang="0">
                      <a:pos x="151" y="332"/>
                    </a:cxn>
                    <a:cxn ang="0">
                      <a:pos x="1" y="320"/>
                    </a:cxn>
                  </a:cxnLst>
                  <a:rect l="0" t="0" r="r" b="b"/>
                  <a:pathLst>
                    <a:path w="1267" h="364">
                      <a:moveTo>
                        <a:pt x="1" y="320"/>
                      </a:moveTo>
                      <a:lnTo>
                        <a:pt x="0" y="281"/>
                      </a:lnTo>
                      <a:lnTo>
                        <a:pt x="96" y="276"/>
                      </a:lnTo>
                      <a:lnTo>
                        <a:pt x="171" y="132"/>
                      </a:lnTo>
                      <a:lnTo>
                        <a:pt x="249" y="223"/>
                      </a:lnTo>
                      <a:lnTo>
                        <a:pt x="322" y="99"/>
                      </a:lnTo>
                      <a:lnTo>
                        <a:pt x="389" y="191"/>
                      </a:lnTo>
                      <a:lnTo>
                        <a:pt x="462" y="81"/>
                      </a:lnTo>
                      <a:lnTo>
                        <a:pt x="536" y="165"/>
                      </a:lnTo>
                      <a:lnTo>
                        <a:pt x="630" y="41"/>
                      </a:lnTo>
                      <a:lnTo>
                        <a:pt x="716" y="132"/>
                      </a:lnTo>
                      <a:lnTo>
                        <a:pt x="795" y="21"/>
                      </a:lnTo>
                      <a:lnTo>
                        <a:pt x="873" y="124"/>
                      </a:lnTo>
                      <a:lnTo>
                        <a:pt x="944" y="0"/>
                      </a:lnTo>
                      <a:lnTo>
                        <a:pt x="1012" y="124"/>
                      </a:lnTo>
                      <a:lnTo>
                        <a:pt x="1079" y="6"/>
                      </a:lnTo>
                      <a:lnTo>
                        <a:pt x="1129" y="129"/>
                      </a:lnTo>
                      <a:lnTo>
                        <a:pt x="1179" y="12"/>
                      </a:lnTo>
                      <a:lnTo>
                        <a:pt x="1209" y="147"/>
                      </a:lnTo>
                      <a:lnTo>
                        <a:pt x="1266" y="28"/>
                      </a:lnTo>
                      <a:lnTo>
                        <a:pt x="1267" y="232"/>
                      </a:lnTo>
                      <a:lnTo>
                        <a:pt x="1252" y="246"/>
                      </a:lnTo>
                      <a:lnTo>
                        <a:pt x="1226" y="270"/>
                      </a:lnTo>
                      <a:lnTo>
                        <a:pt x="1190" y="291"/>
                      </a:lnTo>
                      <a:lnTo>
                        <a:pt x="1146" y="305"/>
                      </a:lnTo>
                      <a:lnTo>
                        <a:pt x="1091" y="323"/>
                      </a:lnTo>
                      <a:lnTo>
                        <a:pt x="1051" y="334"/>
                      </a:lnTo>
                      <a:lnTo>
                        <a:pt x="1007" y="342"/>
                      </a:lnTo>
                      <a:lnTo>
                        <a:pt x="957" y="349"/>
                      </a:lnTo>
                      <a:lnTo>
                        <a:pt x="884" y="358"/>
                      </a:lnTo>
                      <a:lnTo>
                        <a:pt x="803" y="361"/>
                      </a:lnTo>
                      <a:lnTo>
                        <a:pt x="697" y="364"/>
                      </a:lnTo>
                      <a:lnTo>
                        <a:pt x="577" y="364"/>
                      </a:lnTo>
                      <a:lnTo>
                        <a:pt x="444" y="361"/>
                      </a:lnTo>
                      <a:lnTo>
                        <a:pt x="286" y="346"/>
                      </a:lnTo>
                      <a:lnTo>
                        <a:pt x="151" y="332"/>
                      </a:lnTo>
                      <a:lnTo>
                        <a:pt x="1" y="32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14361" name="Freeform 25"/>
                <p:cNvSpPr>
                  <a:spLocks/>
                </p:cNvSpPr>
                <p:nvPr/>
              </p:nvSpPr>
              <p:spPr bwMode="auto">
                <a:xfrm>
                  <a:off x="2995" y="2516"/>
                  <a:ext cx="1266" cy="384"/>
                </a:xfrm>
                <a:custGeom>
                  <a:avLst/>
                  <a:gdLst/>
                  <a:ahLst/>
                  <a:cxnLst>
                    <a:cxn ang="0">
                      <a:pos x="0" y="88"/>
                    </a:cxn>
                    <a:cxn ang="0">
                      <a:pos x="0" y="326"/>
                    </a:cxn>
                    <a:cxn ang="0">
                      <a:pos x="79" y="335"/>
                    </a:cxn>
                    <a:cxn ang="0">
                      <a:pos x="208" y="352"/>
                    </a:cxn>
                    <a:cxn ang="0">
                      <a:pos x="387" y="372"/>
                    </a:cxn>
                    <a:cxn ang="0">
                      <a:pos x="513" y="384"/>
                    </a:cxn>
                    <a:cxn ang="0">
                      <a:pos x="649" y="384"/>
                    </a:cxn>
                    <a:cxn ang="0">
                      <a:pos x="737" y="381"/>
                    </a:cxn>
                    <a:cxn ang="0">
                      <a:pos x="827" y="381"/>
                    </a:cxn>
                    <a:cxn ang="0">
                      <a:pos x="886" y="375"/>
                    </a:cxn>
                    <a:cxn ang="0">
                      <a:pos x="957" y="366"/>
                    </a:cxn>
                    <a:cxn ang="0">
                      <a:pos x="1007" y="360"/>
                    </a:cxn>
                    <a:cxn ang="0">
                      <a:pos x="1080" y="346"/>
                    </a:cxn>
                    <a:cxn ang="0">
                      <a:pos x="1142" y="335"/>
                    </a:cxn>
                    <a:cxn ang="0">
                      <a:pos x="1192" y="326"/>
                    </a:cxn>
                    <a:cxn ang="0">
                      <a:pos x="1222" y="314"/>
                    </a:cxn>
                    <a:cxn ang="0">
                      <a:pos x="1266" y="0"/>
                    </a:cxn>
                    <a:cxn ang="0">
                      <a:pos x="1251" y="14"/>
                    </a:cxn>
                    <a:cxn ang="0">
                      <a:pos x="1225" y="38"/>
                    </a:cxn>
                    <a:cxn ang="0">
                      <a:pos x="1189" y="58"/>
                    </a:cxn>
                    <a:cxn ang="0">
                      <a:pos x="1145" y="73"/>
                    </a:cxn>
                    <a:cxn ang="0">
                      <a:pos x="1090" y="90"/>
                    </a:cxn>
                    <a:cxn ang="0">
                      <a:pos x="1050" y="101"/>
                    </a:cxn>
                    <a:cxn ang="0">
                      <a:pos x="1006" y="110"/>
                    </a:cxn>
                    <a:cxn ang="0">
                      <a:pos x="955" y="117"/>
                    </a:cxn>
                    <a:cxn ang="0">
                      <a:pos x="882" y="126"/>
                    </a:cxn>
                    <a:cxn ang="0">
                      <a:pos x="802" y="129"/>
                    </a:cxn>
                    <a:cxn ang="0">
                      <a:pos x="696" y="132"/>
                    </a:cxn>
                    <a:cxn ang="0">
                      <a:pos x="575" y="132"/>
                    </a:cxn>
                    <a:cxn ang="0">
                      <a:pos x="443" y="129"/>
                    </a:cxn>
                    <a:cxn ang="0">
                      <a:pos x="285" y="114"/>
                    </a:cxn>
                    <a:cxn ang="0">
                      <a:pos x="150" y="100"/>
                    </a:cxn>
                    <a:cxn ang="0">
                      <a:pos x="0" y="88"/>
                    </a:cxn>
                  </a:cxnLst>
                  <a:rect l="0" t="0" r="r" b="b"/>
                  <a:pathLst>
                    <a:path w="1266" h="384">
                      <a:moveTo>
                        <a:pt x="0" y="88"/>
                      </a:moveTo>
                      <a:lnTo>
                        <a:pt x="0" y="326"/>
                      </a:lnTo>
                      <a:lnTo>
                        <a:pt x="79" y="335"/>
                      </a:lnTo>
                      <a:lnTo>
                        <a:pt x="208" y="352"/>
                      </a:lnTo>
                      <a:lnTo>
                        <a:pt x="387" y="372"/>
                      </a:lnTo>
                      <a:lnTo>
                        <a:pt x="513" y="384"/>
                      </a:lnTo>
                      <a:lnTo>
                        <a:pt x="649" y="384"/>
                      </a:lnTo>
                      <a:lnTo>
                        <a:pt x="737" y="381"/>
                      </a:lnTo>
                      <a:lnTo>
                        <a:pt x="827" y="381"/>
                      </a:lnTo>
                      <a:lnTo>
                        <a:pt x="886" y="375"/>
                      </a:lnTo>
                      <a:lnTo>
                        <a:pt x="957" y="366"/>
                      </a:lnTo>
                      <a:lnTo>
                        <a:pt x="1007" y="360"/>
                      </a:lnTo>
                      <a:lnTo>
                        <a:pt x="1080" y="346"/>
                      </a:lnTo>
                      <a:lnTo>
                        <a:pt x="1142" y="335"/>
                      </a:lnTo>
                      <a:lnTo>
                        <a:pt x="1192" y="326"/>
                      </a:lnTo>
                      <a:lnTo>
                        <a:pt x="1222" y="314"/>
                      </a:lnTo>
                      <a:lnTo>
                        <a:pt x="1266" y="0"/>
                      </a:lnTo>
                      <a:lnTo>
                        <a:pt x="1251" y="14"/>
                      </a:lnTo>
                      <a:lnTo>
                        <a:pt x="1225" y="38"/>
                      </a:lnTo>
                      <a:lnTo>
                        <a:pt x="1189" y="58"/>
                      </a:lnTo>
                      <a:lnTo>
                        <a:pt x="1145" y="73"/>
                      </a:lnTo>
                      <a:lnTo>
                        <a:pt x="1090" y="90"/>
                      </a:lnTo>
                      <a:lnTo>
                        <a:pt x="1050" y="101"/>
                      </a:lnTo>
                      <a:lnTo>
                        <a:pt x="1006" y="110"/>
                      </a:lnTo>
                      <a:lnTo>
                        <a:pt x="955" y="117"/>
                      </a:lnTo>
                      <a:lnTo>
                        <a:pt x="882" y="126"/>
                      </a:lnTo>
                      <a:lnTo>
                        <a:pt x="802" y="129"/>
                      </a:lnTo>
                      <a:lnTo>
                        <a:pt x="696" y="132"/>
                      </a:lnTo>
                      <a:lnTo>
                        <a:pt x="575" y="132"/>
                      </a:lnTo>
                      <a:lnTo>
                        <a:pt x="443" y="129"/>
                      </a:lnTo>
                      <a:lnTo>
                        <a:pt x="285" y="114"/>
                      </a:lnTo>
                      <a:lnTo>
                        <a:pt x="150" y="100"/>
                      </a:lnTo>
                      <a:lnTo>
                        <a:pt x="0" y="8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14362" name="Freeform 26"/>
                <p:cNvSpPr>
                  <a:spLocks/>
                </p:cNvSpPr>
                <p:nvPr/>
              </p:nvSpPr>
              <p:spPr bwMode="auto">
                <a:xfrm>
                  <a:off x="2994" y="2343"/>
                  <a:ext cx="1266" cy="306"/>
                </a:xfrm>
                <a:custGeom>
                  <a:avLst/>
                  <a:gdLst/>
                  <a:ahLst/>
                  <a:cxnLst>
                    <a:cxn ang="0">
                      <a:pos x="0" y="262"/>
                    </a:cxn>
                    <a:cxn ang="0">
                      <a:pos x="40" y="257"/>
                    </a:cxn>
                    <a:cxn ang="0">
                      <a:pos x="106" y="155"/>
                    </a:cxn>
                    <a:cxn ang="0">
                      <a:pos x="181" y="261"/>
                    </a:cxn>
                    <a:cxn ang="0">
                      <a:pos x="248" y="134"/>
                    </a:cxn>
                    <a:cxn ang="0">
                      <a:pos x="342" y="263"/>
                    </a:cxn>
                    <a:cxn ang="0">
                      <a:pos x="425" y="130"/>
                    </a:cxn>
                    <a:cxn ang="0">
                      <a:pos x="503" y="246"/>
                    </a:cxn>
                    <a:cxn ang="0">
                      <a:pos x="604" y="110"/>
                    </a:cxn>
                    <a:cxn ang="0">
                      <a:pos x="679" y="246"/>
                    </a:cxn>
                    <a:cxn ang="0">
                      <a:pos x="768" y="92"/>
                    </a:cxn>
                    <a:cxn ang="0">
                      <a:pos x="868" y="230"/>
                    </a:cxn>
                    <a:cxn ang="0">
                      <a:pos x="958" y="66"/>
                    </a:cxn>
                    <a:cxn ang="0">
                      <a:pos x="1034" y="230"/>
                    </a:cxn>
                    <a:cxn ang="0">
                      <a:pos x="1098" y="66"/>
                    </a:cxn>
                    <a:cxn ang="0">
                      <a:pos x="1153" y="217"/>
                    </a:cxn>
                    <a:cxn ang="0">
                      <a:pos x="1212" y="0"/>
                    </a:cxn>
                    <a:cxn ang="0">
                      <a:pos x="1266" y="174"/>
                    </a:cxn>
                    <a:cxn ang="0">
                      <a:pos x="1251" y="188"/>
                    </a:cxn>
                    <a:cxn ang="0">
                      <a:pos x="1225" y="212"/>
                    </a:cxn>
                    <a:cxn ang="0">
                      <a:pos x="1189" y="233"/>
                    </a:cxn>
                    <a:cxn ang="0">
                      <a:pos x="1145" y="247"/>
                    </a:cxn>
                    <a:cxn ang="0">
                      <a:pos x="1090" y="265"/>
                    </a:cxn>
                    <a:cxn ang="0">
                      <a:pos x="1050" y="276"/>
                    </a:cxn>
                    <a:cxn ang="0">
                      <a:pos x="1006" y="284"/>
                    </a:cxn>
                    <a:cxn ang="0">
                      <a:pos x="956" y="291"/>
                    </a:cxn>
                    <a:cxn ang="0">
                      <a:pos x="883" y="300"/>
                    </a:cxn>
                    <a:cxn ang="0">
                      <a:pos x="802" y="303"/>
                    </a:cxn>
                    <a:cxn ang="0">
                      <a:pos x="696" y="306"/>
                    </a:cxn>
                    <a:cxn ang="0">
                      <a:pos x="576" y="306"/>
                    </a:cxn>
                    <a:cxn ang="0">
                      <a:pos x="443" y="303"/>
                    </a:cxn>
                    <a:cxn ang="0">
                      <a:pos x="285" y="288"/>
                    </a:cxn>
                    <a:cxn ang="0">
                      <a:pos x="150" y="274"/>
                    </a:cxn>
                    <a:cxn ang="0">
                      <a:pos x="0" y="262"/>
                    </a:cxn>
                  </a:cxnLst>
                  <a:rect l="0" t="0" r="r" b="b"/>
                  <a:pathLst>
                    <a:path w="1266" h="306">
                      <a:moveTo>
                        <a:pt x="0" y="262"/>
                      </a:moveTo>
                      <a:lnTo>
                        <a:pt x="40" y="257"/>
                      </a:lnTo>
                      <a:lnTo>
                        <a:pt x="106" y="155"/>
                      </a:lnTo>
                      <a:lnTo>
                        <a:pt x="181" y="261"/>
                      </a:lnTo>
                      <a:lnTo>
                        <a:pt x="248" y="134"/>
                      </a:lnTo>
                      <a:lnTo>
                        <a:pt x="342" y="263"/>
                      </a:lnTo>
                      <a:lnTo>
                        <a:pt x="425" y="130"/>
                      </a:lnTo>
                      <a:lnTo>
                        <a:pt x="503" y="246"/>
                      </a:lnTo>
                      <a:lnTo>
                        <a:pt x="604" y="110"/>
                      </a:lnTo>
                      <a:lnTo>
                        <a:pt x="679" y="246"/>
                      </a:lnTo>
                      <a:lnTo>
                        <a:pt x="768" y="92"/>
                      </a:lnTo>
                      <a:lnTo>
                        <a:pt x="868" y="230"/>
                      </a:lnTo>
                      <a:lnTo>
                        <a:pt x="958" y="66"/>
                      </a:lnTo>
                      <a:lnTo>
                        <a:pt x="1034" y="230"/>
                      </a:lnTo>
                      <a:lnTo>
                        <a:pt x="1098" y="66"/>
                      </a:lnTo>
                      <a:lnTo>
                        <a:pt x="1153" y="217"/>
                      </a:lnTo>
                      <a:lnTo>
                        <a:pt x="1212" y="0"/>
                      </a:lnTo>
                      <a:lnTo>
                        <a:pt x="1266" y="174"/>
                      </a:lnTo>
                      <a:lnTo>
                        <a:pt x="1251" y="188"/>
                      </a:lnTo>
                      <a:lnTo>
                        <a:pt x="1225" y="212"/>
                      </a:lnTo>
                      <a:lnTo>
                        <a:pt x="1189" y="233"/>
                      </a:lnTo>
                      <a:lnTo>
                        <a:pt x="1145" y="247"/>
                      </a:lnTo>
                      <a:lnTo>
                        <a:pt x="1090" y="265"/>
                      </a:lnTo>
                      <a:lnTo>
                        <a:pt x="1050" y="276"/>
                      </a:lnTo>
                      <a:lnTo>
                        <a:pt x="1006" y="284"/>
                      </a:lnTo>
                      <a:lnTo>
                        <a:pt x="956" y="291"/>
                      </a:lnTo>
                      <a:lnTo>
                        <a:pt x="883" y="300"/>
                      </a:lnTo>
                      <a:lnTo>
                        <a:pt x="802" y="303"/>
                      </a:lnTo>
                      <a:lnTo>
                        <a:pt x="696" y="306"/>
                      </a:lnTo>
                      <a:lnTo>
                        <a:pt x="576" y="306"/>
                      </a:lnTo>
                      <a:lnTo>
                        <a:pt x="443" y="303"/>
                      </a:lnTo>
                      <a:lnTo>
                        <a:pt x="285" y="288"/>
                      </a:lnTo>
                      <a:lnTo>
                        <a:pt x="150" y="274"/>
                      </a:lnTo>
                      <a:lnTo>
                        <a:pt x="0" y="262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4363" name="Group 27"/>
              <p:cNvGrpSpPr>
                <a:grpSpLocks/>
              </p:cNvGrpSpPr>
              <p:nvPr/>
            </p:nvGrpSpPr>
            <p:grpSpPr bwMode="auto">
              <a:xfrm>
                <a:off x="1729" y="2286"/>
                <a:ext cx="1267" cy="615"/>
                <a:chOff x="1729" y="2286"/>
                <a:chExt cx="1267" cy="615"/>
              </a:xfrm>
            </p:grpSpPr>
            <p:sp>
              <p:nvSpPr>
                <p:cNvPr id="14364" name="Freeform 28"/>
                <p:cNvSpPr>
                  <a:spLocks/>
                </p:cNvSpPr>
                <p:nvPr/>
              </p:nvSpPr>
              <p:spPr bwMode="auto">
                <a:xfrm>
                  <a:off x="1730" y="2286"/>
                  <a:ext cx="1266" cy="364"/>
                </a:xfrm>
                <a:custGeom>
                  <a:avLst/>
                  <a:gdLst/>
                  <a:ahLst/>
                  <a:cxnLst>
                    <a:cxn ang="0">
                      <a:pos x="1266" y="320"/>
                    </a:cxn>
                    <a:cxn ang="0">
                      <a:pos x="1266" y="280"/>
                    </a:cxn>
                    <a:cxn ang="0">
                      <a:pos x="1170" y="276"/>
                    </a:cxn>
                    <a:cxn ang="0">
                      <a:pos x="1094" y="131"/>
                    </a:cxn>
                    <a:cxn ang="0">
                      <a:pos x="1018" y="223"/>
                    </a:cxn>
                    <a:cxn ang="0">
                      <a:pos x="945" y="98"/>
                    </a:cxn>
                    <a:cxn ang="0">
                      <a:pos x="877" y="191"/>
                    </a:cxn>
                    <a:cxn ang="0">
                      <a:pos x="804" y="81"/>
                    </a:cxn>
                    <a:cxn ang="0">
                      <a:pos x="730" y="164"/>
                    </a:cxn>
                    <a:cxn ang="0">
                      <a:pos x="636" y="41"/>
                    </a:cxn>
                    <a:cxn ang="0">
                      <a:pos x="551" y="132"/>
                    </a:cxn>
                    <a:cxn ang="0">
                      <a:pos x="472" y="20"/>
                    </a:cxn>
                    <a:cxn ang="0">
                      <a:pos x="392" y="123"/>
                    </a:cxn>
                    <a:cxn ang="0">
                      <a:pos x="322" y="0"/>
                    </a:cxn>
                    <a:cxn ang="0">
                      <a:pos x="254" y="123"/>
                    </a:cxn>
                    <a:cxn ang="0">
                      <a:pos x="187" y="6"/>
                    </a:cxn>
                    <a:cxn ang="0">
                      <a:pos x="136" y="129"/>
                    </a:cxn>
                    <a:cxn ang="0">
                      <a:pos x="86" y="12"/>
                    </a:cxn>
                    <a:cxn ang="0">
                      <a:pos x="58" y="147"/>
                    </a:cxn>
                    <a:cxn ang="0">
                      <a:pos x="1" y="28"/>
                    </a:cxn>
                    <a:cxn ang="0">
                      <a:pos x="0" y="231"/>
                    </a:cxn>
                    <a:cxn ang="0">
                      <a:pos x="15" y="246"/>
                    </a:cxn>
                    <a:cxn ang="0">
                      <a:pos x="41" y="270"/>
                    </a:cxn>
                    <a:cxn ang="0">
                      <a:pos x="76" y="290"/>
                    </a:cxn>
                    <a:cxn ang="0">
                      <a:pos x="119" y="305"/>
                    </a:cxn>
                    <a:cxn ang="0">
                      <a:pos x="175" y="322"/>
                    </a:cxn>
                    <a:cxn ang="0">
                      <a:pos x="214" y="333"/>
                    </a:cxn>
                    <a:cxn ang="0">
                      <a:pos x="258" y="342"/>
                    </a:cxn>
                    <a:cxn ang="0">
                      <a:pos x="309" y="349"/>
                    </a:cxn>
                    <a:cxn ang="0">
                      <a:pos x="382" y="358"/>
                    </a:cxn>
                    <a:cxn ang="0">
                      <a:pos x="464" y="361"/>
                    </a:cxn>
                    <a:cxn ang="0">
                      <a:pos x="570" y="364"/>
                    </a:cxn>
                    <a:cxn ang="0">
                      <a:pos x="689" y="364"/>
                    </a:cxn>
                    <a:cxn ang="0">
                      <a:pos x="822" y="361"/>
                    </a:cxn>
                    <a:cxn ang="0">
                      <a:pos x="981" y="346"/>
                    </a:cxn>
                    <a:cxn ang="0">
                      <a:pos x="1115" y="331"/>
                    </a:cxn>
                    <a:cxn ang="0">
                      <a:pos x="1266" y="320"/>
                    </a:cxn>
                  </a:cxnLst>
                  <a:rect l="0" t="0" r="r" b="b"/>
                  <a:pathLst>
                    <a:path w="1266" h="364">
                      <a:moveTo>
                        <a:pt x="1266" y="320"/>
                      </a:moveTo>
                      <a:lnTo>
                        <a:pt x="1266" y="280"/>
                      </a:lnTo>
                      <a:lnTo>
                        <a:pt x="1170" y="276"/>
                      </a:lnTo>
                      <a:lnTo>
                        <a:pt x="1094" y="131"/>
                      </a:lnTo>
                      <a:lnTo>
                        <a:pt x="1018" y="223"/>
                      </a:lnTo>
                      <a:lnTo>
                        <a:pt x="945" y="98"/>
                      </a:lnTo>
                      <a:lnTo>
                        <a:pt x="877" y="191"/>
                      </a:lnTo>
                      <a:lnTo>
                        <a:pt x="804" y="81"/>
                      </a:lnTo>
                      <a:lnTo>
                        <a:pt x="730" y="164"/>
                      </a:lnTo>
                      <a:lnTo>
                        <a:pt x="636" y="41"/>
                      </a:lnTo>
                      <a:lnTo>
                        <a:pt x="551" y="132"/>
                      </a:lnTo>
                      <a:lnTo>
                        <a:pt x="472" y="20"/>
                      </a:lnTo>
                      <a:lnTo>
                        <a:pt x="392" y="123"/>
                      </a:lnTo>
                      <a:lnTo>
                        <a:pt x="322" y="0"/>
                      </a:lnTo>
                      <a:lnTo>
                        <a:pt x="254" y="123"/>
                      </a:lnTo>
                      <a:lnTo>
                        <a:pt x="187" y="6"/>
                      </a:lnTo>
                      <a:lnTo>
                        <a:pt x="136" y="129"/>
                      </a:lnTo>
                      <a:lnTo>
                        <a:pt x="86" y="12"/>
                      </a:lnTo>
                      <a:lnTo>
                        <a:pt x="58" y="147"/>
                      </a:lnTo>
                      <a:lnTo>
                        <a:pt x="1" y="28"/>
                      </a:lnTo>
                      <a:lnTo>
                        <a:pt x="0" y="231"/>
                      </a:lnTo>
                      <a:lnTo>
                        <a:pt x="15" y="246"/>
                      </a:lnTo>
                      <a:lnTo>
                        <a:pt x="41" y="270"/>
                      </a:lnTo>
                      <a:lnTo>
                        <a:pt x="76" y="290"/>
                      </a:lnTo>
                      <a:lnTo>
                        <a:pt x="119" y="305"/>
                      </a:lnTo>
                      <a:lnTo>
                        <a:pt x="175" y="322"/>
                      </a:lnTo>
                      <a:lnTo>
                        <a:pt x="214" y="333"/>
                      </a:lnTo>
                      <a:lnTo>
                        <a:pt x="258" y="342"/>
                      </a:lnTo>
                      <a:lnTo>
                        <a:pt x="309" y="349"/>
                      </a:lnTo>
                      <a:lnTo>
                        <a:pt x="382" y="358"/>
                      </a:lnTo>
                      <a:lnTo>
                        <a:pt x="464" y="361"/>
                      </a:lnTo>
                      <a:lnTo>
                        <a:pt x="570" y="364"/>
                      </a:lnTo>
                      <a:lnTo>
                        <a:pt x="689" y="364"/>
                      </a:lnTo>
                      <a:lnTo>
                        <a:pt x="822" y="361"/>
                      </a:lnTo>
                      <a:lnTo>
                        <a:pt x="981" y="346"/>
                      </a:lnTo>
                      <a:lnTo>
                        <a:pt x="1115" y="331"/>
                      </a:lnTo>
                      <a:lnTo>
                        <a:pt x="1266" y="32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14365" name="Freeform 29"/>
                <p:cNvSpPr>
                  <a:spLocks/>
                </p:cNvSpPr>
                <p:nvPr/>
              </p:nvSpPr>
              <p:spPr bwMode="auto">
                <a:xfrm>
                  <a:off x="1729" y="2516"/>
                  <a:ext cx="1266" cy="385"/>
                </a:xfrm>
                <a:custGeom>
                  <a:avLst/>
                  <a:gdLst/>
                  <a:ahLst/>
                  <a:cxnLst>
                    <a:cxn ang="0">
                      <a:pos x="1266" y="89"/>
                    </a:cxn>
                    <a:cxn ang="0">
                      <a:pos x="1266" y="327"/>
                    </a:cxn>
                    <a:cxn ang="0">
                      <a:pos x="1187" y="336"/>
                    </a:cxn>
                    <a:cxn ang="0">
                      <a:pos x="1057" y="352"/>
                    </a:cxn>
                    <a:cxn ang="0">
                      <a:pos x="878" y="373"/>
                    </a:cxn>
                    <a:cxn ang="0">
                      <a:pos x="751" y="385"/>
                    </a:cxn>
                    <a:cxn ang="0">
                      <a:pos x="616" y="385"/>
                    </a:cxn>
                    <a:cxn ang="0">
                      <a:pos x="529" y="382"/>
                    </a:cxn>
                    <a:cxn ang="0">
                      <a:pos x="439" y="382"/>
                    </a:cxn>
                    <a:cxn ang="0">
                      <a:pos x="379" y="376"/>
                    </a:cxn>
                    <a:cxn ang="0">
                      <a:pos x="308" y="367"/>
                    </a:cxn>
                    <a:cxn ang="0">
                      <a:pos x="258" y="361"/>
                    </a:cxn>
                    <a:cxn ang="0">
                      <a:pos x="184" y="346"/>
                    </a:cxn>
                    <a:cxn ang="0">
                      <a:pos x="123" y="336"/>
                    </a:cxn>
                    <a:cxn ang="0">
                      <a:pos x="74" y="327"/>
                    </a:cxn>
                    <a:cxn ang="0">
                      <a:pos x="44" y="315"/>
                    </a:cxn>
                    <a:cxn ang="0">
                      <a:pos x="0" y="0"/>
                    </a:cxn>
                    <a:cxn ang="0">
                      <a:pos x="15" y="15"/>
                    </a:cxn>
                    <a:cxn ang="0">
                      <a:pos x="41" y="39"/>
                    </a:cxn>
                    <a:cxn ang="0">
                      <a:pos x="77" y="59"/>
                    </a:cxn>
                    <a:cxn ang="0">
                      <a:pos x="120" y="74"/>
                    </a:cxn>
                    <a:cxn ang="0">
                      <a:pos x="175" y="91"/>
                    </a:cxn>
                    <a:cxn ang="0">
                      <a:pos x="215" y="102"/>
                    </a:cxn>
                    <a:cxn ang="0">
                      <a:pos x="259" y="111"/>
                    </a:cxn>
                    <a:cxn ang="0">
                      <a:pos x="310" y="118"/>
                    </a:cxn>
                    <a:cxn ang="0">
                      <a:pos x="382" y="126"/>
                    </a:cxn>
                    <a:cxn ang="0">
                      <a:pos x="464" y="130"/>
                    </a:cxn>
                    <a:cxn ang="0">
                      <a:pos x="570" y="133"/>
                    </a:cxn>
                    <a:cxn ang="0">
                      <a:pos x="690" y="133"/>
                    </a:cxn>
                    <a:cxn ang="0">
                      <a:pos x="822" y="130"/>
                    </a:cxn>
                    <a:cxn ang="0">
                      <a:pos x="981" y="115"/>
                    </a:cxn>
                    <a:cxn ang="0">
                      <a:pos x="1115" y="100"/>
                    </a:cxn>
                    <a:cxn ang="0">
                      <a:pos x="1266" y="89"/>
                    </a:cxn>
                  </a:cxnLst>
                  <a:rect l="0" t="0" r="r" b="b"/>
                  <a:pathLst>
                    <a:path w="1266" h="385">
                      <a:moveTo>
                        <a:pt x="1266" y="89"/>
                      </a:moveTo>
                      <a:lnTo>
                        <a:pt x="1266" y="327"/>
                      </a:lnTo>
                      <a:lnTo>
                        <a:pt x="1187" y="336"/>
                      </a:lnTo>
                      <a:lnTo>
                        <a:pt x="1057" y="352"/>
                      </a:lnTo>
                      <a:lnTo>
                        <a:pt x="878" y="373"/>
                      </a:lnTo>
                      <a:lnTo>
                        <a:pt x="751" y="385"/>
                      </a:lnTo>
                      <a:lnTo>
                        <a:pt x="616" y="385"/>
                      </a:lnTo>
                      <a:lnTo>
                        <a:pt x="529" y="382"/>
                      </a:lnTo>
                      <a:lnTo>
                        <a:pt x="439" y="382"/>
                      </a:lnTo>
                      <a:lnTo>
                        <a:pt x="379" y="376"/>
                      </a:lnTo>
                      <a:lnTo>
                        <a:pt x="308" y="367"/>
                      </a:lnTo>
                      <a:lnTo>
                        <a:pt x="258" y="361"/>
                      </a:lnTo>
                      <a:lnTo>
                        <a:pt x="184" y="346"/>
                      </a:lnTo>
                      <a:lnTo>
                        <a:pt x="123" y="336"/>
                      </a:lnTo>
                      <a:lnTo>
                        <a:pt x="74" y="327"/>
                      </a:lnTo>
                      <a:lnTo>
                        <a:pt x="44" y="315"/>
                      </a:lnTo>
                      <a:lnTo>
                        <a:pt x="0" y="0"/>
                      </a:lnTo>
                      <a:lnTo>
                        <a:pt x="15" y="15"/>
                      </a:lnTo>
                      <a:lnTo>
                        <a:pt x="41" y="39"/>
                      </a:lnTo>
                      <a:lnTo>
                        <a:pt x="77" y="59"/>
                      </a:lnTo>
                      <a:lnTo>
                        <a:pt x="120" y="74"/>
                      </a:lnTo>
                      <a:lnTo>
                        <a:pt x="175" y="91"/>
                      </a:lnTo>
                      <a:lnTo>
                        <a:pt x="215" y="102"/>
                      </a:lnTo>
                      <a:lnTo>
                        <a:pt x="259" y="111"/>
                      </a:lnTo>
                      <a:lnTo>
                        <a:pt x="310" y="118"/>
                      </a:lnTo>
                      <a:lnTo>
                        <a:pt x="382" y="126"/>
                      </a:lnTo>
                      <a:lnTo>
                        <a:pt x="464" y="130"/>
                      </a:lnTo>
                      <a:lnTo>
                        <a:pt x="570" y="133"/>
                      </a:lnTo>
                      <a:lnTo>
                        <a:pt x="690" y="133"/>
                      </a:lnTo>
                      <a:lnTo>
                        <a:pt x="822" y="130"/>
                      </a:lnTo>
                      <a:lnTo>
                        <a:pt x="981" y="115"/>
                      </a:lnTo>
                      <a:lnTo>
                        <a:pt x="1115" y="100"/>
                      </a:lnTo>
                      <a:lnTo>
                        <a:pt x="1266" y="8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14366" name="Freeform 30"/>
                <p:cNvSpPr>
                  <a:spLocks/>
                </p:cNvSpPr>
                <p:nvPr/>
              </p:nvSpPr>
              <p:spPr bwMode="auto">
                <a:xfrm>
                  <a:off x="1730" y="2344"/>
                  <a:ext cx="1266" cy="306"/>
                </a:xfrm>
                <a:custGeom>
                  <a:avLst/>
                  <a:gdLst/>
                  <a:ahLst/>
                  <a:cxnLst>
                    <a:cxn ang="0">
                      <a:pos x="1266" y="262"/>
                    </a:cxn>
                    <a:cxn ang="0">
                      <a:pos x="1226" y="257"/>
                    </a:cxn>
                    <a:cxn ang="0">
                      <a:pos x="1159" y="155"/>
                    </a:cxn>
                    <a:cxn ang="0">
                      <a:pos x="1084" y="261"/>
                    </a:cxn>
                    <a:cxn ang="0">
                      <a:pos x="1018" y="134"/>
                    </a:cxn>
                    <a:cxn ang="0">
                      <a:pos x="923" y="263"/>
                    </a:cxn>
                    <a:cxn ang="0">
                      <a:pos x="839" y="130"/>
                    </a:cxn>
                    <a:cxn ang="0">
                      <a:pos x="762" y="246"/>
                    </a:cxn>
                    <a:cxn ang="0">
                      <a:pos x="661" y="110"/>
                    </a:cxn>
                    <a:cxn ang="0">
                      <a:pos x="586" y="246"/>
                    </a:cxn>
                    <a:cxn ang="0">
                      <a:pos x="498" y="92"/>
                    </a:cxn>
                    <a:cxn ang="0">
                      <a:pos x="397" y="230"/>
                    </a:cxn>
                    <a:cxn ang="0">
                      <a:pos x="306" y="66"/>
                    </a:cxn>
                    <a:cxn ang="0">
                      <a:pos x="231" y="230"/>
                    </a:cxn>
                    <a:cxn ang="0">
                      <a:pos x="167" y="66"/>
                    </a:cxn>
                    <a:cxn ang="0">
                      <a:pos x="112" y="217"/>
                    </a:cxn>
                    <a:cxn ang="0">
                      <a:pos x="54" y="0"/>
                    </a:cxn>
                    <a:cxn ang="0">
                      <a:pos x="0" y="173"/>
                    </a:cxn>
                    <a:cxn ang="0">
                      <a:pos x="15" y="188"/>
                    </a:cxn>
                    <a:cxn ang="0">
                      <a:pos x="41" y="212"/>
                    </a:cxn>
                    <a:cxn ang="0">
                      <a:pos x="76" y="232"/>
                    </a:cxn>
                    <a:cxn ang="0">
                      <a:pos x="119" y="247"/>
                    </a:cxn>
                    <a:cxn ang="0">
                      <a:pos x="175" y="264"/>
                    </a:cxn>
                    <a:cxn ang="0">
                      <a:pos x="214" y="275"/>
                    </a:cxn>
                    <a:cxn ang="0">
                      <a:pos x="258" y="284"/>
                    </a:cxn>
                    <a:cxn ang="0">
                      <a:pos x="309" y="291"/>
                    </a:cxn>
                    <a:cxn ang="0">
                      <a:pos x="382" y="300"/>
                    </a:cxn>
                    <a:cxn ang="0">
                      <a:pos x="464" y="303"/>
                    </a:cxn>
                    <a:cxn ang="0">
                      <a:pos x="570" y="306"/>
                    </a:cxn>
                    <a:cxn ang="0">
                      <a:pos x="689" y="306"/>
                    </a:cxn>
                    <a:cxn ang="0">
                      <a:pos x="822" y="303"/>
                    </a:cxn>
                    <a:cxn ang="0">
                      <a:pos x="981" y="288"/>
                    </a:cxn>
                    <a:cxn ang="0">
                      <a:pos x="1115" y="273"/>
                    </a:cxn>
                    <a:cxn ang="0">
                      <a:pos x="1266" y="262"/>
                    </a:cxn>
                  </a:cxnLst>
                  <a:rect l="0" t="0" r="r" b="b"/>
                  <a:pathLst>
                    <a:path w="1266" h="306">
                      <a:moveTo>
                        <a:pt x="1266" y="262"/>
                      </a:moveTo>
                      <a:lnTo>
                        <a:pt x="1226" y="257"/>
                      </a:lnTo>
                      <a:lnTo>
                        <a:pt x="1159" y="155"/>
                      </a:lnTo>
                      <a:lnTo>
                        <a:pt x="1084" y="261"/>
                      </a:lnTo>
                      <a:lnTo>
                        <a:pt x="1018" y="134"/>
                      </a:lnTo>
                      <a:lnTo>
                        <a:pt x="923" y="263"/>
                      </a:lnTo>
                      <a:lnTo>
                        <a:pt x="839" y="130"/>
                      </a:lnTo>
                      <a:lnTo>
                        <a:pt x="762" y="246"/>
                      </a:lnTo>
                      <a:lnTo>
                        <a:pt x="661" y="110"/>
                      </a:lnTo>
                      <a:lnTo>
                        <a:pt x="586" y="246"/>
                      </a:lnTo>
                      <a:lnTo>
                        <a:pt x="498" y="92"/>
                      </a:lnTo>
                      <a:lnTo>
                        <a:pt x="397" y="230"/>
                      </a:lnTo>
                      <a:lnTo>
                        <a:pt x="306" y="66"/>
                      </a:lnTo>
                      <a:lnTo>
                        <a:pt x="231" y="230"/>
                      </a:lnTo>
                      <a:lnTo>
                        <a:pt x="167" y="66"/>
                      </a:lnTo>
                      <a:lnTo>
                        <a:pt x="112" y="217"/>
                      </a:lnTo>
                      <a:lnTo>
                        <a:pt x="54" y="0"/>
                      </a:lnTo>
                      <a:lnTo>
                        <a:pt x="0" y="173"/>
                      </a:lnTo>
                      <a:lnTo>
                        <a:pt x="15" y="188"/>
                      </a:lnTo>
                      <a:lnTo>
                        <a:pt x="41" y="212"/>
                      </a:lnTo>
                      <a:lnTo>
                        <a:pt x="76" y="232"/>
                      </a:lnTo>
                      <a:lnTo>
                        <a:pt x="119" y="247"/>
                      </a:lnTo>
                      <a:lnTo>
                        <a:pt x="175" y="264"/>
                      </a:lnTo>
                      <a:lnTo>
                        <a:pt x="214" y="275"/>
                      </a:lnTo>
                      <a:lnTo>
                        <a:pt x="258" y="284"/>
                      </a:lnTo>
                      <a:lnTo>
                        <a:pt x="309" y="291"/>
                      </a:lnTo>
                      <a:lnTo>
                        <a:pt x="382" y="300"/>
                      </a:lnTo>
                      <a:lnTo>
                        <a:pt x="464" y="303"/>
                      </a:lnTo>
                      <a:lnTo>
                        <a:pt x="570" y="306"/>
                      </a:lnTo>
                      <a:lnTo>
                        <a:pt x="689" y="306"/>
                      </a:lnTo>
                      <a:lnTo>
                        <a:pt x="822" y="303"/>
                      </a:lnTo>
                      <a:lnTo>
                        <a:pt x="981" y="288"/>
                      </a:lnTo>
                      <a:lnTo>
                        <a:pt x="1115" y="273"/>
                      </a:lnTo>
                      <a:lnTo>
                        <a:pt x="1266" y="262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</p:grpSp>
        </p:grpSp>
        <p:grpSp>
          <p:nvGrpSpPr>
            <p:cNvPr id="14367" name="Group 31"/>
            <p:cNvGrpSpPr>
              <a:grpSpLocks/>
            </p:cNvGrpSpPr>
            <p:nvPr/>
          </p:nvGrpSpPr>
          <p:grpSpPr bwMode="auto">
            <a:xfrm>
              <a:off x="1624" y="2762"/>
              <a:ext cx="2707" cy="252"/>
              <a:chOff x="1624" y="2762"/>
              <a:chExt cx="2707" cy="252"/>
            </a:xfrm>
          </p:grpSpPr>
          <p:sp>
            <p:nvSpPr>
              <p:cNvPr id="14368" name="Freeform 32"/>
              <p:cNvSpPr>
                <a:spLocks/>
              </p:cNvSpPr>
              <p:nvPr/>
            </p:nvSpPr>
            <p:spPr bwMode="auto">
              <a:xfrm>
                <a:off x="1624" y="2762"/>
                <a:ext cx="2707" cy="246"/>
              </a:xfrm>
              <a:custGeom>
                <a:avLst/>
                <a:gdLst/>
                <a:ahLst/>
                <a:cxnLst>
                  <a:cxn ang="0">
                    <a:pos x="90" y="50"/>
                  </a:cxn>
                  <a:cxn ang="0">
                    <a:pos x="161" y="125"/>
                  </a:cxn>
                  <a:cxn ang="0">
                    <a:pos x="185" y="129"/>
                  </a:cxn>
                  <a:cxn ang="0">
                    <a:pos x="240" y="138"/>
                  </a:cxn>
                  <a:cxn ang="0">
                    <a:pos x="336" y="150"/>
                  </a:cxn>
                  <a:cxn ang="0">
                    <a:pos x="407" y="117"/>
                  </a:cxn>
                  <a:cxn ang="0">
                    <a:pos x="431" y="117"/>
                  </a:cxn>
                  <a:cxn ang="0">
                    <a:pos x="521" y="125"/>
                  </a:cxn>
                  <a:cxn ang="0">
                    <a:pos x="604" y="25"/>
                  </a:cxn>
                  <a:cxn ang="0">
                    <a:pos x="695" y="58"/>
                  </a:cxn>
                  <a:cxn ang="0">
                    <a:pos x="725" y="108"/>
                  </a:cxn>
                  <a:cxn ang="0">
                    <a:pos x="796" y="92"/>
                  </a:cxn>
                  <a:cxn ang="0">
                    <a:pos x="820" y="46"/>
                  </a:cxn>
                  <a:cxn ang="0">
                    <a:pos x="826" y="96"/>
                  </a:cxn>
                  <a:cxn ang="0">
                    <a:pos x="898" y="100"/>
                  </a:cxn>
                  <a:cxn ang="0">
                    <a:pos x="928" y="117"/>
                  </a:cxn>
                  <a:cxn ang="0">
                    <a:pos x="1017" y="83"/>
                  </a:cxn>
                  <a:cxn ang="0">
                    <a:pos x="1065" y="104"/>
                  </a:cxn>
                  <a:cxn ang="0">
                    <a:pos x="1156" y="33"/>
                  </a:cxn>
                  <a:cxn ang="0">
                    <a:pos x="1180" y="100"/>
                  </a:cxn>
                  <a:cxn ang="0">
                    <a:pos x="1240" y="54"/>
                  </a:cxn>
                  <a:cxn ang="0">
                    <a:pos x="1270" y="121"/>
                  </a:cxn>
                  <a:cxn ang="0">
                    <a:pos x="1336" y="129"/>
                  </a:cxn>
                  <a:cxn ang="0">
                    <a:pos x="1414" y="67"/>
                  </a:cxn>
                  <a:cxn ang="0">
                    <a:pos x="1485" y="125"/>
                  </a:cxn>
                  <a:cxn ang="0">
                    <a:pos x="1527" y="38"/>
                  </a:cxn>
                  <a:cxn ang="0">
                    <a:pos x="1600" y="33"/>
                  </a:cxn>
                  <a:cxn ang="0">
                    <a:pos x="1660" y="92"/>
                  </a:cxn>
                  <a:cxn ang="0">
                    <a:pos x="1719" y="108"/>
                  </a:cxn>
                  <a:cxn ang="0">
                    <a:pos x="1785" y="121"/>
                  </a:cxn>
                  <a:cxn ang="0">
                    <a:pos x="1863" y="121"/>
                  </a:cxn>
                  <a:cxn ang="0">
                    <a:pos x="1928" y="117"/>
                  </a:cxn>
                  <a:cxn ang="0">
                    <a:pos x="2000" y="60"/>
                  </a:cxn>
                  <a:cxn ang="0">
                    <a:pos x="2037" y="79"/>
                  </a:cxn>
                  <a:cxn ang="0">
                    <a:pos x="2073" y="58"/>
                  </a:cxn>
                  <a:cxn ang="0">
                    <a:pos x="2180" y="17"/>
                  </a:cxn>
                  <a:cxn ang="0">
                    <a:pos x="2252" y="38"/>
                  </a:cxn>
                  <a:cxn ang="0">
                    <a:pos x="2324" y="108"/>
                  </a:cxn>
                  <a:cxn ang="0">
                    <a:pos x="2413" y="58"/>
                  </a:cxn>
                  <a:cxn ang="0">
                    <a:pos x="2449" y="67"/>
                  </a:cxn>
                  <a:cxn ang="0">
                    <a:pos x="2492" y="75"/>
                  </a:cxn>
                  <a:cxn ang="0">
                    <a:pos x="2534" y="63"/>
                  </a:cxn>
                  <a:cxn ang="0">
                    <a:pos x="2570" y="88"/>
                  </a:cxn>
                  <a:cxn ang="0">
                    <a:pos x="2564" y="138"/>
                  </a:cxn>
                  <a:cxn ang="0">
                    <a:pos x="2336" y="192"/>
                  </a:cxn>
                  <a:cxn ang="0">
                    <a:pos x="2012" y="217"/>
                  </a:cxn>
                  <a:cxn ang="0">
                    <a:pos x="1497" y="183"/>
                  </a:cxn>
                  <a:cxn ang="0">
                    <a:pos x="820" y="233"/>
                  </a:cxn>
                  <a:cxn ang="0">
                    <a:pos x="90" y="204"/>
                  </a:cxn>
                </a:cxnLst>
                <a:rect l="0" t="0" r="r" b="b"/>
                <a:pathLst>
                  <a:path w="2707" h="246">
                    <a:moveTo>
                      <a:pt x="113" y="108"/>
                    </a:moveTo>
                    <a:lnTo>
                      <a:pt x="0" y="75"/>
                    </a:lnTo>
                    <a:lnTo>
                      <a:pt x="119" y="92"/>
                    </a:lnTo>
                    <a:lnTo>
                      <a:pt x="90" y="50"/>
                    </a:lnTo>
                    <a:lnTo>
                      <a:pt x="131" y="83"/>
                    </a:lnTo>
                    <a:lnTo>
                      <a:pt x="131" y="50"/>
                    </a:lnTo>
                    <a:lnTo>
                      <a:pt x="155" y="104"/>
                    </a:lnTo>
                    <a:lnTo>
                      <a:pt x="161" y="125"/>
                    </a:lnTo>
                    <a:lnTo>
                      <a:pt x="191" y="67"/>
                    </a:lnTo>
                    <a:lnTo>
                      <a:pt x="191" y="54"/>
                    </a:lnTo>
                    <a:lnTo>
                      <a:pt x="197" y="113"/>
                    </a:lnTo>
                    <a:lnTo>
                      <a:pt x="185" y="129"/>
                    </a:lnTo>
                    <a:lnTo>
                      <a:pt x="240" y="96"/>
                    </a:lnTo>
                    <a:lnTo>
                      <a:pt x="258" y="71"/>
                    </a:lnTo>
                    <a:lnTo>
                      <a:pt x="258" y="113"/>
                    </a:lnTo>
                    <a:lnTo>
                      <a:pt x="240" y="138"/>
                    </a:lnTo>
                    <a:lnTo>
                      <a:pt x="306" y="108"/>
                    </a:lnTo>
                    <a:lnTo>
                      <a:pt x="318" y="75"/>
                    </a:lnTo>
                    <a:lnTo>
                      <a:pt x="324" y="121"/>
                    </a:lnTo>
                    <a:lnTo>
                      <a:pt x="336" y="150"/>
                    </a:lnTo>
                    <a:lnTo>
                      <a:pt x="365" y="83"/>
                    </a:lnTo>
                    <a:lnTo>
                      <a:pt x="371" y="113"/>
                    </a:lnTo>
                    <a:lnTo>
                      <a:pt x="407" y="100"/>
                    </a:lnTo>
                    <a:lnTo>
                      <a:pt x="407" y="117"/>
                    </a:lnTo>
                    <a:lnTo>
                      <a:pt x="449" y="92"/>
                    </a:lnTo>
                    <a:lnTo>
                      <a:pt x="497" y="92"/>
                    </a:lnTo>
                    <a:lnTo>
                      <a:pt x="449" y="104"/>
                    </a:lnTo>
                    <a:lnTo>
                      <a:pt x="431" y="117"/>
                    </a:lnTo>
                    <a:lnTo>
                      <a:pt x="467" y="117"/>
                    </a:lnTo>
                    <a:lnTo>
                      <a:pt x="509" y="108"/>
                    </a:lnTo>
                    <a:lnTo>
                      <a:pt x="485" y="125"/>
                    </a:lnTo>
                    <a:lnTo>
                      <a:pt x="521" y="125"/>
                    </a:lnTo>
                    <a:lnTo>
                      <a:pt x="580" y="104"/>
                    </a:lnTo>
                    <a:lnTo>
                      <a:pt x="551" y="38"/>
                    </a:lnTo>
                    <a:lnTo>
                      <a:pt x="604" y="96"/>
                    </a:lnTo>
                    <a:lnTo>
                      <a:pt x="604" y="25"/>
                    </a:lnTo>
                    <a:lnTo>
                      <a:pt x="628" y="104"/>
                    </a:lnTo>
                    <a:lnTo>
                      <a:pt x="677" y="42"/>
                    </a:lnTo>
                    <a:lnTo>
                      <a:pt x="683" y="0"/>
                    </a:lnTo>
                    <a:lnTo>
                      <a:pt x="695" y="58"/>
                    </a:lnTo>
                    <a:lnTo>
                      <a:pt x="658" y="108"/>
                    </a:lnTo>
                    <a:lnTo>
                      <a:pt x="719" y="96"/>
                    </a:lnTo>
                    <a:lnTo>
                      <a:pt x="773" y="108"/>
                    </a:lnTo>
                    <a:lnTo>
                      <a:pt x="725" y="108"/>
                    </a:lnTo>
                    <a:lnTo>
                      <a:pt x="695" y="121"/>
                    </a:lnTo>
                    <a:lnTo>
                      <a:pt x="713" y="133"/>
                    </a:lnTo>
                    <a:lnTo>
                      <a:pt x="790" y="117"/>
                    </a:lnTo>
                    <a:lnTo>
                      <a:pt x="796" y="92"/>
                    </a:lnTo>
                    <a:lnTo>
                      <a:pt x="773" y="79"/>
                    </a:lnTo>
                    <a:lnTo>
                      <a:pt x="737" y="75"/>
                    </a:lnTo>
                    <a:lnTo>
                      <a:pt x="796" y="75"/>
                    </a:lnTo>
                    <a:lnTo>
                      <a:pt x="820" y="46"/>
                    </a:lnTo>
                    <a:lnTo>
                      <a:pt x="868" y="33"/>
                    </a:lnTo>
                    <a:lnTo>
                      <a:pt x="820" y="63"/>
                    </a:lnTo>
                    <a:lnTo>
                      <a:pt x="820" y="75"/>
                    </a:lnTo>
                    <a:lnTo>
                      <a:pt x="826" y="96"/>
                    </a:lnTo>
                    <a:lnTo>
                      <a:pt x="844" y="108"/>
                    </a:lnTo>
                    <a:lnTo>
                      <a:pt x="868" y="83"/>
                    </a:lnTo>
                    <a:lnTo>
                      <a:pt x="868" y="121"/>
                    </a:lnTo>
                    <a:lnTo>
                      <a:pt x="898" y="100"/>
                    </a:lnTo>
                    <a:lnTo>
                      <a:pt x="898" y="79"/>
                    </a:lnTo>
                    <a:lnTo>
                      <a:pt x="874" y="67"/>
                    </a:lnTo>
                    <a:lnTo>
                      <a:pt x="934" y="83"/>
                    </a:lnTo>
                    <a:lnTo>
                      <a:pt x="928" y="117"/>
                    </a:lnTo>
                    <a:lnTo>
                      <a:pt x="964" y="113"/>
                    </a:lnTo>
                    <a:lnTo>
                      <a:pt x="982" y="88"/>
                    </a:lnTo>
                    <a:lnTo>
                      <a:pt x="988" y="108"/>
                    </a:lnTo>
                    <a:lnTo>
                      <a:pt x="1017" y="83"/>
                    </a:lnTo>
                    <a:lnTo>
                      <a:pt x="1023" y="63"/>
                    </a:lnTo>
                    <a:lnTo>
                      <a:pt x="1035" y="100"/>
                    </a:lnTo>
                    <a:lnTo>
                      <a:pt x="1017" y="117"/>
                    </a:lnTo>
                    <a:lnTo>
                      <a:pt x="1065" y="104"/>
                    </a:lnTo>
                    <a:lnTo>
                      <a:pt x="1077" y="50"/>
                    </a:lnTo>
                    <a:lnTo>
                      <a:pt x="1083" y="88"/>
                    </a:lnTo>
                    <a:lnTo>
                      <a:pt x="1101" y="54"/>
                    </a:lnTo>
                    <a:lnTo>
                      <a:pt x="1156" y="33"/>
                    </a:lnTo>
                    <a:lnTo>
                      <a:pt x="1119" y="67"/>
                    </a:lnTo>
                    <a:lnTo>
                      <a:pt x="1119" y="96"/>
                    </a:lnTo>
                    <a:lnTo>
                      <a:pt x="1144" y="108"/>
                    </a:lnTo>
                    <a:lnTo>
                      <a:pt x="1180" y="100"/>
                    </a:lnTo>
                    <a:lnTo>
                      <a:pt x="1198" y="67"/>
                    </a:lnTo>
                    <a:lnTo>
                      <a:pt x="1198" y="38"/>
                    </a:lnTo>
                    <a:lnTo>
                      <a:pt x="1222" y="75"/>
                    </a:lnTo>
                    <a:lnTo>
                      <a:pt x="1240" y="54"/>
                    </a:lnTo>
                    <a:lnTo>
                      <a:pt x="1228" y="21"/>
                    </a:lnTo>
                    <a:lnTo>
                      <a:pt x="1251" y="71"/>
                    </a:lnTo>
                    <a:lnTo>
                      <a:pt x="1234" y="113"/>
                    </a:lnTo>
                    <a:lnTo>
                      <a:pt x="1270" y="121"/>
                    </a:lnTo>
                    <a:lnTo>
                      <a:pt x="1300" y="100"/>
                    </a:lnTo>
                    <a:lnTo>
                      <a:pt x="1294" y="46"/>
                    </a:lnTo>
                    <a:lnTo>
                      <a:pt x="1336" y="96"/>
                    </a:lnTo>
                    <a:lnTo>
                      <a:pt x="1336" y="129"/>
                    </a:lnTo>
                    <a:lnTo>
                      <a:pt x="1378" y="67"/>
                    </a:lnTo>
                    <a:lnTo>
                      <a:pt x="1378" y="46"/>
                    </a:lnTo>
                    <a:lnTo>
                      <a:pt x="1384" y="125"/>
                    </a:lnTo>
                    <a:lnTo>
                      <a:pt x="1414" y="67"/>
                    </a:lnTo>
                    <a:lnTo>
                      <a:pt x="1497" y="29"/>
                    </a:lnTo>
                    <a:lnTo>
                      <a:pt x="1432" y="83"/>
                    </a:lnTo>
                    <a:lnTo>
                      <a:pt x="1444" y="121"/>
                    </a:lnTo>
                    <a:lnTo>
                      <a:pt x="1485" y="125"/>
                    </a:lnTo>
                    <a:lnTo>
                      <a:pt x="1509" y="92"/>
                    </a:lnTo>
                    <a:lnTo>
                      <a:pt x="1497" y="83"/>
                    </a:lnTo>
                    <a:lnTo>
                      <a:pt x="1521" y="100"/>
                    </a:lnTo>
                    <a:lnTo>
                      <a:pt x="1527" y="38"/>
                    </a:lnTo>
                    <a:lnTo>
                      <a:pt x="1545" y="100"/>
                    </a:lnTo>
                    <a:lnTo>
                      <a:pt x="1575" y="29"/>
                    </a:lnTo>
                    <a:lnTo>
                      <a:pt x="1569" y="0"/>
                    </a:lnTo>
                    <a:lnTo>
                      <a:pt x="1600" y="33"/>
                    </a:lnTo>
                    <a:lnTo>
                      <a:pt x="1575" y="133"/>
                    </a:lnTo>
                    <a:lnTo>
                      <a:pt x="1636" y="79"/>
                    </a:lnTo>
                    <a:lnTo>
                      <a:pt x="1642" y="29"/>
                    </a:lnTo>
                    <a:lnTo>
                      <a:pt x="1660" y="92"/>
                    </a:lnTo>
                    <a:lnTo>
                      <a:pt x="1624" y="150"/>
                    </a:lnTo>
                    <a:lnTo>
                      <a:pt x="1701" y="100"/>
                    </a:lnTo>
                    <a:lnTo>
                      <a:pt x="1707" y="54"/>
                    </a:lnTo>
                    <a:lnTo>
                      <a:pt x="1719" y="108"/>
                    </a:lnTo>
                    <a:lnTo>
                      <a:pt x="1749" y="96"/>
                    </a:lnTo>
                    <a:lnTo>
                      <a:pt x="1743" y="46"/>
                    </a:lnTo>
                    <a:lnTo>
                      <a:pt x="1785" y="100"/>
                    </a:lnTo>
                    <a:lnTo>
                      <a:pt x="1785" y="121"/>
                    </a:lnTo>
                    <a:lnTo>
                      <a:pt x="1821" y="63"/>
                    </a:lnTo>
                    <a:lnTo>
                      <a:pt x="1791" y="38"/>
                    </a:lnTo>
                    <a:lnTo>
                      <a:pt x="1869" y="75"/>
                    </a:lnTo>
                    <a:lnTo>
                      <a:pt x="1863" y="121"/>
                    </a:lnTo>
                    <a:lnTo>
                      <a:pt x="1905" y="75"/>
                    </a:lnTo>
                    <a:lnTo>
                      <a:pt x="1893" y="129"/>
                    </a:lnTo>
                    <a:lnTo>
                      <a:pt x="1934" y="75"/>
                    </a:lnTo>
                    <a:lnTo>
                      <a:pt x="1928" y="117"/>
                    </a:lnTo>
                    <a:lnTo>
                      <a:pt x="1970" y="81"/>
                    </a:lnTo>
                    <a:lnTo>
                      <a:pt x="1955" y="31"/>
                    </a:lnTo>
                    <a:lnTo>
                      <a:pt x="1985" y="92"/>
                    </a:lnTo>
                    <a:lnTo>
                      <a:pt x="2000" y="60"/>
                    </a:lnTo>
                    <a:lnTo>
                      <a:pt x="2006" y="113"/>
                    </a:lnTo>
                    <a:lnTo>
                      <a:pt x="2022" y="67"/>
                    </a:lnTo>
                    <a:lnTo>
                      <a:pt x="2031" y="33"/>
                    </a:lnTo>
                    <a:lnTo>
                      <a:pt x="2037" y="79"/>
                    </a:lnTo>
                    <a:lnTo>
                      <a:pt x="2067" y="15"/>
                    </a:lnTo>
                    <a:lnTo>
                      <a:pt x="2118" y="2"/>
                    </a:lnTo>
                    <a:lnTo>
                      <a:pt x="2073" y="29"/>
                    </a:lnTo>
                    <a:lnTo>
                      <a:pt x="2073" y="58"/>
                    </a:lnTo>
                    <a:lnTo>
                      <a:pt x="2111" y="35"/>
                    </a:lnTo>
                    <a:lnTo>
                      <a:pt x="2093" y="63"/>
                    </a:lnTo>
                    <a:lnTo>
                      <a:pt x="2106" y="102"/>
                    </a:lnTo>
                    <a:lnTo>
                      <a:pt x="2180" y="17"/>
                    </a:lnTo>
                    <a:lnTo>
                      <a:pt x="2162" y="117"/>
                    </a:lnTo>
                    <a:lnTo>
                      <a:pt x="2222" y="17"/>
                    </a:lnTo>
                    <a:lnTo>
                      <a:pt x="2210" y="113"/>
                    </a:lnTo>
                    <a:lnTo>
                      <a:pt x="2252" y="38"/>
                    </a:lnTo>
                    <a:lnTo>
                      <a:pt x="2252" y="121"/>
                    </a:lnTo>
                    <a:lnTo>
                      <a:pt x="2288" y="71"/>
                    </a:lnTo>
                    <a:lnTo>
                      <a:pt x="2294" y="117"/>
                    </a:lnTo>
                    <a:lnTo>
                      <a:pt x="2324" y="108"/>
                    </a:lnTo>
                    <a:lnTo>
                      <a:pt x="2330" y="71"/>
                    </a:lnTo>
                    <a:lnTo>
                      <a:pt x="2348" y="104"/>
                    </a:lnTo>
                    <a:lnTo>
                      <a:pt x="2371" y="63"/>
                    </a:lnTo>
                    <a:lnTo>
                      <a:pt x="2413" y="58"/>
                    </a:lnTo>
                    <a:lnTo>
                      <a:pt x="2383" y="75"/>
                    </a:lnTo>
                    <a:lnTo>
                      <a:pt x="2383" y="100"/>
                    </a:lnTo>
                    <a:lnTo>
                      <a:pt x="2425" y="96"/>
                    </a:lnTo>
                    <a:lnTo>
                      <a:pt x="2449" y="67"/>
                    </a:lnTo>
                    <a:lnTo>
                      <a:pt x="2425" y="42"/>
                    </a:lnTo>
                    <a:lnTo>
                      <a:pt x="2473" y="71"/>
                    </a:lnTo>
                    <a:lnTo>
                      <a:pt x="2473" y="100"/>
                    </a:lnTo>
                    <a:lnTo>
                      <a:pt x="2492" y="75"/>
                    </a:lnTo>
                    <a:lnTo>
                      <a:pt x="2473" y="17"/>
                    </a:lnTo>
                    <a:lnTo>
                      <a:pt x="2528" y="83"/>
                    </a:lnTo>
                    <a:lnTo>
                      <a:pt x="2528" y="92"/>
                    </a:lnTo>
                    <a:lnTo>
                      <a:pt x="2534" y="63"/>
                    </a:lnTo>
                    <a:lnTo>
                      <a:pt x="2564" y="38"/>
                    </a:lnTo>
                    <a:lnTo>
                      <a:pt x="2629" y="38"/>
                    </a:lnTo>
                    <a:lnTo>
                      <a:pt x="2576" y="58"/>
                    </a:lnTo>
                    <a:lnTo>
                      <a:pt x="2570" y="88"/>
                    </a:lnTo>
                    <a:lnTo>
                      <a:pt x="2623" y="71"/>
                    </a:lnTo>
                    <a:lnTo>
                      <a:pt x="2707" y="88"/>
                    </a:lnTo>
                    <a:lnTo>
                      <a:pt x="2605" y="96"/>
                    </a:lnTo>
                    <a:lnTo>
                      <a:pt x="2564" y="138"/>
                    </a:lnTo>
                    <a:lnTo>
                      <a:pt x="2558" y="167"/>
                    </a:lnTo>
                    <a:lnTo>
                      <a:pt x="2371" y="188"/>
                    </a:lnTo>
                    <a:lnTo>
                      <a:pt x="2360" y="163"/>
                    </a:lnTo>
                    <a:lnTo>
                      <a:pt x="2336" y="192"/>
                    </a:lnTo>
                    <a:lnTo>
                      <a:pt x="2240" y="204"/>
                    </a:lnTo>
                    <a:lnTo>
                      <a:pt x="2228" y="179"/>
                    </a:lnTo>
                    <a:lnTo>
                      <a:pt x="2216" y="208"/>
                    </a:lnTo>
                    <a:lnTo>
                      <a:pt x="2012" y="217"/>
                    </a:lnTo>
                    <a:lnTo>
                      <a:pt x="2018" y="183"/>
                    </a:lnTo>
                    <a:lnTo>
                      <a:pt x="1970" y="221"/>
                    </a:lnTo>
                    <a:lnTo>
                      <a:pt x="1485" y="213"/>
                    </a:lnTo>
                    <a:lnTo>
                      <a:pt x="1497" y="183"/>
                    </a:lnTo>
                    <a:lnTo>
                      <a:pt x="1408" y="167"/>
                    </a:lnTo>
                    <a:lnTo>
                      <a:pt x="1354" y="200"/>
                    </a:lnTo>
                    <a:lnTo>
                      <a:pt x="1336" y="221"/>
                    </a:lnTo>
                    <a:lnTo>
                      <a:pt x="820" y="233"/>
                    </a:lnTo>
                    <a:lnTo>
                      <a:pt x="773" y="196"/>
                    </a:lnTo>
                    <a:lnTo>
                      <a:pt x="574" y="204"/>
                    </a:lnTo>
                    <a:lnTo>
                      <a:pt x="509" y="246"/>
                    </a:lnTo>
                    <a:lnTo>
                      <a:pt x="90" y="204"/>
                    </a:lnTo>
                    <a:lnTo>
                      <a:pt x="96" y="146"/>
                    </a:lnTo>
                    <a:lnTo>
                      <a:pt x="113" y="108"/>
                    </a:lnTo>
                    <a:close/>
                  </a:path>
                </a:pathLst>
              </a:custGeom>
              <a:solidFill>
                <a:srgbClr val="00AE00"/>
              </a:solidFill>
              <a:ln w="12700">
                <a:solidFill>
                  <a:srgbClr val="037C0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4369" name="Freeform 33"/>
              <p:cNvSpPr>
                <a:spLocks/>
              </p:cNvSpPr>
              <p:nvPr/>
            </p:nvSpPr>
            <p:spPr bwMode="auto">
              <a:xfrm>
                <a:off x="1717" y="2906"/>
                <a:ext cx="1408" cy="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9"/>
                  </a:cxn>
                  <a:cxn ang="0">
                    <a:pos x="426" y="108"/>
                  </a:cxn>
                  <a:cxn ang="0">
                    <a:pos x="492" y="57"/>
                  </a:cxn>
                  <a:cxn ang="0">
                    <a:pos x="684" y="57"/>
                  </a:cxn>
                  <a:cxn ang="0">
                    <a:pos x="729" y="93"/>
                  </a:cxn>
                  <a:cxn ang="0">
                    <a:pos x="1240" y="90"/>
                  </a:cxn>
                  <a:cxn ang="0">
                    <a:pos x="1273" y="51"/>
                  </a:cxn>
                  <a:cxn ang="0">
                    <a:pos x="1318" y="24"/>
                  </a:cxn>
                  <a:cxn ang="0">
                    <a:pos x="1408" y="36"/>
                  </a:cxn>
                  <a:cxn ang="0">
                    <a:pos x="1390" y="78"/>
                  </a:cxn>
                </a:cxnLst>
                <a:rect l="0" t="0" r="r" b="b"/>
                <a:pathLst>
                  <a:path w="1408" h="108">
                    <a:moveTo>
                      <a:pt x="3" y="0"/>
                    </a:moveTo>
                    <a:lnTo>
                      <a:pt x="0" y="69"/>
                    </a:lnTo>
                    <a:lnTo>
                      <a:pt x="426" y="108"/>
                    </a:lnTo>
                    <a:lnTo>
                      <a:pt x="492" y="57"/>
                    </a:lnTo>
                    <a:lnTo>
                      <a:pt x="684" y="57"/>
                    </a:lnTo>
                    <a:lnTo>
                      <a:pt x="729" y="93"/>
                    </a:lnTo>
                    <a:lnTo>
                      <a:pt x="1240" y="90"/>
                    </a:lnTo>
                    <a:lnTo>
                      <a:pt x="1273" y="51"/>
                    </a:lnTo>
                    <a:lnTo>
                      <a:pt x="1318" y="24"/>
                    </a:lnTo>
                    <a:lnTo>
                      <a:pt x="1408" y="36"/>
                    </a:lnTo>
                    <a:lnTo>
                      <a:pt x="1390" y="78"/>
                    </a:lnTo>
                  </a:path>
                </a:pathLst>
              </a:custGeom>
              <a:noFill/>
              <a:ln w="76200">
                <a:solidFill>
                  <a:srgbClr val="00AE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4370" name="Freeform 34"/>
              <p:cNvSpPr>
                <a:spLocks/>
              </p:cNvSpPr>
              <p:nvPr/>
            </p:nvSpPr>
            <p:spPr bwMode="auto">
              <a:xfrm>
                <a:off x="3137" y="2927"/>
                <a:ext cx="1047" cy="57"/>
              </a:xfrm>
              <a:custGeom>
                <a:avLst/>
                <a:gdLst/>
                <a:ahLst/>
                <a:cxnLst>
                  <a:cxn ang="0">
                    <a:pos x="0" y="51"/>
                  </a:cxn>
                  <a:cxn ang="0">
                    <a:pos x="462" y="57"/>
                  </a:cxn>
                  <a:cxn ang="0">
                    <a:pos x="504" y="21"/>
                  </a:cxn>
                  <a:cxn ang="0">
                    <a:pos x="498" y="51"/>
                  </a:cxn>
                  <a:cxn ang="0">
                    <a:pos x="705" y="45"/>
                  </a:cxn>
                  <a:cxn ang="0">
                    <a:pos x="717" y="15"/>
                  </a:cxn>
                  <a:cxn ang="0">
                    <a:pos x="726" y="45"/>
                  </a:cxn>
                  <a:cxn ang="0">
                    <a:pos x="822" y="27"/>
                  </a:cxn>
                  <a:cxn ang="0">
                    <a:pos x="843" y="0"/>
                  </a:cxn>
                  <a:cxn ang="0">
                    <a:pos x="858" y="30"/>
                  </a:cxn>
                  <a:cxn ang="0">
                    <a:pos x="1047" y="3"/>
                  </a:cxn>
                </a:cxnLst>
                <a:rect l="0" t="0" r="r" b="b"/>
                <a:pathLst>
                  <a:path w="1047" h="57">
                    <a:moveTo>
                      <a:pt x="0" y="51"/>
                    </a:moveTo>
                    <a:lnTo>
                      <a:pt x="462" y="57"/>
                    </a:lnTo>
                    <a:lnTo>
                      <a:pt x="504" y="21"/>
                    </a:lnTo>
                    <a:lnTo>
                      <a:pt x="498" y="51"/>
                    </a:lnTo>
                    <a:lnTo>
                      <a:pt x="705" y="45"/>
                    </a:lnTo>
                    <a:lnTo>
                      <a:pt x="717" y="15"/>
                    </a:lnTo>
                    <a:lnTo>
                      <a:pt x="726" y="45"/>
                    </a:lnTo>
                    <a:lnTo>
                      <a:pt x="822" y="27"/>
                    </a:lnTo>
                    <a:lnTo>
                      <a:pt x="843" y="0"/>
                    </a:lnTo>
                    <a:lnTo>
                      <a:pt x="858" y="30"/>
                    </a:lnTo>
                    <a:lnTo>
                      <a:pt x="1047" y="3"/>
                    </a:lnTo>
                  </a:path>
                </a:pathLst>
              </a:custGeom>
              <a:noFill/>
              <a:ln w="76200">
                <a:solidFill>
                  <a:srgbClr val="00AE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14371" name="Group 35"/>
            <p:cNvGrpSpPr>
              <a:grpSpLocks/>
            </p:cNvGrpSpPr>
            <p:nvPr/>
          </p:nvGrpSpPr>
          <p:grpSpPr bwMode="auto">
            <a:xfrm>
              <a:off x="1141" y="2834"/>
              <a:ext cx="388" cy="509"/>
              <a:chOff x="1141" y="2834"/>
              <a:chExt cx="388" cy="509"/>
            </a:xfrm>
          </p:grpSpPr>
          <p:sp>
            <p:nvSpPr>
              <p:cNvPr id="14372" name="Freeform 36"/>
              <p:cNvSpPr>
                <a:spLocks/>
              </p:cNvSpPr>
              <p:nvPr/>
            </p:nvSpPr>
            <p:spPr bwMode="auto">
              <a:xfrm>
                <a:off x="1221" y="2855"/>
                <a:ext cx="272" cy="488"/>
              </a:xfrm>
              <a:custGeom>
                <a:avLst/>
                <a:gdLst/>
                <a:ahLst/>
                <a:cxnLst>
                  <a:cxn ang="0">
                    <a:pos x="6" y="114"/>
                  </a:cxn>
                  <a:cxn ang="0">
                    <a:pos x="31" y="165"/>
                  </a:cxn>
                  <a:cxn ang="0">
                    <a:pos x="53" y="226"/>
                  </a:cxn>
                  <a:cxn ang="0">
                    <a:pos x="77" y="295"/>
                  </a:cxn>
                  <a:cxn ang="0">
                    <a:pos x="109" y="386"/>
                  </a:cxn>
                  <a:cxn ang="0">
                    <a:pos x="138" y="488"/>
                  </a:cxn>
                  <a:cxn ang="0">
                    <a:pos x="173" y="486"/>
                  </a:cxn>
                  <a:cxn ang="0">
                    <a:pos x="195" y="468"/>
                  </a:cxn>
                  <a:cxn ang="0">
                    <a:pos x="231" y="479"/>
                  </a:cxn>
                  <a:cxn ang="0">
                    <a:pos x="253" y="464"/>
                  </a:cxn>
                  <a:cxn ang="0">
                    <a:pos x="272" y="464"/>
                  </a:cxn>
                  <a:cxn ang="0">
                    <a:pos x="255" y="397"/>
                  </a:cxn>
                  <a:cxn ang="0">
                    <a:pos x="239" y="310"/>
                  </a:cxn>
                  <a:cxn ang="0">
                    <a:pos x="231" y="244"/>
                  </a:cxn>
                  <a:cxn ang="0">
                    <a:pos x="226" y="169"/>
                  </a:cxn>
                  <a:cxn ang="0">
                    <a:pos x="224" y="96"/>
                  </a:cxn>
                  <a:cxn ang="0">
                    <a:pos x="222" y="50"/>
                  </a:cxn>
                  <a:cxn ang="0">
                    <a:pos x="213" y="10"/>
                  </a:cxn>
                  <a:cxn ang="0">
                    <a:pos x="173" y="0"/>
                  </a:cxn>
                  <a:cxn ang="0">
                    <a:pos x="105" y="10"/>
                  </a:cxn>
                  <a:cxn ang="0">
                    <a:pos x="42" y="30"/>
                  </a:cxn>
                  <a:cxn ang="0">
                    <a:pos x="28" y="43"/>
                  </a:cxn>
                  <a:cxn ang="0">
                    <a:pos x="11" y="59"/>
                  </a:cxn>
                  <a:cxn ang="0">
                    <a:pos x="0" y="81"/>
                  </a:cxn>
                  <a:cxn ang="0">
                    <a:pos x="6" y="114"/>
                  </a:cxn>
                </a:cxnLst>
                <a:rect l="0" t="0" r="r" b="b"/>
                <a:pathLst>
                  <a:path w="272" h="488">
                    <a:moveTo>
                      <a:pt x="6" y="114"/>
                    </a:moveTo>
                    <a:lnTo>
                      <a:pt x="31" y="165"/>
                    </a:lnTo>
                    <a:lnTo>
                      <a:pt x="53" y="226"/>
                    </a:lnTo>
                    <a:lnTo>
                      <a:pt x="77" y="295"/>
                    </a:lnTo>
                    <a:lnTo>
                      <a:pt x="109" y="386"/>
                    </a:lnTo>
                    <a:lnTo>
                      <a:pt x="138" y="488"/>
                    </a:lnTo>
                    <a:lnTo>
                      <a:pt x="173" y="486"/>
                    </a:lnTo>
                    <a:lnTo>
                      <a:pt x="195" y="468"/>
                    </a:lnTo>
                    <a:lnTo>
                      <a:pt x="231" y="479"/>
                    </a:lnTo>
                    <a:lnTo>
                      <a:pt x="253" y="464"/>
                    </a:lnTo>
                    <a:lnTo>
                      <a:pt x="272" y="464"/>
                    </a:lnTo>
                    <a:lnTo>
                      <a:pt x="255" y="397"/>
                    </a:lnTo>
                    <a:lnTo>
                      <a:pt x="239" y="310"/>
                    </a:lnTo>
                    <a:lnTo>
                      <a:pt x="231" y="244"/>
                    </a:lnTo>
                    <a:lnTo>
                      <a:pt x="226" y="169"/>
                    </a:lnTo>
                    <a:lnTo>
                      <a:pt x="224" y="96"/>
                    </a:lnTo>
                    <a:lnTo>
                      <a:pt x="222" y="50"/>
                    </a:lnTo>
                    <a:lnTo>
                      <a:pt x="213" y="10"/>
                    </a:lnTo>
                    <a:lnTo>
                      <a:pt x="173" y="0"/>
                    </a:lnTo>
                    <a:lnTo>
                      <a:pt x="105" y="10"/>
                    </a:lnTo>
                    <a:lnTo>
                      <a:pt x="42" y="30"/>
                    </a:lnTo>
                    <a:lnTo>
                      <a:pt x="28" y="43"/>
                    </a:lnTo>
                    <a:lnTo>
                      <a:pt x="11" y="59"/>
                    </a:lnTo>
                    <a:lnTo>
                      <a:pt x="0" y="81"/>
                    </a:lnTo>
                    <a:lnTo>
                      <a:pt x="6" y="114"/>
                    </a:lnTo>
                    <a:close/>
                  </a:path>
                </a:pathLst>
              </a:custGeom>
              <a:solidFill>
                <a:srgbClr val="C06000"/>
              </a:solidFill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grpSp>
            <p:nvGrpSpPr>
              <p:cNvPr id="14373" name="Group 37"/>
              <p:cNvGrpSpPr>
                <a:grpSpLocks/>
              </p:cNvGrpSpPr>
              <p:nvPr/>
            </p:nvGrpSpPr>
            <p:grpSpPr bwMode="auto">
              <a:xfrm>
                <a:off x="1289" y="2912"/>
                <a:ext cx="134" cy="297"/>
                <a:chOff x="1289" y="2912"/>
                <a:chExt cx="134" cy="297"/>
              </a:xfrm>
            </p:grpSpPr>
            <p:sp>
              <p:nvSpPr>
                <p:cNvPr id="14374" name="Freeform 38"/>
                <p:cNvSpPr>
                  <a:spLocks/>
                </p:cNvSpPr>
                <p:nvPr/>
              </p:nvSpPr>
              <p:spPr bwMode="auto">
                <a:xfrm>
                  <a:off x="1289" y="2912"/>
                  <a:ext cx="74" cy="236"/>
                </a:xfrm>
                <a:custGeom>
                  <a:avLst/>
                  <a:gdLst/>
                  <a:ahLst/>
                  <a:cxnLst>
                    <a:cxn ang="0">
                      <a:pos x="0" y="22"/>
                    </a:cxn>
                    <a:cxn ang="0">
                      <a:pos x="28" y="81"/>
                    </a:cxn>
                    <a:cxn ang="0">
                      <a:pos x="46" y="134"/>
                    </a:cxn>
                    <a:cxn ang="0">
                      <a:pos x="63" y="196"/>
                    </a:cxn>
                    <a:cxn ang="0">
                      <a:pos x="74" y="236"/>
                    </a:cxn>
                    <a:cxn ang="0">
                      <a:pos x="68" y="174"/>
                    </a:cxn>
                    <a:cxn ang="0">
                      <a:pos x="57" y="114"/>
                    </a:cxn>
                    <a:cxn ang="0">
                      <a:pos x="46" y="61"/>
                    </a:cxn>
                    <a:cxn ang="0">
                      <a:pos x="43" y="26"/>
                    </a:cxn>
                    <a:cxn ang="0">
                      <a:pos x="43" y="0"/>
                    </a:cxn>
                    <a:cxn ang="0">
                      <a:pos x="0" y="22"/>
                    </a:cxn>
                  </a:cxnLst>
                  <a:rect l="0" t="0" r="r" b="b"/>
                  <a:pathLst>
                    <a:path w="74" h="236">
                      <a:moveTo>
                        <a:pt x="0" y="22"/>
                      </a:moveTo>
                      <a:lnTo>
                        <a:pt x="28" y="81"/>
                      </a:lnTo>
                      <a:lnTo>
                        <a:pt x="46" y="134"/>
                      </a:lnTo>
                      <a:lnTo>
                        <a:pt x="63" y="196"/>
                      </a:lnTo>
                      <a:lnTo>
                        <a:pt x="74" y="236"/>
                      </a:lnTo>
                      <a:lnTo>
                        <a:pt x="68" y="174"/>
                      </a:lnTo>
                      <a:lnTo>
                        <a:pt x="57" y="114"/>
                      </a:lnTo>
                      <a:lnTo>
                        <a:pt x="46" y="61"/>
                      </a:lnTo>
                      <a:lnTo>
                        <a:pt x="43" y="26"/>
                      </a:lnTo>
                      <a:lnTo>
                        <a:pt x="43" y="0"/>
                      </a:lnTo>
                      <a:lnTo>
                        <a:pt x="0" y="22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14375" name="Freeform 39"/>
                <p:cNvSpPr>
                  <a:spLocks/>
                </p:cNvSpPr>
                <p:nvPr/>
              </p:nvSpPr>
              <p:spPr bwMode="auto">
                <a:xfrm>
                  <a:off x="1396" y="2923"/>
                  <a:ext cx="27" cy="286"/>
                </a:xfrm>
                <a:custGeom>
                  <a:avLst/>
                  <a:gdLst/>
                  <a:ahLst/>
                  <a:cxnLst>
                    <a:cxn ang="0">
                      <a:pos x="7" y="0"/>
                    </a:cxn>
                    <a:cxn ang="0">
                      <a:pos x="0" y="61"/>
                    </a:cxn>
                    <a:cxn ang="0">
                      <a:pos x="3" y="152"/>
                    </a:cxn>
                    <a:cxn ang="0">
                      <a:pos x="9" y="218"/>
                    </a:cxn>
                    <a:cxn ang="0">
                      <a:pos x="18" y="286"/>
                    </a:cxn>
                    <a:cxn ang="0">
                      <a:pos x="18" y="211"/>
                    </a:cxn>
                    <a:cxn ang="0">
                      <a:pos x="18" y="143"/>
                    </a:cxn>
                    <a:cxn ang="0">
                      <a:pos x="22" y="83"/>
                    </a:cxn>
                    <a:cxn ang="0">
                      <a:pos x="27" y="31"/>
                    </a:cxn>
                    <a:cxn ang="0">
                      <a:pos x="7" y="0"/>
                    </a:cxn>
                  </a:cxnLst>
                  <a:rect l="0" t="0" r="r" b="b"/>
                  <a:pathLst>
                    <a:path w="27" h="286">
                      <a:moveTo>
                        <a:pt x="7" y="0"/>
                      </a:moveTo>
                      <a:lnTo>
                        <a:pt x="0" y="61"/>
                      </a:lnTo>
                      <a:lnTo>
                        <a:pt x="3" y="152"/>
                      </a:lnTo>
                      <a:lnTo>
                        <a:pt x="9" y="218"/>
                      </a:lnTo>
                      <a:lnTo>
                        <a:pt x="18" y="286"/>
                      </a:lnTo>
                      <a:lnTo>
                        <a:pt x="18" y="211"/>
                      </a:lnTo>
                      <a:lnTo>
                        <a:pt x="18" y="143"/>
                      </a:lnTo>
                      <a:lnTo>
                        <a:pt x="22" y="83"/>
                      </a:lnTo>
                      <a:lnTo>
                        <a:pt x="27" y="31"/>
                      </a:lnTo>
                      <a:lnTo>
                        <a:pt x="7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4376" name="Group 40"/>
              <p:cNvGrpSpPr>
                <a:grpSpLocks/>
              </p:cNvGrpSpPr>
              <p:nvPr/>
            </p:nvGrpSpPr>
            <p:grpSpPr bwMode="auto">
              <a:xfrm>
                <a:off x="1247" y="2918"/>
                <a:ext cx="134" cy="418"/>
                <a:chOff x="1247" y="2918"/>
                <a:chExt cx="134" cy="418"/>
              </a:xfrm>
            </p:grpSpPr>
            <p:sp>
              <p:nvSpPr>
                <p:cNvPr id="14377" name="Freeform 41"/>
                <p:cNvSpPr>
                  <a:spLocks/>
                </p:cNvSpPr>
                <p:nvPr/>
              </p:nvSpPr>
              <p:spPr bwMode="auto">
                <a:xfrm>
                  <a:off x="1247" y="2954"/>
                  <a:ext cx="134" cy="38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27" y="48"/>
                    </a:cxn>
                    <a:cxn ang="0">
                      <a:pos x="51" y="101"/>
                    </a:cxn>
                    <a:cxn ang="0">
                      <a:pos x="79" y="174"/>
                    </a:cxn>
                    <a:cxn ang="0">
                      <a:pos x="105" y="264"/>
                    </a:cxn>
                    <a:cxn ang="0">
                      <a:pos x="127" y="347"/>
                    </a:cxn>
                    <a:cxn ang="0">
                      <a:pos x="134" y="382"/>
                    </a:cxn>
                  </a:cxnLst>
                  <a:rect l="0" t="0" r="r" b="b"/>
                  <a:pathLst>
                    <a:path w="134" h="382">
                      <a:moveTo>
                        <a:pt x="0" y="0"/>
                      </a:moveTo>
                      <a:lnTo>
                        <a:pt x="27" y="48"/>
                      </a:lnTo>
                      <a:lnTo>
                        <a:pt x="51" y="101"/>
                      </a:lnTo>
                      <a:lnTo>
                        <a:pt x="79" y="174"/>
                      </a:lnTo>
                      <a:lnTo>
                        <a:pt x="105" y="264"/>
                      </a:lnTo>
                      <a:lnTo>
                        <a:pt x="127" y="347"/>
                      </a:lnTo>
                      <a:lnTo>
                        <a:pt x="134" y="382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14378" name="Freeform 42"/>
                <p:cNvSpPr>
                  <a:spLocks/>
                </p:cNvSpPr>
                <p:nvPr/>
              </p:nvSpPr>
              <p:spPr bwMode="auto">
                <a:xfrm>
                  <a:off x="1370" y="2918"/>
                  <a:ext cx="6" cy="170"/>
                </a:xfrm>
                <a:custGeom>
                  <a:avLst/>
                  <a:gdLst/>
                  <a:ahLst/>
                  <a:cxnLst>
                    <a:cxn ang="0">
                      <a:pos x="6" y="0"/>
                    </a:cxn>
                    <a:cxn ang="0">
                      <a:pos x="0" y="55"/>
                    </a:cxn>
                    <a:cxn ang="0">
                      <a:pos x="0" y="113"/>
                    </a:cxn>
                    <a:cxn ang="0">
                      <a:pos x="6" y="170"/>
                    </a:cxn>
                  </a:cxnLst>
                  <a:rect l="0" t="0" r="r" b="b"/>
                  <a:pathLst>
                    <a:path w="6" h="170">
                      <a:moveTo>
                        <a:pt x="6" y="0"/>
                      </a:moveTo>
                      <a:lnTo>
                        <a:pt x="0" y="55"/>
                      </a:lnTo>
                      <a:lnTo>
                        <a:pt x="0" y="113"/>
                      </a:lnTo>
                      <a:lnTo>
                        <a:pt x="6" y="170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sp>
            <p:nvSpPr>
              <p:cNvPr id="14379" name="Freeform 43"/>
              <p:cNvSpPr>
                <a:spLocks/>
              </p:cNvSpPr>
              <p:nvPr/>
            </p:nvSpPr>
            <p:spPr bwMode="auto">
              <a:xfrm>
                <a:off x="1316" y="2911"/>
                <a:ext cx="45" cy="20"/>
              </a:xfrm>
              <a:custGeom>
                <a:avLst/>
                <a:gdLst/>
                <a:ahLst/>
                <a:cxnLst>
                  <a:cxn ang="0">
                    <a:pos x="45" y="20"/>
                  </a:cxn>
                  <a:cxn ang="0">
                    <a:pos x="28" y="12"/>
                  </a:cxn>
                  <a:cxn ang="0">
                    <a:pos x="15" y="5"/>
                  </a:cxn>
                  <a:cxn ang="0">
                    <a:pos x="6" y="3"/>
                  </a:cxn>
                  <a:cxn ang="0">
                    <a:pos x="0" y="0"/>
                  </a:cxn>
                </a:cxnLst>
                <a:rect l="0" t="0" r="r" b="b"/>
                <a:pathLst>
                  <a:path w="45" h="20">
                    <a:moveTo>
                      <a:pt x="45" y="20"/>
                    </a:moveTo>
                    <a:lnTo>
                      <a:pt x="28" y="12"/>
                    </a:lnTo>
                    <a:lnTo>
                      <a:pt x="15" y="5"/>
                    </a:lnTo>
                    <a:lnTo>
                      <a:pt x="6" y="3"/>
                    </a:lnTo>
                    <a:lnTo>
                      <a:pt x="0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grpSp>
            <p:nvGrpSpPr>
              <p:cNvPr id="14380" name="Group 44"/>
              <p:cNvGrpSpPr>
                <a:grpSpLocks/>
              </p:cNvGrpSpPr>
              <p:nvPr/>
            </p:nvGrpSpPr>
            <p:grpSpPr bwMode="auto">
              <a:xfrm>
                <a:off x="1141" y="2834"/>
                <a:ext cx="388" cy="183"/>
                <a:chOff x="1141" y="2834"/>
                <a:chExt cx="388" cy="183"/>
              </a:xfrm>
            </p:grpSpPr>
            <p:sp>
              <p:nvSpPr>
                <p:cNvPr id="14381" name="Freeform 45"/>
                <p:cNvSpPr>
                  <a:spLocks/>
                </p:cNvSpPr>
                <p:nvPr/>
              </p:nvSpPr>
              <p:spPr bwMode="auto">
                <a:xfrm>
                  <a:off x="1141" y="2834"/>
                  <a:ext cx="388" cy="183"/>
                </a:xfrm>
                <a:custGeom>
                  <a:avLst/>
                  <a:gdLst/>
                  <a:ahLst/>
                  <a:cxnLst>
                    <a:cxn ang="0">
                      <a:pos x="242" y="8"/>
                    </a:cxn>
                    <a:cxn ang="0">
                      <a:pos x="221" y="19"/>
                    </a:cxn>
                    <a:cxn ang="0">
                      <a:pos x="179" y="21"/>
                    </a:cxn>
                    <a:cxn ang="0">
                      <a:pos x="160" y="25"/>
                    </a:cxn>
                    <a:cxn ang="0">
                      <a:pos x="140" y="29"/>
                    </a:cxn>
                    <a:cxn ang="0">
                      <a:pos x="127" y="41"/>
                    </a:cxn>
                    <a:cxn ang="0">
                      <a:pos x="107" y="41"/>
                    </a:cxn>
                    <a:cxn ang="0">
                      <a:pos x="85" y="49"/>
                    </a:cxn>
                    <a:cxn ang="0">
                      <a:pos x="69" y="65"/>
                    </a:cxn>
                    <a:cxn ang="0">
                      <a:pos x="51" y="84"/>
                    </a:cxn>
                    <a:cxn ang="0">
                      <a:pos x="21" y="102"/>
                    </a:cxn>
                    <a:cxn ang="0">
                      <a:pos x="4" y="136"/>
                    </a:cxn>
                    <a:cxn ang="0">
                      <a:pos x="1" y="168"/>
                    </a:cxn>
                    <a:cxn ang="0">
                      <a:pos x="5" y="182"/>
                    </a:cxn>
                    <a:cxn ang="0">
                      <a:pos x="19" y="163"/>
                    </a:cxn>
                    <a:cxn ang="0">
                      <a:pos x="33" y="139"/>
                    </a:cxn>
                    <a:cxn ang="0">
                      <a:pos x="56" y="129"/>
                    </a:cxn>
                    <a:cxn ang="0">
                      <a:pos x="68" y="146"/>
                    </a:cxn>
                    <a:cxn ang="0">
                      <a:pos x="80" y="164"/>
                    </a:cxn>
                    <a:cxn ang="0">
                      <a:pos x="94" y="170"/>
                    </a:cxn>
                    <a:cxn ang="0">
                      <a:pos x="95" y="155"/>
                    </a:cxn>
                    <a:cxn ang="0">
                      <a:pos x="100" y="137"/>
                    </a:cxn>
                    <a:cxn ang="0">
                      <a:pos x="117" y="136"/>
                    </a:cxn>
                    <a:cxn ang="0">
                      <a:pos x="135" y="153"/>
                    </a:cxn>
                    <a:cxn ang="0">
                      <a:pos x="144" y="172"/>
                    </a:cxn>
                    <a:cxn ang="0">
                      <a:pos x="161" y="182"/>
                    </a:cxn>
                    <a:cxn ang="0">
                      <a:pos x="160" y="159"/>
                    </a:cxn>
                    <a:cxn ang="0">
                      <a:pos x="159" y="140"/>
                    </a:cxn>
                    <a:cxn ang="0">
                      <a:pos x="163" y="117"/>
                    </a:cxn>
                    <a:cxn ang="0">
                      <a:pos x="179" y="113"/>
                    </a:cxn>
                    <a:cxn ang="0">
                      <a:pos x="198" y="122"/>
                    </a:cxn>
                    <a:cxn ang="0">
                      <a:pos x="207" y="115"/>
                    </a:cxn>
                    <a:cxn ang="0">
                      <a:pos x="203" y="97"/>
                    </a:cxn>
                    <a:cxn ang="0">
                      <a:pos x="223" y="99"/>
                    </a:cxn>
                    <a:cxn ang="0">
                      <a:pos x="252" y="113"/>
                    </a:cxn>
                    <a:cxn ang="0">
                      <a:pos x="281" y="140"/>
                    </a:cxn>
                    <a:cxn ang="0">
                      <a:pos x="295" y="160"/>
                    </a:cxn>
                    <a:cxn ang="0">
                      <a:pos x="295" y="131"/>
                    </a:cxn>
                    <a:cxn ang="0">
                      <a:pos x="292" y="86"/>
                    </a:cxn>
                    <a:cxn ang="0">
                      <a:pos x="316" y="84"/>
                    </a:cxn>
                    <a:cxn ang="0">
                      <a:pos x="344" y="102"/>
                    </a:cxn>
                    <a:cxn ang="0">
                      <a:pos x="358" y="106"/>
                    </a:cxn>
                    <a:cxn ang="0">
                      <a:pos x="347" y="80"/>
                    </a:cxn>
                    <a:cxn ang="0">
                      <a:pos x="324" y="52"/>
                    </a:cxn>
                    <a:cxn ang="0">
                      <a:pos x="360" y="54"/>
                    </a:cxn>
                    <a:cxn ang="0">
                      <a:pos x="386" y="48"/>
                    </a:cxn>
                    <a:cxn ang="0">
                      <a:pos x="387" y="39"/>
                    </a:cxn>
                    <a:cxn ang="0">
                      <a:pos x="373" y="42"/>
                    </a:cxn>
                    <a:cxn ang="0">
                      <a:pos x="362" y="39"/>
                    </a:cxn>
                    <a:cxn ang="0">
                      <a:pos x="339" y="21"/>
                    </a:cxn>
                    <a:cxn ang="0">
                      <a:pos x="317" y="8"/>
                    </a:cxn>
                    <a:cxn ang="0">
                      <a:pos x="286" y="0"/>
                    </a:cxn>
                    <a:cxn ang="0">
                      <a:pos x="258" y="11"/>
                    </a:cxn>
                  </a:cxnLst>
                  <a:rect l="0" t="0" r="r" b="b"/>
                  <a:pathLst>
                    <a:path w="388" h="183">
                      <a:moveTo>
                        <a:pt x="258" y="11"/>
                      </a:moveTo>
                      <a:lnTo>
                        <a:pt x="242" y="8"/>
                      </a:lnTo>
                      <a:lnTo>
                        <a:pt x="231" y="10"/>
                      </a:lnTo>
                      <a:lnTo>
                        <a:pt x="221" y="19"/>
                      </a:lnTo>
                      <a:lnTo>
                        <a:pt x="200" y="19"/>
                      </a:lnTo>
                      <a:lnTo>
                        <a:pt x="179" y="21"/>
                      </a:lnTo>
                      <a:lnTo>
                        <a:pt x="170" y="26"/>
                      </a:lnTo>
                      <a:lnTo>
                        <a:pt x="160" y="25"/>
                      </a:lnTo>
                      <a:lnTo>
                        <a:pt x="149" y="25"/>
                      </a:lnTo>
                      <a:lnTo>
                        <a:pt x="140" y="29"/>
                      </a:lnTo>
                      <a:lnTo>
                        <a:pt x="132" y="38"/>
                      </a:lnTo>
                      <a:lnTo>
                        <a:pt x="127" y="41"/>
                      </a:lnTo>
                      <a:lnTo>
                        <a:pt x="117" y="41"/>
                      </a:lnTo>
                      <a:lnTo>
                        <a:pt x="107" y="41"/>
                      </a:lnTo>
                      <a:lnTo>
                        <a:pt x="93" y="43"/>
                      </a:lnTo>
                      <a:lnTo>
                        <a:pt x="85" y="49"/>
                      </a:lnTo>
                      <a:lnTo>
                        <a:pt x="82" y="60"/>
                      </a:lnTo>
                      <a:lnTo>
                        <a:pt x="69" y="65"/>
                      </a:lnTo>
                      <a:lnTo>
                        <a:pt x="59" y="74"/>
                      </a:lnTo>
                      <a:lnTo>
                        <a:pt x="51" y="84"/>
                      </a:lnTo>
                      <a:lnTo>
                        <a:pt x="37" y="92"/>
                      </a:lnTo>
                      <a:lnTo>
                        <a:pt x="21" y="102"/>
                      </a:lnTo>
                      <a:lnTo>
                        <a:pt x="11" y="116"/>
                      </a:lnTo>
                      <a:lnTo>
                        <a:pt x="4" y="136"/>
                      </a:lnTo>
                      <a:lnTo>
                        <a:pt x="0" y="155"/>
                      </a:lnTo>
                      <a:lnTo>
                        <a:pt x="1" y="168"/>
                      </a:lnTo>
                      <a:lnTo>
                        <a:pt x="4" y="178"/>
                      </a:lnTo>
                      <a:lnTo>
                        <a:pt x="5" y="182"/>
                      </a:lnTo>
                      <a:lnTo>
                        <a:pt x="9" y="177"/>
                      </a:lnTo>
                      <a:lnTo>
                        <a:pt x="19" y="163"/>
                      </a:lnTo>
                      <a:lnTo>
                        <a:pt x="29" y="147"/>
                      </a:lnTo>
                      <a:lnTo>
                        <a:pt x="33" y="139"/>
                      </a:lnTo>
                      <a:lnTo>
                        <a:pt x="44" y="134"/>
                      </a:lnTo>
                      <a:lnTo>
                        <a:pt x="56" y="129"/>
                      </a:lnTo>
                      <a:lnTo>
                        <a:pt x="58" y="129"/>
                      </a:lnTo>
                      <a:lnTo>
                        <a:pt x="68" y="146"/>
                      </a:lnTo>
                      <a:lnTo>
                        <a:pt x="73" y="156"/>
                      </a:lnTo>
                      <a:lnTo>
                        <a:pt x="80" y="164"/>
                      </a:lnTo>
                      <a:lnTo>
                        <a:pt x="90" y="170"/>
                      </a:lnTo>
                      <a:lnTo>
                        <a:pt x="94" y="170"/>
                      </a:lnTo>
                      <a:lnTo>
                        <a:pt x="97" y="163"/>
                      </a:lnTo>
                      <a:lnTo>
                        <a:pt x="95" y="155"/>
                      </a:lnTo>
                      <a:lnTo>
                        <a:pt x="95" y="144"/>
                      </a:lnTo>
                      <a:lnTo>
                        <a:pt x="100" y="137"/>
                      </a:lnTo>
                      <a:lnTo>
                        <a:pt x="104" y="131"/>
                      </a:lnTo>
                      <a:lnTo>
                        <a:pt x="117" y="136"/>
                      </a:lnTo>
                      <a:lnTo>
                        <a:pt x="126" y="145"/>
                      </a:lnTo>
                      <a:lnTo>
                        <a:pt x="135" y="153"/>
                      </a:lnTo>
                      <a:lnTo>
                        <a:pt x="139" y="163"/>
                      </a:lnTo>
                      <a:lnTo>
                        <a:pt x="144" y="172"/>
                      </a:lnTo>
                      <a:lnTo>
                        <a:pt x="154" y="183"/>
                      </a:lnTo>
                      <a:lnTo>
                        <a:pt x="161" y="182"/>
                      </a:lnTo>
                      <a:lnTo>
                        <a:pt x="161" y="172"/>
                      </a:lnTo>
                      <a:lnTo>
                        <a:pt x="160" y="159"/>
                      </a:lnTo>
                      <a:lnTo>
                        <a:pt x="158" y="147"/>
                      </a:lnTo>
                      <a:lnTo>
                        <a:pt x="159" y="140"/>
                      </a:lnTo>
                      <a:lnTo>
                        <a:pt x="160" y="128"/>
                      </a:lnTo>
                      <a:lnTo>
                        <a:pt x="163" y="117"/>
                      </a:lnTo>
                      <a:lnTo>
                        <a:pt x="169" y="111"/>
                      </a:lnTo>
                      <a:lnTo>
                        <a:pt x="179" y="113"/>
                      </a:lnTo>
                      <a:lnTo>
                        <a:pt x="192" y="117"/>
                      </a:lnTo>
                      <a:lnTo>
                        <a:pt x="198" y="122"/>
                      </a:lnTo>
                      <a:lnTo>
                        <a:pt x="202" y="126"/>
                      </a:lnTo>
                      <a:lnTo>
                        <a:pt x="207" y="115"/>
                      </a:lnTo>
                      <a:lnTo>
                        <a:pt x="203" y="103"/>
                      </a:lnTo>
                      <a:lnTo>
                        <a:pt x="203" y="97"/>
                      </a:lnTo>
                      <a:lnTo>
                        <a:pt x="210" y="96"/>
                      </a:lnTo>
                      <a:lnTo>
                        <a:pt x="223" y="99"/>
                      </a:lnTo>
                      <a:lnTo>
                        <a:pt x="241" y="104"/>
                      </a:lnTo>
                      <a:lnTo>
                        <a:pt x="252" y="113"/>
                      </a:lnTo>
                      <a:lnTo>
                        <a:pt x="267" y="125"/>
                      </a:lnTo>
                      <a:lnTo>
                        <a:pt x="281" y="140"/>
                      </a:lnTo>
                      <a:lnTo>
                        <a:pt x="290" y="157"/>
                      </a:lnTo>
                      <a:lnTo>
                        <a:pt x="295" y="160"/>
                      </a:lnTo>
                      <a:lnTo>
                        <a:pt x="299" y="156"/>
                      </a:lnTo>
                      <a:lnTo>
                        <a:pt x="295" y="131"/>
                      </a:lnTo>
                      <a:lnTo>
                        <a:pt x="292" y="105"/>
                      </a:lnTo>
                      <a:lnTo>
                        <a:pt x="292" y="86"/>
                      </a:lnTo>
                      <a:lnTo>
                        <a:pt x="297" y="83"/>
                      </a:lnTo>
                      <a:lnTo>
                        <a:pt x="316" y="84"/>
                      </a:lnTo>
                      <a:lnTo>
                        <a:pt x="335" y="93"/>
                      </a:lnTo>
                      <a:lnTo>
                        <a:pt x="344" y="102"/>
                      </a:lnTo>
                      <a:lnTo>
                        <a:pt x="352" y="107"/>
                      </a:lnTo>
                      <a:lnTo>
                        <a:pt x="358" y="106"/>
                      </a:lnTo>
                      <a:lnTo>
                        <a:pt x="355" y="93"/>
                      </a:lnTo>
                      <a:lnTo>
                        <a:pt x="347" y="80"/>
                      </a:lnTo>
                      <a:lnTo>
                        <a:pt x="337" y="68"/>
                      </a:lnTo>
                      <a:lnTo>
                        <a:pt x="324" y="52"/>
                      </a:lnTo>
                      <a:lnTo>
                        <a:pt x="339" y="56"/>
                      </a:lnTo>
                      <a:lnTo>
                        <a:pt x="360" y="54"/>
                      </a:lnTo>
                      <a:lnTo>
                        <a:pt x="379" y="52"/>
                      </a:lnTo>
                      <a:lnTo>
                        <a:pt x="386" y="48"/>
                      </a:lnTo>
                      <a:lnTo>
                        <a:pt x="388" y="46"/>
                      </a:lnTo>
                      <a:lnTo>
                        <a:pt x="387" y="39"/>
                      </a:lnTo>
                      <a:lnTo>
                        <a:pt x="380" y="38"/>
                      </a:lnTo>
                      <a:lnTo>
                        <a:pt x="373" y="42"/>
                      </a:lnTo>
                      <a:lnTo>
                        <a:pt x="369" y="42"/>
                      </a:lnTo>
                      <a:lnTo>
                        <a:pt x="362" y="39"/>
                      </a:lnTo>
                      <a:lnTo>
                        <a:pt x="352" y="30"/>
                      </a:lnTo>
                      <a:lnTo>
                        <a:pt x="339" y="21"/>
                      </a:lnTo>
                      <a:lnTo>
                        <a:pt x="329" y="14"/>
                      </a:lnTo>
                      <a:lnTo>
                        <a:pt x="317" y="8"/>
                      </a:lnTo>
                      <a:lnTo>
                        <a:pt x="306" y="4"/>
                      </a:lnTo>
                      <a:lnTo>
                        <a:pt x="286" y="0"/>
                      </a:lnTo>
                      <a:lnTo>
                        <a:pt x="274" y="1"/>
                      </a:lnTo>
                      <a:lnTo>
                        <a:pt x="258" y="11"/>
                      </a:lnTo>
                      <a:close/>
                    </a:path>
                  </a:pathLst>
                </a:custGeom>
                <a:solidFill>
                  <a:srgbClr val="FF800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grpSp>
              <p:nvGrpSpPr>
                <p:cNvPr id="14382" name="Group 46"/>
                <p:cNvGrpSpPr>
                  <a:grpSpLocks/>
                </p:cNvGrpSpPr>
                <p:nvPr/>
              </p:nvGrpSpPr>
              <p:grpSpPr bwMode="auto">
                <a:xfrm>
                  <a:off x="1197" y="2844"/>
                  <a:ext cx="269" cy="119"/>
                  <a:chOff x="1197" y="2844"/>
                  <a:chExt cx="269" cy="119"/>
                </a:xfrm>
              </p:grpSpPr>
              <p:sp>
                <p:nvSpPr>
                  <p:cNvPr id="14383" name="Freeform 47"/>
                  <p:cNvSpPr>
                    <a:spLocks/>
                  </p:cNvSpPr>
                  <p:nvPr/>
                </p:nvSpPr>
                <p:spPr bwMode="auto">
                  <a:xfrm>
                    <a:off x="1364" y="2844"/>
                    <a:ext cx="39" cy="40"/>
                  </a:xfrm>
                  <a:custGeom>
                    <a:avLst/>
                    <a:gdLst/>
                    <a:ahLst/>
                    <a:cxnLst>
                      <a:cxn ang="0">
                        <a:pos x="39" y="0"/>
                      </a:cxn>
                      <a:cxn ang="0">
                        <a:pos x="25" y="10"/>
                      </a:cxn>
                      <a:cxn ang="0">
                        <a:pos x="15" y="21"/>
                      </a:cxn>
                      <a:cxn ang="0">
                        <a:pos x="6" y="35"/>
                      </a:cxn>
                      <a:cxn ang="0">
                        <a:pos x="0" y="40"/>
                      </a:cxn>
                    </a:cxnLst>
                    <a:rect l="0" t="0" r="r" b="b"/>
                    <a:pathLst>
                      <a:path w="39" h="40">
                        <a:moveTo>
                          <a:pt x="39" y="0"/>
                        </a:moveTo>
                        <a:lnTo>
                          <a:pt x="25" y="10"/>
                        </a:lnTo>
                        <a:lnTo>
                          <a:pt x="15" y="21"/>
                        </a:lnTo>
                        <a:lnTo>
                          <a:pt x="6" y="35"/>
                        </a:lnTo>
                        <a:lnTo>
                          <a:pt x="0" y="40"/>
                        </a:lnTo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4384" name="Freeform 48"/>
                  <p:cNvSpPr>
                    <a:spLocks/>
                  </p:cNvSpPr>
                  <p:nvPr/>
                </p:nvSpPr>
                <p:spPr bwMode="auto">
                  <a:xfrm>
                    <a:off x="1311" y="2856"/>
                    <a:ext cx="7" cy="39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14"/>
                      </a:cxn>
                      <a:cxn ang="0">
                        <a:pos x="4" y="27"/>
                      </a:cxn>
                      <a:cxn ang="0">
                        <a:pos x="7" y="39"/>
                      </a:cxn>
                    </a:cxnLst>
                    <a:rect l="0" t="0" r="r" b="b"/>
                    <a:pathLst>
                      <a:path w="7" h="39">
                        <a:moveTo>
                          <a:pt x="0" y="0"/>
                        </a:moveTo>
                        <a:lnTo>
                          <a:pt x="0" y="14"/>
                        </a:lnTo>
                        <a:lnTo>
                          <a:pt x="4" y="27"/>
                        </a:lnTo>
                        <a:lnTo>
                          <a:pt x="7" y="39"/>
                        </a:lnTo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4385" name="Freeform 49"/>
                  <p:cNvSpPr>
                    <a:spLocks/>
                  </p:cNvSpPr>
                  <p:nvPr/>
                </p:nvSpPr>
                <p:spPr bwMode="auto">
                  <a:xfrm>
                    <a:off x="1266" y="2875"/>
                    <a:ext cx="36" cy="1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18" y="6"/>
                      </a:cxn>
                      <a:cxn ang="0">
                        <a:pos x="29" y="12"/>
                      </a:cxn>
                      <a:cxn ang="0">
                        <a:pos x="36" y="18"/>
                      </a:cxn>
                    </a:cxnLst>
                    <a:rect l="0" t="0" r="r" b="b"/>
                    <a:pathLst>
                      <a:path w="36" h="18">
                        <a:moveTo>
                          <a:pt x="0" y="0"/>
                        </a:moveTo>
                        <a:lnTo>
                          <a:pt x="18" y="6"/>
                        </a:lnTo>
                        <a:lnTo>
                          <a:pt x="29" y="12"/>
                        </a:lnTo>
                        <a:lnTo>
                          <a:pt x="36" y="18"/>
                        </a:lnTo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4386" name="Freeform 50"/>
                  <p:cNvSpPr>
                    <a:spLocks/>
                  </p:cNvSpPr>
                  <p:nvPr/>
                </p:nvSpPr>
                <p:spPr bwMode="auto">
                  <a:xfrm>
                    <a:off x="1197" y="2909"/>
                    <a:ext cx="79" cy="54"/>
                  </a:xfrm>
                  <a:custGeom>
                    <a:avLst/>
                    <a:gdLst/>
                    <a:ahLst/>
                    <a:cxnLst>
                      <a:cxn ang="0">
                        <a:pos x="3" y="54"/>
                      </a:cxn>
                      <a:cxn ang="0">
                        <a:pos x="0" y="46"/>
                      </a:cxn>
                      <a:cxn ang="0">
                        <a:pos x="0" y="41"/>
                      </a:cxn>
                      <a:cxn ang="0">
                        <a:pos x="3" y="31"/>
                      </a:cxn>
                      <a:cxn ang="0">
                        <a:pos x="8" y="24"/>
                      </a:cxn>
                      <a:cxn ang="0">
                        <a:pos x="13" y="17"/>
                      </a:cxn>
                      <a:cxn ang="0">
                        <a:pos x="26" y="10"/>
                      </a:cxn>
                      <a:cxn ang="0">
                        <a:pos x="43" y="5"/>
                      </a:cxn>
                      <a:cxn ang="0">
                        <a:pos x="60" y="3"/>
                      </a:cxn>
                      <a:cxn ang="0">
                        <a:pos x="79" y="0"/>
                      </a:cxn>
                    </a:cxnLst>
                    <a:rect l="0" t="0" r="r" b="b"/>
                    <a:pathLst>
                      <a:path w="79" h="54">
                        <a:moveTo>
                          <a:pt x="3" y="54"/>
                        </a:moveTo>
                        <a:lnTo>
                          <a:pt x="0" y="46"/>
                        </a:lnTo>
                        <a:lnTo>
                          <a:pt x="0" y="41"/>
                        </a:lnTo>
                        <a:lnTo>
                          <a:pt x="3" y="31"/>
                        </a:lnTo>
                        <a:lnTo>
                          <a:pt x="8" y="24"/>
                        </a:lnTo>
                        <a:lnTo>
                          <a:pt x="13" y="17"/>
                        </a:lnTo>
                        <a:lnTo>
                          <a:pt x="26" y="10"/>
                        </a:lnTo>
                        <a:lnTo>
                          <a:pt x="43" y="5"/>
                        </a:lnTo>
                        <a:lnTo>
                          <a:pt x="60" y="3"/>
                        </a:lnTo>
                        <a:lnTo>
                          <a:pt x="79" y="0"/>
                        </a:lnTo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4387" name="Freeform 51"/>
                  <p:cNvSpPr>
                    <a:spLocks/>
                  </p:cNvSpPr>
                  <p:nvPr/>
                </p:nvSpPr>
                <p:spPr bwMode="auto">
                  <a:xfrm>
                    <a:off x="1244" y="2923"/>
                    <a:ext cx="26" cy="38"/>
                  </a:xfrm>
                  <a:custGeom>
                    <a:avLst/>
                    <a:gdLst/>
                    <a:ahLst/>
                    <a:cxnLst>
                      <a:cxn ang="0">
                        <a:pos x="0" y="38"/>
                      </a:cxn>
                      <a:cxn ang="0">
                        <a:pos x="0" y="31"/>
                      </a:cxn>
                      <a:cxn ang="0">
                        <a:pos x="3" y="19"/>
                      </a:cxn>
                      <a:cxn ang="0">
                        <a:pos x="13" y="10"/>
                      </a:cxn>
                      <a:cxn ang="0">
                        <a:pos x="26" y="0"/>
                      </a:cxn>
                    </a:cxnLst>
                    <a:rect l="0" t="0" r="r" b="b"/>
                    <a:pathLst>
                      <a:path w="26" h="38">
                        <a:moveTo>
                          <a:pt x="0" y="38"/>
                        </a:moveTo>
                        <a:lnTo>
                          <a:pt x="0" y="31"/>
                        </a:lnTo>
                        <a:lnTo>
                          <a:pt x="3" y="19"/>
                        </a:lnTo>
                        <a:lnTo>
                          <a:pt x="13" y="10"/>
                        </a:lnTo>
                        <a:lnTo>
                          <a:pt x="26" y="0"/>
                        </a:lnTo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4388" name="Freeform 52"/>
                  <p:cNvSpPr>
                    <a:spLocks/>
                  </p:cNvSpPr>
                  <p:nvPr/>
                </p:nvSpPr>
                <p:spPr bwMode="auto">
                  <a:xfrm>
                    <a:off x="1403" y="2914"/>
                    <a:ext cx="51" cy="4"/>
                  </a:xfrm>
                  <a:custGeom>
                    <a:avLst/>
                    <a:gdLst/>
                    <a:ahLst/>
                    <a:cxnLst>
                      <a:cxn ang="0">
                        <a:pos x="51" y="4"/>
                      </a:cxn>
                      <a:cxn ang="0">
                        <a:pos x="33" y="1"/>
                      </a:cxn>
                      <a:cxn ang="0">
                        <a:pos x="14" y="1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51" h="4">
                        <a:moveTo>
                          <a:pt x="51" y="4"/>
                        </a:moveTo>
                        <a:lnTo>
                          <a:pt x="33" y="1"/>
                        </a:lnTo>
                        <a:lnTo>
                          <a:pt x="14" y="1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4389" name="Freeform 53"/>
                  <p:cNvSpPr>
                    <a:spLocks/>
                  </p:cNvSpPr>
                  <p:nvPr/>
                </p:nvSpPr>
                <p:spPr bwMode="auto">
                  <a:xfrm>
                    <a:off x="1403" y="2870"/>
                    <a:ext cx="63" cy="17"/>
                  </a:xfrm>
                  <a:custGeom>
                    <a:avLst/>
                    <a:gdLst/>
                    <a:ahLst/>
                    <a:cxnLst>
                      <a:cxn ang="0">
                        <a:pos x="63" y="17"/>
                      </a:cxn>
                      <a:cxn ang="0">
                        <a:pos x="54" y="12"/>
                      </a:cxn>
                      <a:cxn ang="0">
                        <a:pos x="40" y="5"/>
                      </a:cxn>
                      <a:cxn ang="0">
                        <a:pos x="30" y="2"/>
                      </a:cxn>
                      <a:cxn ang="0">
                        <a:pos x="15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63" h="17">
                        <a:moveTo>
                          <a:pt x="63" y="17"/>
                        </a:moveTo>
                        <a:lnTo>
                          <a:pt x="54" y="12"/>
                        </a:lnTo>
                        <a:lnTo>
                          <a:pt x="40" y="5"/>
                        </a:lnTo>
                        <a:lnTo>
                          <a:pt x="30" y="2"/>
                        </a:lnTo>
                        <a:lnTo>
                          <a:pt x="15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</p:grpSp>
        </p:grpSp>
        <p:grpSp>
          <p:nvGrpSpPr>
            <p:cNvPr id="14390" name="Group 54"/>
            <p:cNvGrpSpPr>
              <a:grpSpLocks/>
            </p:cNvGrpSpPr>
            <p:nvPr/>
          </p:nvGrpSpPr>
          <p:grpSpPr bwMode="auto">
            <a:xfrm>
              <a:off x="1256" y="2676"/>
              <a:ext cx="979" cy="512"/>
              <a:chOff x="1256" y="2676"/>
              <a:chExt cx="979" cy="512"/>
            </a:xfrm>
          </p:grpSpPr>
          <p:grpSp>
            <p:nvGrpSpPr>
              <p:cNvPr id="14391" name="Group 55"/>
              <p:cNvGrpSpPr>
                <a:grpSpLocks/>
              </p:cNvGrpSpPr>
              <p:nvPr/>
            </p:nvGrpSpPr>
            <p:grpSpPr bwMode="auto">
              <a:xfrm>
                <a:off x="2012" y="2676"/>
                <a:ext cx="223" cy="141"/>
                <a:chOff x="2012" y="2676"/>
                <a:chExt cx="223" cy="141"/>
              </a:xfrm>
            </p:grpSpPr>
            <p:grpSp>
              <p:nvGrpSpPr>
                <p:cNvPr id="14392" name="Group 56"/>
                <p:cNvGrpSpPr>
                  <a:grpSpLocks/>
                </p:cNvGrpSpPr>
                <p:nvPr/>
              </p:nvGrpSpPr>
              <p:grpSpPr bwMode="auto">
                <a:xfrm>
                  <a:off x="2012" y="2676"/>
                  <a:ext cx="223" cy="141"/>
                  <a:chOff x="2012" y="2676"/>
                  <a:chExt cx="223" cy="141"/>
                </a:xfrm>
              </p:grpSpPr>
              <p:sp>
                <p:nvSpPr>
                  <p:cNvPr id="14393" name="Freeform 57"/>
                  <p:cNvSpPr>
                    <a:spLocks/>
                  </p:cNvSpPr>
                  <p:nvPr/>
                </p:nvSpPr>
                <p:spPr bwMode="auto">
                  <a:xfrm>
                    <a:off x="2012" y="2676"/>
                    <a:ext cx="223" cy="141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55" y="11"/>
                      </a:cxn>
                      <a:cxn ang="0">
                        <a:pos x="79" y="15"/>
                      </a:cxn>
                      <a:cxn ang="0">
                        <a:pos x="115" y="18"/>
                      </a:cxn>
                      <a:cxn ang="0">
                        <a:pos x="150" y="15"/>
                      </a:cxn>
                      <a:cxn ang="0">
                        <a:pos x="185" y="15"/>
                      </a:cxn>
                      <a:cxn ang="0">
                        <a:pos x="223" y="11"/>
                      </a:cxn>
                      <a:cxn ang="0">
                        <a:pos x="223" y="75"/>
                      </a:cxn>
                      <a:cxn ang="0">
                        <a:pos x="223" y="134"/>
                      </a:cxn>
                      <a:cxn ang="0">
                        <a:pos x="170" y="139"/>
                      </a:cxn>
                      <a:cxn ang="0">
                        <a:pos x="132" y="141"/>
                      </a:cxn>
                      <a:cxn ang="0">
                        <a:pos x="86" y="139"/>
                      </a:cxn>
                      <a:cxn ang="0">
                        <a:pos x="42" y="132"/>
                      </a:cxn>
                      <a:cxn ang="0">
                        <a:pos x="11" y="123"/>
                      </a:cxn>
                      <a:cxn ang="0">
                        <a:pos x="0" y="119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223" h="141">
                        <a:moveTo>
                          <a:pt x="0" y="0"/>
                        </a:moveTo>
                        <a:lnTo>
                          <a:pt x="55" y="11"/>
                        </a:lnTo>
                        <a:lnTo>
                          <a:pt x="79" y="15"/>
                        </a:lnTo>
                        <a:lnTo>
                          <a:pt x="115" y="18"/>
                        </a:lnTo>
                        <a:lnTo>
                          <a:pt x="150" y="15"/>
                        </a:lnTo>
                        <a:lnTo>
                          <a:pt x="185" y="15"/>
                        </a:lnTo>
                        <a:lnTo>
                          <a:pt x="223" y="11"/>
                        </a:lnTo>
                        <a:lnTo>
                          <a:pt x="223" y="75"/>
                        </a:lnTo>
                        <a:lnTo>
                          <a:pt x="223" y="134"/>
                        </a:lnTo>
                        <a:lnTo>
                          <a:pt x="170" y="139"/>
                        </a:lnTo>
                        <a:lnTo>
                          <a:pt x="132" y="141"/>
                        </a:lnTo>
                        <a:lnTo>
                          <a:pt x="86" y="139"/>
                        </a:lnTo>
                        <a:lnTo>
                          <a:pt x="42" y="132"/>
                        </a:lnTo>
                        <a:lnTo>
                          <a:pt x="11" y="123"/>
                        </a:lnTo>
                        <a:lnTo>
                          <a:pt x="0" y="119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4394" name="Freeform 58"/>
                  <p:cNvSpPr>
                    <a:spLocks/>
                  </p:cNvSpPr>
                  <p:nvPr/>
                </p:nvSpPr>
                <p:spPr bwMode="auto">
                  <a:xfrm>
                    <a:off x="2035" y="2700"/>
                    <a:ext cx="173" cy="97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26" y="4"/>
                      </a:cxn>
                      <a:cxn ang="0">
                        <a:pos x="48" y="8"/>
                      </a:cxn>
                      <a:cxn ang="0">
                        <a:pos x="64" y="10"/>
                      </a:cxn>
                      <a:cxn ang="0">
                        <a:pos x="88" y="12"/>
                      </a:cxn>
                      <a:cxn ang="0">
                        <a:pos x="113" y="12"/>
                      </a:cxn>
                      <a:cxn ang="0">
                        <a:pos x="137" y="10"/>
                      </a:cxn>
                      <a:cxn ang="0">
                        <a:pos x="173" y="7"/>
                      </a:cxn>
                      <a:cxn ang="0">
                        <a:pos x="173" y="92"/>
                      </a:cxn>
                      <a:cxn ang="0">
                        <a:pos x="155" y="94"/>
                      </a:cxn>
                      <a:cxn ang="0">
                        <a:pos x="126" y="97"/>
                      </a:cxn>
                      <a:cxn ang="0">
                        <a:pos x="100" y="97"/>
                      </a:cxn>
                      <a:cxn ang="0">
                        <a:pos x="69" y="95"/>
                      </a:cxn>
                      <a:cxn ang="0">
                        <a:pos x="38" y="91"/>
                      </a:cxn>
                      <a:cxn ang="0">
                        <a:pos x="18" y="86"/>
                      </a:cxn>
                      <a:cxn ang="0">
                        <a:pos x="0" y="82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173" h="97">
                        <a:moveTo>
                          <a:pt x="0" y="0"/>
                        </a:moveTo>
                        <a:lnTo>
                          <a:pt x="26" y="4"/>
                        </a:lnTo>
                        <a:lnTo>
                          <a:pt x="48" y="8"/>
                        </a:lnTo>
                        <a:lnTo>
                          <a:pt x="64" y="10"/>
                        </a:lnTo>
                        <a:lnTo>
                          <a:pt x="88" y="12"/>
                        </a:lnTo>
                        <a:lnTo>
                          <a:pt x="113" y="12"/>
                        </a:lnTo>
                        <a:lnTo>
                          <a:pt x="137" y="10"/>
                        </a:lnTo>
                        <a:lnTo>
                          <a:pt x="173" y="7"/>
                        </a:lnTo>
                        <a:lnTo>
                          <a:pt x="173" y="92"/>
                        </a:lnTo>
                        <a:lnTo>
                          <a:pt x="155" y="94"/>
                        </a:lnTo>
                        <a:lnTo>
                          <a:pt x="126" y="97"/>
                        </a:lnTo>
                        <a:lnTo>
                          <a:pt x="100" y="97"/>
                        </a:lnTo>
                        <a:lnTo>
                          <a:pt x="69" y="95"/>
                        </a:lnTo>
                        <a:lnTo>
                          <a:pt x="38" y="91"/>
                        </a:lnTo>
                        <a:lnTo>
                          <a:pt x="18" y="86"/>
                        </a:lnTo>
                        <a:lnTo>
                          <a:pt x="0" y="8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sp>
              <p:nvSpPr>
                <p:cNvPr id="14395" name="Freeform 59"/>
                <p:cNvSpPr>
                  <a:spLocks/>
                </p:cNvSpPr>
                <p:nvPr/>
              </p:nvSpPr>
              <p:spPr bwMode="auto">
                <a:xfrm>
                  <a:off x="2023" y="2740"/>
                  <a:ext cx="158" cy="73"/>
                </a:xfrm>
                <a:custGeom>
                  <a:avLst/>
                  <a:gdLst/>
                  <a:ahLst/>
                  <a:cxnLst>
                    <a:cxn ang="0">
                      <a:pos x="44" y="0"/>
                    </a:cxn>
                    <a:cxn ang="0">
                      <a:pos x="25" y="15"/>
                    </a:cxn>
                    <a:cxn ang="0">
                      <a:pos x="9" y="29"/>
                    </a:cxn>
                    <a:cxn ang="0">
                      <a:pos x="2" y="44"/>
                    </a:cxn>
                    <a:cxn ang="0">
                      <a:pos x="0" y="57"/>
                    </a:cxn>
                    <a:cxn ang="0">
                      <a:pos x="9" y="66"/>
                    </a:cxn>
                    <a:cxn ang="0">
                      <a:pos x="30" y="73"/>
                    </a:cxn>
                    <a:cxn ang="0">
                      <a:pos x="53" y="73"/>
                    </a:cxn>
                    <a:cxn ang="0">
                      <a:pos x="80" y="73"/>
                    </a:cxn>
                    <a:cxn ang="0">
                      <a:pos x="101" y="66"/>
                    </a:cxn>
                    <a:cxn ang="0">
                      <a:pos x="124" y="57"/>
                    </a:cxn>
                    <a:cxn ang="0">
                      <a:pos x="135" y="44"/>
                    </a:cxn>
                    <a:cxn ang="0">
                      <a:pos x="158" y="18"/>
                    </a:cxn>
                  </a:cxnLst>
                  <a:rect l="0" t="0" r="r" b="b"/>
                  <a:pathLst>
                    <a:path w="158" h="73">
                      <a:moveTo>
                        <a:pt x="44" y="0"/>
                      </a:moveTo>
                      <a:lnTo>
                        <a:pt x="25" y="15"/>
                      </a:lnTo>
                      <a:lnTo>
                        <a:pt x="9" y="29"/>
                      </a:lnTo>
                      <a:lnTo>
                        <a:pt x="2" y="44"/>
                      </a:lnTo>
                      <a:lnTo>
                        <a:pt x="0" y="57"/>
                      </a:lnTo>
                      <a:lnTo>
                        <a:pt x="9" y="66"/>
                      </a:lnTo>
                      <a:lnTo>
                        <a:pt x="30" y="73"/>
                      </a:lnTo>
                      <a:lnTo>
                        <a:pt x="53" y="73"/>
                      </a:lnTo>
                      <a:lnTo>
                        <a:pt x="80" y="73"/>
                      </a:lnTo>
                      <a:lnTo>
                        <a:pt x="101" y="66"/>
                      </a:lnTo>
                      <a:lnTo>
                        <a:pt x="124" y="57"/>
                      </a:lnTo>
                      <a:lnTo>
                        <a:pt x="135" y="44"/>
                      </a:lnTo>
                      <a:lnTo>
                        <a:pt x="158" y="18"/>
                      </a:lnTo>
                    </a:path>
                  </a:pathLst>
                </a:custGeom>
                <a:noFill/>
                <a:ln w="762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sp>
            <p:nvSpPr>
              <p:cNvPr id="14396" name="Freeform 60"/>
              <p:cNvSpPr>
                <a:spLocks/>
              </p:cNvSpPr>
              <p:nvPr/>
            </p:nvSpPr>
            <p:spPr bwMode="auto">
              <a:xfrm>
                <a:off x="1256" y="3059"/>
                <a:ext cx="258" cy="129"/>
              </a:xfrm>
              <a:custGeom>
                <a:avLst/>
                <a:gdLst/>
                <a:ahLst/>
                <a:cxnLst>
                  <a:cxn ang="0">
                    <a:pos x="219" y="0"/>
                  </a:cxn>
                  <a:cxn ang="0">
                    <a:pos x="246" y="6"/>
                  </a:cxn>
                  <a:cxn ang="0">
                    <a:pos x="258" y="32"/>
                  </a:cxn>
                  <a:cxn ang="0">
                    <a:pos x="255" y="53"/>
                  </a:cxn>
                  <a:cxn ang="0">
                    <a:pos x="237" y="76"/>
                  </a:cxn>
                  <a:cxn ang="0">
                    <a:pos x="196" y="103"/>
                  </a:cxn>
                  <a:cxn ang="0">
                    <a:pos x="140" y="118"/>
                  </a:cxn>
                  <a:cxn ang="0">
                    <a:pos x="78" y="126"/>
                  </a:cxn>
                  <a:cxn ang="0">
                    <a:pos x="41" y="129"/>
                  </a:cxn>
                  <a:cxn ang="0">
                    <a:pos x="20" y="123"/>
                  </a:cxn>
                  <a:cxn ang="0">
                    <a:pos x="3" y="115"/>
                  </a:cxn>
                  <a:cxn ang="0">
                    <a:pos x="0" y="97"/>
                  </a:cxn>
                  <a:cxn ang="0">
                    <a:pos x="0" y="79"/>
                  </a:cxn>
                  <a:cxn ang="0">
                    <a:pos x="12" y="68"/>
                  </a:cxn>
                </a:cxnLst>
                <a:rect l="0" t="0" r="r" b="b"/>
                <a:pathLst>
                  <a:path w="258" h="129">
                    <a:moveTo>
                      <a:pt x="219" y="0"/>
                    </a:moveTo>
                    <a:lnTo>
                      <a:pt x="246" y="6"/>
                    </a:lnTo>
                    <a:lnTo>
                      <a:pt x="258" y="32"/>
                    </a:lnTo>
                    <a:lnTo>
                      <a:pt x="255" y="53"/>
                    </a:lnTo>
                    <a:lnTo>
                      <a:pt x="237" y="76"/>
                    </a:lnTo>
                    <a:lnTo>
                      <a:pt x="196" y="103"/>
                    </a:lnTo>
                    <a:lnTo>
                      <a:pt x="140" y="118"/>
                    </a:lnTo>
                    <a:lnTo>
                      <a:pt x="78" y="126"/>
                    </a:lnTo>
                    <a:lnTo>
                      <a:pt x="41" y="129"/>
                    </a:lnTo>
                    <a:lnTo>
                      <a:pt x="20" y="123"/>
                    </a:lnTo>
                    <a:lnTo>
                      <a:pt x="3" y="115"/>
                    </a:lnTo>
                    <a:lnTo>
                      <a:pt x="0" y="97"/>
                    </a:lnTo>
                    <a:lnTo>
                      <a:pt x="0" y="79"/>
                    </a:lnTo>
                    <a:lnTo>
                      <a:pt x="12" y="68"/>
                    </a:lnTo>
                  </a:path>
                </a:pathLst>
              </a:custGeom>
              <a:noFill/>
              <a:ln w="762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4397" name="Freeform 61"/>
              <p:cNvSpPr>
                <a:spLocks/>
              </p:cNvSpPr>
              <p:nvPr/>
            </p:nvSpPr>
            <p:spPr bwMode="auto">
              <a:xfrm>
                <a:off x="1492" y="3006"/>
                <a:ext cx="185" cy="127"/>
              </a:xfrm>
              <a:custGeom>
                <a:avLst/>
                <a:gdLst/>
                <a:ahLst/>
                <a:cxnLst>
                  <a:cxn ang="0">
                    <a:pos x="159" y="6"/>
                  </a:cxn>
                  <a:cxn ang="0">
                    <a:pos x="120" y="0"/>
                  </a:cxn>
                  <a:cxn ang="0">
                    <a:pos x="84" y="6"/>
                  </a:cxn>
                  <a:cxn ang="0">
                    <a:pos x="60" y="14"/>
                  </a:cxn>
                  <a:cxn ang="0">
                    <a:pos x="43" y="25"/>
                  </a:cxn>
                  <a:cxn ang="0">
                    <a:pos x="21" y="41"/>
                  </a:cxn>
                  <a:cxn ang="0">
                    <a:pos x="4" y="62"/>
                  </a:cxn>
                  <a:cxn ang="0">
                    <a:pos x="0" y="87"/>
                  </a:cxn>
                  <a:cxn ang="0">
                    <a:pos x="7" y="111"/>
                  </a:cxn>
                  <a:cxn ang="0">
                    <a:pos x="24" y="121"/>
                  </a:cxn>
                  <a:cxn ang="0">
                    <a:pos x="53" y="127"/>
                  </a:cxn>
                  <a:cxn ang="0">
                    <a:pos x="94" y="121"/>
                  </a:cxn>
                  <a:cxn ang="0">
                    <a:pos x="130" y="108"/>
                  </a:cxn>
                  <a:cxn ang="0">
                    <a:pos x="156" y="89"/>
                  </a:cxn>
                  <a:cxn ang="0">
                    <a:pos x="175" y="68"/>
                  </a:cxn>
                  <a:cxn ang="0">
                    <a:pos x="185" y="43"/>
                  </a:cxn>
                  <a:cxn ang="0">
                    <a:pos x="180" y="22"/>
                  </a:cxn>
                  <a:cxn ang="0">
                    <a:pos x="159" y="6"/>
                  </a:cxn>
                </a:cxnLst>
                <a:rect l="0" t="0" r="r" b="b"/>
                <a:pathLst>
                  <a:path w="185" h="127">
                    <a:moveTo>
                      <a:pt x="159" y="6"/>
                    </a:moveTo>
                    <a:lnTo>
                      <a:pt x="120" y="0"/>
                    </a:lnTo>
                    <a:lnTo>
                      <a:pt x="84" y="6"/>
                    </a:lnTo>
                    <a:lnTo>
                      <a:pt x="60" y="14"/>
                    </a:lnTo>
                    <a:lnTo>
                      <a:pt x="43" y="25"/>
                    </a:lnTo>
                    <a:lnTo>
                      <a:pt x="21" y="41"/>
                    </a:lnTo>
                    <a:lnTo>
                      <a:pt x="4" y="62"/>
                    </a:lnTo>
                    <a:lnTo>
                      <a:pt x="0" y="87"/>
                    </a:lnTo>
                    <a:lnTo>
                      <a:pt x="7" y="111"/>
                    </a:lnTo>
                    <a:lnTo>
                      <a:pt x="24" y="121"/>
                    </a:lnTo>
                    <a:lnTo>
                      <a:pt x="53" y="127"/>
                    </a:lnTo>
                    <a:lnTo>
                      <a:pt x="94" y="121"/>
                    </a:lnTo>
                    <a:lnTo>
                      <a:pt x="130" y="108"/>
                    </a:lnTo>
                    <a:lnTo>
                      <a:pt x="156" y="89"/>
                    </a:lnTo>
                    <a:lnTo>
                      <a:pt x="175" y="68"/>
                    </a:lnTo>
                    <a:lnTo>
                      <a:pt x="185" y="43"/>
                    </a:lnTo>
                    <a:lnTo>
                      <a:pt x="180" y="22"/>
                    </a:lnTo>
                    <a:lnTo>
                      <a:pt x="159" y="6"/>
                    </a:lnTo>
                  </a:path>
                </a:pathLst>
              </a:custGeom>
              <a:noFill/>
              <a:ln w="762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4398" name="Freeform 62"/>
              <p:cNvSpPr>
                <a:spLocks/>
              </p:cNvSpPr>
              <p:nvPr/>
            </p:nvSpPr>
            <p:spPr bwMode="auto">
              <a:xfrm>
                <a:off x="1643" y="2940"/>
                <a:ext cx="194" cy="123"/>
              </a:xfrm>
              <a:custGeom>
                <a:avLst/>
                <a:gdLst/>
                <a:ahLst/>
                <a:cxnLst>
                  <a:cxn ang="0">
                    <a:pos x="167" y="5"/>
                  </a:cxn>
                  <a:cxn ang="0">
                    <a:pos x="127" y="0"/>
                  </a:cxn>
                  <a:cxn ang="0">
                    <a:pos x="89" y="5"/>
                  </a:cxn>
                  <a:cxn ang="0">
                    <a:pos x="63" y="13"/>
                  </a:cxn>
                  <a:cxn ang="0">
                    <a:pos x="46" y="24"/>
                  </a:cxn>
                  <a:cxn ang="0">
                    <a:pos x="23" y="39"/>
                  </a:cxn>
                  <a:cxn ang="0">
                    <a:pos x="5" y="60"/>
                  </a:cxn>
                  <a:cxn ang="0">
                    <a:pos x="0" y="84"/>
                  </a:cxn>
                  <a:cxn ang="0">
                    <a:pos x="8" y="107"/>
                  </a:cxn>
                  <a:cxn ang="0">
                    <a:pos x="25" y="117"/>
                  </a:cxn>
                  <a:cxn ang="0">
                    <a:pos x="56" y="123"/>
                  </a:cxn>
                  <a:cxn ang="0">
                    <a:pos x="99" y="117"/>
                  </a:cxn>
                  <a:cxn ang="0">
                    <a:pos x="137" y="104"/>
                  </a:cxn>
                  <a:cxn ang="0">
                    <a:pos x="164" y="86"/>
                  </a:cxn>
                  <a:cxn ang="0">
                    <a:pos x="184" y="65"/>
                  </a:cxn>
                  <a:cxn ang="0">
                    <a:pos x="194" y="42"/>
                  </a:cxn>
                  <a:cxn ang="0">
                    <a:pos x="189" y="21"/>
                  </a:cxn>
                  <a:cxn ang="0">
                    <a:pos x="167" y="5"/>
                  </a:cxn>
                </a:cxnLst>
                <a:rect l="0" t="0" r="r" b="b"/>
                <a:pathLst>
                  <a:path w="194" h="123">
                    <a:moveTo>
                      <a:pt x="167" y="5"/>
                    </a:moveTo>
                    <a:lnTo>
                      <a:pt x="127" y="0"/>
                    </a:lnTo>
                    <a:lnTo>
                      <a:pt x="89" y="5"/>
                    </a:lnTo>
                    <a:lnTo>
                      <a:pt x="63" y="13"/>
                    </a:lnTo>
                    <a:lnTo>
                      <a:pt x="46" y="24"/>
                    </a:lnTo>
                    <a:lnTo>
                      <a:pt x="23" y="39"/>
                    </a:lnTo>
                    <a:lnTo>
                      <a:pt x="5" y="60"/>
                    </a:lnTo>
                    <a:lnTo>
                      <a:pt x="0" y="84"/>
                    </a:lnTo>
                    <a:lnTo>
                      <a:pt x="8" y="107"/>
                    </a:lnTo>
                    <a:lnTo>
                      <a:pt x="25" y="117"/>
                    </a:lnTo>
                    <a:lnTo>
                      <a:pt x="56" y="123"/>
                    </a:lnTo>
                    <a:lnTo>
                      <a:pt x="99" y="117"/>
                    </a:lnTo>
                    <a:lnTo>
                      <a:pt x="137" y="104"/>
                    </a:lnTo>
                    <a:lnTo>
                      <a:pt x="164" y="86"/>
                    </a:lnTo>
                    <a:lnTo>
                      <a:pt x="184" y="65"/>
                    </a:lnTo>
                    <a:lnTo>
                      <a:pt x="194" y="42"/>
                    </a:lnTo>
                    <a:lnTo>
                      <a:pt x="189" y="21"/>
                    </a:lnTo>
                    <a:lnTo>
                      <a:pt x="167" y="5"/>
                    </a:lnTo>
                  </a:path>
                </a:pathLst>
              </a:custGeom>
              <a:noFill/>
              <a:ln w="762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4399" name="Freeform 63"/>
              <p:cNvSpPr>
                <a:spLocks/>
              </p:cNvSpPr>
              <p:nvPr/>
            </p:nvSpPr>
            <p:spPr bwMode="auto">
              <a:xfrm>
                <a:off x="1796" y="2865"/>
                <a:ext cx="170" cy="121"/>
              </a:xfrm>
              <a:custGeom>
                <a:avLst/>
                <a:gdLst/>
                <a:ahLst/>
                <a:cxnLst>
                  <a:cxn ang="0">
                    <a:pos x="146" y="5"/>
                  </a:cxn>
                  <a:cxn ang="0">
                    <a:pos x="110" y="0"/>
                  </a:cxn>
                  <a:cxn ang="0">
                    <a:pos x="77" y="5"/>
                  </a:cxn>
                  <a:cxn ang="0">
                    <a:pos x="54" y="12"/>
                  </a:cxn>
                  <a:cxn ang="0">
                    <a:pos x="39" y="23"/>
                  </a:cxn>
                  <a:cxn ang="0">
                    <a:pos x="19" y="39"/>
                  </a:cxn>
                  <a:cxn ang="0">
                    <a:pos x="4" y="58"/>
                  </a:cxn>
                  <a:cxn ang="0">
                    <a:pos x="0" y="82"/>
                  </a:cxn>
                  <a:cxn ang="0">
                    <a:pos x="7" y="105"/>
                  </a:cxn>
                  <a:cxn ang="0">
                    <a:pos x="21" y="116"/>
                  </a:cxn>
                  <a:cxn ang="0">
                    <a:pos x="48" y="121"/>
                  </a:cxn>
                  <a:cxn ang="0">
                    <a:pos x="86" y="116"/>
                  </a:cxn>
                  <a:cxn ang="0">
                    <a:pos x="119" y="103"/>
                  </a:cxn>
                  <a:cxn ang="0">
                    <a:pos x="143" y="84"/>
                  </a:cxn>
                  <a:cxn ang="0">
                    <a:pos x="161" y="64"/>
                  </a:cxn>
                  <a:cxn ang="0">
                    <a:pos x="170" y="41"/>
                  </a:cxn>
                  <a:cxn ang="0">
                    <a:pos x="166" y="20"/>
                  </a:cxn>
                  <a:cxn ang="0">
                    <a:pos x="146" y="5"/>
                  </a:cxn>
                </a:cxnLst>
                <a:rect l="0" t="0" r="r" b="b"/>
                <a:pathLst>
                  <a:path w="170" h="121">
                    <a:moveTo>
                      <a:pt x="146" y="5"/>
                    </a:moveTo>
                    <a:lnTo>
                      <a:pt x="110" y="0"/>
                    </a:lnTo>
                    <a:lnTo>
                      <a:pt x="77" y="5"/>
                    </a:lnTo>
                    <a:lnTo>
                      <a:pt x="54" y="12"/>
                    </a:lnTo>
                    <a:lnTo>
                      <a:pt x="39" y="23"/>
                    </a:lnTo>
                    <a:lnTo>
                      <a:pt x="19" y="39"/>
                    </a:lnTo>
                    <a:lnTo>
                      <a:pt x="4" y="58"/>
                    </a:lnTo>
                    <a:lnTo>
                      <a:pt x="0" y="82"/>
                    </a:lnTo>
                    <a:lnTo>
                      <a:pt x="7" y="105"/>
                    </a:lnTo>
                    <a:lnTo>
                      <a:pt x="21" y="116"/>
                    </a:lnTo>
                    <a:lnTo>
                      <a:pt x="48" y="121"/>
                    </a:lnTo>
                    <a:lnTo>
                      <a:pt x="86" y="116"/>
                    </a:lnTo>
                    <a:lnTo>
                      <a:pt x="119" y="103"/>
                    </a:lnTo>
                    <a:lnTo>
                      <a:pt x="143" y="84"/>
                    </a:lnTo>
                    <a:lnTo>
                      <a:pt x="161" y="64"/>
                    </a:lnTo>
                    <a:lnTo>
                      <a:pt x="170" y="41"/>
                    </a:lnTo>
                    <a:lnTo>
                      <a:pt x="166" y="20"/>
                    </a:lnTo>
                    <a:lnTo>
                      <a:pt x="146" y="5"/>
                    </a:lnTo>
                  </a:path>
                </a:pathLst>
              </a:custGeom>
              <a:noFill/>
              <a:ln w="762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4400" name="Freeform 64"/>
              <p:cNvSpPr>
                <a:spLocks/>
              </p:cNvSpPr>
              <p:nvPr/>
            </p:nvSpPr>
            <p:spPr bwMode="auto">
              <a:xfrm>
                <a:off x="1931" y="2800"/>
                <a:ext cx="170" cy="121"/>
              </a:xfrm>
              <a:custGeom>
                <a:avLst/>
                <a:gdLst/>
                <a:ahLst/>
                <a:cxnLst>
                  <a:cxn ang="0">
                    <a:pos x="146" y="5"/>
                  </a:cxn>
                  <a:cxn ang="0">
                    <a:pos x="110" y="0"/>
                  </a:cxn>
                  <a:cxn ang="0">
                    <a:pos x="77" y="5"/>
                  </a:cxn>
                  <a:cxn ang="0">
                    <a:pos x="55" y="13"/>
                  </a:cxn>
                  <a:cxn ang="0">
                    <a:pos x="39" y="23"/>
                  </a:cxn>
                  <a:cxn ang="0">
                    <a:pos x="19" y="39"/>
                  </a:cxn>
                  <a:cxn ang="0">
                    <a:pos x="4" y="59"/>
                  </a:cxn>
                  <a:cxn ang="0">
                    <a:pos x="0" y="83"/>
                  </a:cxn>
                  <a:cxn ang="0">
                    <a:pos x="6" y="106"/>
                  </a:cxn>
                  <a:cxn ang="0">
                    <a:pos x="21" y="116"/>
                  </a:cxn>
                  <a:cxn ang="0">
                    <a:pos x="48" y="121"/>
                  </a:cxn>
                  <a:cxn ang="0">
                    <a:pos x="86" y="116"/>
                  </a:cxn>
                  <a:cxn ang="0">
                    <a:pos x="119" y="104"/>
                  </a:cxn>
                  <a:cxn ang="0">
                    <a:pos x="143" y="86"/>
                  </a:cxn>
                  <a:cxn ang="0">
                    <a:pos x="161" y="65"/>
                  </a:cxn>
                  <a:cxn ang="0">
                    <a:pos x="170" y="41"/>
                  </a:cxn>
                  <a:cxn ang="0">
                    <a:pos x="166" y="21"/>
                  </a:cxn>
                  <a:cxn ang="0">
                    <a:pos x="146" y="5"/>
                  </a:cxn>
                </a:cxnLst>
                <a:rect l="0" t="0" r="r" b="b"/>
                <a:pathLst>
                  <a:path w="170" h="121">
                    <a:moveTo>
                      <a:pt x="146" y="5"/>
                    </a:moveTo>
                    <a:lnTo>
                      <a:pt x="110" y="0"/>
                    </a:lnTo>
                    <a:lnTo>
                      <a:pt x="77" y="5"/>
                    </a:lnTo>
                    <a:lnTo>
                      <a:pt x="55" y="13"/>
                    </a:lnTo>
                    <a:lnTo>
                      <a:pt x="39" y="23"/>
                    </a:lnTo>
                    <a:lnTo>
                      <a:pt x="19" y="39"/>
                    </a:lnTo>
                    <a:lnTo>
                      <a:pt x="4" y="59"/>
                    </a:lnTo>
                    <a:lnTo>
                      <a:pt x="0" y="83"/>
                    </a:lnTo>
                    <a:lnTo>
                      <a:pt x="6" y="106"/>
                    </a:lnTo>
                    <a:lnTo>
                      <a:pt x="21" y="116"/>
                    </a:lnTo>
                    <a:lnTo>
                      <a:pt x="48" y="121"/>
                    </a:lnTo>
                    <a:lnTo>
                      <a:pt x="86" y="116"/>
                    </a:lnTo>
                    <a:lnTo>
                      <a:pt x="119" y="104"/>
                    </a:lnTo>
                    <a:lnTo>
                      <a:pt x="143" y="86"/>
                    </a:lnTo>
                    <a:lnTo>
                      <a:pt x="161" y="65"/>
                    </a:lnTo>
                    <a:lnTo>
                      <a:pt x="170" y="41"/>
                    </a:lnTo>
                    <a:lnTo>
                      <a:pt x="166" y="21"/>
                    </a:lnTo>
                    <a:lnTo>
                      <a:pt x="146" y="5"/>
                    </a:lnTo>
                  </a:path>
                </a:pathLst>
              </a:custGeom>
              <a:noFill/>
              <a:ln w="762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</p:grpSp>
        <p:sp>
          <p:nvSpPr>
            <p:cNvPr id="14401" name="Freeform 65"/>
            <p:cNvSpPr>
              <a:spLocks/>
            </p:cNvSpPr>
            <p:nvPr/>
          </p:nvSpPr>
          <p:spPr bwMode="auto">
            <a:xfrm>
              <a:off x="1240" y="3206"/>
              <a:ext cx="296" cy="170"/>
            </a:xfrm>
            <a:custGeom>
              <a:avLst/>
              <a:gdLst/>
              <a:ahLst/>
              <a:cxnLst>
                <a:cxn ang="0">
                  <a:pos x="86" y="157"/>
                </a:cxn>
                <a:cxn ang="0">
                  <a:pos x="0" y="76"/>
                </a:cxn>
                <a:cxn ang="0">
                  <a:pos x="86" y="126"/>
                </a:cxn>
                <a:cxn ang="0">
                  <a:pos x="37" y="38"/>
                </a:cxn>
                <a:cxn ang="0">
                  <a:pos x="130" y="145"/>
                </a:cxn>
                <a:cxn ang="0">
                  <a:pos x="117" y="57"/>
                </a:cxn>
                <a:cxn ang="0">
                  <a:pos x="167" y="145"/>
                </a:cxn>
                <a:cxn ang="0">
                  <a:pos x="167" y="38"/>
                </a:cxn>
                <a:cxn ang="0">
                  <a:pos x="197" y="113"/>
                </a:cxn>
                <a:cxn ang="0">
                  <a:pos x="204" y="6"/>
                </a:cxn>
                <a:cxn ang="0">
                  <a:pos x="234" y="88"/>
                </a:cxn>
                <a:cxn ang="0">
                  <a:pos x="241" y="50"/>
                </a:cxn>
                <a:cxn ang="0">
                  <a:pos x="296" y="0"/>
                </a:cxn>
                <a:cxn ang="0">
                  <a:pos x="265" y="76"/>
                </a:cxn>
                <a:cxn ang="0">
                  <a:pos x="271" y="170"/>
                </a:cxn>
                <a:cxn ang="0">
                  <a:pos x="86" y="157"/>
                </a:cxn>
              </a:cxnLst>
              <a:rect l="0" t="0" r="r" b="b"/>
              <a:pathLst>
                <a:path w="296" h="170">
                  <a:moveTo>
                    <a:pt x="86" y="157"/>
                  </a:moveTo>
                  <a:lnTo>
                    <a:pt x="0" y="76"/>
                  </a:lnTo>
                  <a:lnTo>
                    <a:pt x="86" y="126"/>
                  </a:lnTo>
                  <a:lnTo>
                    <a:pt x="37" y="38"/>
                  </a:lnTo>
                  <a:lnTo>
                    <a:pt x="130" y="145"/>
                  </a:lnTo>
                  <a:lnTo>
                    <a:pt x="117" y="57"/>
                  </a:lnTo>
                  <a:lnTo>
                    <a:pt x="167" y="145"/>
                  </a:lnTo>
                  <a:lnTo>
                    <a:pt x="167" y="38"/>
                  </a:lnTo>
                  <a:lnTo>
                    <a:pt x="197" y="113"/>
                  </a:lnTo>
                  <a:lnTo>
                    <a:pt x="204" y="6"/>
                  </a:lnTo>
                  <a:lnTo>
                    <a:pt x="234" y="88"/>
                  </a:lnTo>
                  <a:lnTo>
                    <a:pt x="241" y="50"/>
                  </a:lnTo>
                  <a:lnTo>
                    <a:pt x="296" y="0"/>
                  </a:lnTo>
                  <a:lnTo>
                    <a:pt x="265" y="76"/>
                  </a:lnTo>
                  <a:lnTo>
                    <a:pt x="271" y="170"/>
                  </a:lnTo>
                  <a:lnTo>
                    <a:pt x="86" y="157"/>
                  </a:lnTo>
                  <a:close/>
                </a:path>
              </a:pathLst>
            </a:custGeom>
            <a:solidFill>
              <a:srgbClr val="00AE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14510" name="Group 174"/>
          <p:cNvGrpSpPr>
            <a:grpSpLocks/>
          </p:cNvGrpSpPr>
          <p:nvPr/>
        </p:nvGrpSpPr>
        <p:grpSpPr bwMode="auto">
          <a:xfrm>
            <a:off x="1727200" y="2476500"/>
            <a:ext cx="5743575" cy="3581400"/>
            <a:chOff x="1072" y="1824"/>
            <a:chExt cx="3618" cy="2256"/>
          </a:xfrm>
        </p:grpSpPr>
        <p:sp>
          <p:nvSpPr>
            <p:cNvPr id="14511" name="Freeform 175"/>
            <p:cNvSpPr>
              <a:spLocks/>
            </p:cNvSpPr>
            <p:nvPr/>
          </p:nvSpPr>
          <p:spPr bwMode="auto">
            <a:xfrm>
              <a:off x="1072" y="3307"/>
              <a:ext cx="3618" cy="773"/>
            </a:xfrm>
            <a:custGeom>
              <a:avLst/>
              <a:gdLst/>
              <a:ahLst/>
              <a:cxnLst>
                <a:cxn ang="0">
                  <a:pos x="3465" y="27"/>
                </a:cxn>
                <a:cxn ang="0">
                  <a:pos x="3618" y="100"/>
                </a:cxn>
                <a:cxn ang="0">
                  <a:pos x="3402" y="155"/>
                </a:cxn>
                <a:cxn ang="0">
                  <a:pos x="3600" y="191"/>
                </a:cxn>
                <a:cxn ang="0">
                  <a:pos x="3429" y="236"/>
                </a:cxn>
                <a:cxn ang="0">
                  <a:pos x="3140" y="300"/>
                </a:cxn>
                <a:cxn ang="0">
                  <a:pos x="3203" y="346"/>
                </a:cxn>
                <a:cxn ang="0">
                  <a:pos x="3393" y="382"/>
                </a:cxn>
                <a:cxn ang="0">
                  <a:pos x="2797" y="446"/>
                </a:cxn>
                <a:cxn ang="0">
                  <a:pos x="2554" y="355"/>
                </a:cxn>
                <a:cxn ang="0">
                  <a:pos x="2256" y="373"/>
                </a:cxn>
                <a:cxn ang="0">
                  <a:pos x="2373" y="518"/>
                </a:cxn>
                <a:cxn ang="0">
                  <a:pos x="2220" y="582"/>
                </a:cxn>
                <a:cxn ang="0">
                  <a:pos x="2021" y="455"/>
                </a:cxn>
                <a:cxn ang="0">
                  <a:pos x="1606" y="418"/>
                </a:cxn>
                <a:cxn ang="0">
                  <a:pos x="830" y="446"/>
                </a:cxn>
                <a:cxn ang="0">
                  <a:pos x="713" y="540"/>
                </a:cxn>
                <a:cxn ang="0">
                  <a:pos x="538" y="588"/>
                </a:cxn>
                <a:cxn ang="0">
                  <a:pos x="529" y="649"/>
                </a:cxn>
                <a:cxn ang="0">
                  <a:pos x="586" y="728"/>
                </a:cxn>
                <a:cxn ang="0">
                  <a:pos x="361" y="773"/>
                </a:cxn>
                <a:cxn ang="0">
                  <a:pos x="93" y="700"/>
                </a:cxn>
                <a:cxn ang="0">
                  <a:pos x="24" y="609"/>
                </a:cxn>
                <a:cxn ang="0">
                  <a:pos x="126" y="546"/>
                </a:cxn>
                <a:cxn ang="0">
                  <a:pos x="496" y="482"/>
                </a:cxn>
                <a:cxn ang="0">
                  <a:pos x="433" y="418"/>
                </a:cxn>
                <a:cxn ang="0">
                  <a:pos x="0" y="355"/>
                </a:cxn>
                <a:cxn ang="0">
                  <a:pos x="568" y="282"/>
                </a:cxn>
                <a:cxn ang="0">
                  <a:pos x="505" y="218"/>
                </a:cxn>
                <a:cxn ang="0">
                  <a:pos x="189" y="136"/>
                </a:cxn>
                <a:cxn ang="0">
                  <a:pos x="343" y="73"/>
                </a:cxn>
                <a:cxn ang="0">
                  <a:pos x="514" y="36"/>
                </a:cxn>
                <a:cxn ang="0">
                  <a:pos x="920" y="27"/>
                </a:cxn>
              </a:cxnLst>
              <a:rect l="0" t="0" r="r" b="b"/>
              <a:pathLst>
                <a:path w="3618" h="773">
                  <a:moveTo>
                    <a:pt x="3131" y="0"/>
                  </a:moveTo>
                  <a:lnTo>
                    <a:pt x="3465" y="27"/>
                  </a:lnTo>
                  <a:lnTo>
                    <a:pt x="3393" y="64"/>
                  </a:lnTo>
                  <a:lnTo>
                    <a:pt x="3618" y="100"/>
                  </a:lnTo>
                  <a:lnTo>
                    <a:pt x="3474" y="136"/>
                  </a:lnTo>
                  <a:lnTo>
                    <a:pt x="3402" y="155"/>
                  </a:lnTo>
                  <a:lnTo>
                    <a:pt x="3393" y="173"/>
                  </a:lnTo>
                  <a:lnTo>
                    <a:pt x="3600" y="191"/>
                  </a:lnTo>
                  <a:lnTo>
                    <a:pt x="3483" y="227"/>
                  </a:lnTo>
                  <a:lnTo>
                    <a:pt x="3429" y="236"/>
                  </a:lnTo>
                  <a:lnTo>
                    <a:pt x="3212" y="255"/>
                  </a:lnTo>
                  <a:lnTo>
                    <a:pt x="3140" y="300"/>
                  </a:lnTo>
                  <a:lnTo>
                    <a:pt x="3149" y="327"/>
                  </a:lnTo>
                  <a:lnTo>
                    <a:pt x="3203" y="346"/>
                  </a:lnTo>
                  <a:lnTo>
                    <a:pt x="3311" y="346"/>
                  </a:lnTo>
                  <a:lnTo>
                    <a:pt x="3393" y="382"/>
                  </a:lnTo>
                  <a:lnTo>
                    <a:pt x="3176" y="418"/>
                  </a:lnTo>
                  <a:lnTo>
                    <a:pt x="2797" y="446"/>
                  </a:lnTo>
                  <a:lnTo>
                    <a:pt x="2572" y="400"/>
                  </a:lnTo>
                  <a:lnTo>
                    <a:pt x="2554" y="355"/>
                  </a:lnTo>
                  <a:lnTo>
                    <a:pt x="2418" y="336"/>
                  </a:lnTo>
                  <a:lnTo>
                    <a:pt x="2256" y="373"/>
                  </a:lnTo>
                  <a:lnTo>
                    <a:pt x="2256" y="455"/>
                  </a:lnTo>
                  <a:lnTo>
                    <a:pt x="2373" y="518"/>
                  </a:lnTo>
                  <a:lnTo>
                    <a:pt x="2202" y="591"/>
                  </a:lnTo>
                  <a:lnTo>
                    <a:pt x="2220" y="582"/>
                  </a:lnTo>
                  <a:lnTo>
                    <a:pt x="2076" y="546"/>
                  </a:lnTo>
                  <a:lnTo>
                    <a:pt x="2021" y="455"/>
                  </a:lnTo>
                  <a:lnTo>
                    <a:pt x="1859" y="409"/>
                  </a:lnTo>
                  <a:lnTo>
                    <a:pt x="1606" y="418"/>
                  </a:lnTo>
                  <a:lnTo>
                    <a:pt x="1272" y="437"/>
                  </a:lnTo>
                  <a:lnTo>
                    <a:pt x="830" y="446"/>
                  </a:lnTo>
                  <a:lnTo>
                    <a:pt x="746" y="485"/>
                  </a:lnTo>
                  <a:lnTo>
                    <a:pt x="713" y="540"/>
                  </a:lnTo>
                  <a:lnTo>
                    <a:pt x="661" y="573"/>
                  </a:lnTo>
                  <a:lnTo>
                    <a:pt x="538" y="588"/>
                  </a:lnTo>
                  <a:lnTo>
                    <a:pt x="517" y="612"/>
                  </a:lnTo>
                  <a:lnTo>
                    <a:pt x="529" y="649"/>
                  </a:lnTo>
                  <a:lnTo>
                    <a:pt x="580" y="685"/>
                  </a:lnTo>
                  <a:lnTo>
                    <a:pt x="586" y="728"/>
                  </a:lnTo>
                  <a:lnTo>
                    <a:pt x="523" y="773"/>
                  </a:lnTo>
                  <a:lnTo>
                    <a:pt x="361" y="773"/>
                  </a:lnTo>
                  <a:lnTo>
                    <a:pt x="183" y="737"/>
                  </a:lnTo>
                  <a:lnTo>
                    <a:pt x="93" y="700"/>
                  </a:lnTo>
                  <a:lnTo>
                    <a:pt x="27" y="649"/>
                  </a:lnTo>
                  <a:lnTo>
                    <a:pt x="24" y="609"/>
                  </a:lnTo>
                  <a:lnTo>
                    <a:pt x="45" y="573"/>
                  </a:lnTo>
                  <a:lnTo>
                    <a:pt x="126" y="546"/>
                  </a:lnTo>
                  <a:lnTo>
                    <a:pt x="271" y="537"/>
                  </a:lnTo>
                  <a:lnTo>
                    <a:pt x="496" y="482"/>
                  </a:lnTo>
                  <a:lnTo>
                    <a:pt x="442" y="473"/>
                  </a:lnTo>
                  <a:lnTo>
                    <a:pt x="433" y="418"/>
                  </a:lnTo>
                  <a:lnTo>
                    <a:pt x="253" y="382"/>
                  </a:lnTo>
                  <a:lnTo>
                    <a:pt x="0" y="355"/>
                  </a:lnTo>
                  <a:lnTo>
                    <a:pt x="18" y="309"/>
                  </a:lnTo>
                  <a:lnTo>
                    <a:pt x="568" y="282"/>
                  </a:lnTo>
                  <a:lnTo>
                    <a:pt x="613" y="255"/>
                  </a:lnTo>
                  <a:lnTo>
                    <a:pt x="505" y="218"/>
                  </a:lnTo>
                  <a:lnTo>
                    <a:pt x="307" y="191"/>
                  </a:lnTo>
                  <a:lnTo>
                    <a:pt x="189" y="136"/>
                  </a:lnTo>
                  <a:lnTo>
                    <a:pt x="189" y="100"/>
                  </a:lnTo>
                  <a:lnTo>
                    <a:pt x="343" y="73"/>
                  </a:lnTo>
                  <a:lnTo>
                    <a:pt x="541" y="73"/>
                  </a:lnTo>
                  <a:lnTo>
                    <a:pt x="514" y="36"/>
                  </a:lnTo>
                  <a:lnTo>
                    <a:pt x="550" y="27"/>
                  </a:lnTo>
                  <a:lnTo>
                    <a:pt x="920" y="27"/>
                  </a:lnTo>
                  <a:lnTo>
                    <a:pt x="3131" y="0"/>
                  </a:lnTo>
                  <a:close/>
                </a:path>
              </a:pathLst>
            </a:custGeom>
            <a:solidFill>
              <a:srgbClr val="00AE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grpSp>
          <p:nvGrpSpPr>
            <p:cNvPr id="14512" name="Group 176"/>
            <p:cNvGrpSpPr>
              <a:grpSpLocks/>
            </p:cNvGrpSpPr>
            <p:nvPr/>
          </p:nvGrpSpPr>
          <p:grpSpPr bwMode="auto">
            <a:xfrm rot="-18040516">
              <a:off x="2131" y="2903"/>
              <a:ext cx="1267" cy="615"/>
              <a:chOff x="1729" y="2286"/>
              <a:chExt cx="1267" cy="615"/>
            </a:xfrm>
          </p:grpSpPr>
          <p:sp>
            <p:nvSpPr>
              <p:cNvPr id="14513" name="Freeform 177"/>
              <p:cNvSpPr>
                <a:spLocks/>
              </p:cNvSpPr>
              <p:nvPr/>
            </p:nvSpPr>
            <p:spPr bwMode="auto">
              <a:xfrm>
                <a:off x="1730" y="2286"/>
                <a:ext cx="1266" cy="364"/>
              </a:xfrm>
              <a:custGeom>
                <a:avLst/>
                <a:gdLst/>
                <a:ahLst/>
                <a:cxnLst>
                  <a:cxn ang="0">
                    <a:pos x="1266" y="320"/>
                  </a:cxn>
                  <a:cxn ang="0">
                    <a:pos x="1266" y="280"/>
                  </a:cxn>
                  <a:cxn ang="0">
                    <a:pos x="1170" y="276"/>
                  </a:cxn>
                  <a:cxn ang="0">
                    <a:pos x="1094" y="131"/>
                  </a:cxn>
                  <a:cxn ang="0">
                    <a:pos x="1018" y="223"/>
                  </a:cxn>
                  <a:cxn ang="0">
                    <a:pos x="945" y="98"/>
                  </a:cxn>
                  <a:cxn ang="0">
                    <a:pos x="877" y="191"/>
                  </a:cxn>
                  <a:cxn ang="0">
                    <a:pos x="804" y="81"/>
                  </a:cxn>
                  <a:cxn ang="0">
                    <a:pos x="730" y="164"/>
                  </a:cxn>
                  <a:cxn ang="0">
                    <a:pos x="636" y="41"/>
                  </a:cxn>
                  <a:cxn ang="0">
                    <a:pos x="551" y="132"/>
                  </a:cxn>
                  <a:cxn ang="0">
                    <a:pos x="472" y="20"/>
                  </a:cxn>
                  <a:cxn ang="0">
                    <a:pos x="392" y="123"/>
                  </a:cxn>
                  <a:cxn ang="0">
                    <a:pos x="322" y="0"/>
                  </a:cxn>
                  <a:cxn ang="0">
                    <a:pos x="254" y="123"/>
                  </a:cxn>
                  <a:cxn ang="0">
                    <a:pos x="187" y="6"/>
                  </a:cxn>
                  <a:cxn ang="0">
                    <a:pos x="136" y="129"/>
                  </a:cxn>
                  <a:cxn ang="0">
                    <a:pos x="86" y="12"/>
                  </a:cxn>
                  <a:cxn ang="0">
                    <a:pos x="58" y="147"/>
                  </a:cxn>
                  <a:cxn ang="0">
                    <a:pos x="1" y="28"/>
                  </a:cxn>
                  <a:cxn ang="0">
                    <a:pos x="0" y="231"/>
                  </a:cxn>
                  <a:cxn ang="0">
                    <a:pos x="15" y="246"/>
                  </a:cxn>
                  <a:cxn ang="0">
                    <a:pos x="41" y="270"/>
                  </a:cxn>
                  <a:cxn ang="0">
                    <a:pos x="76" y="290"/>
                  </a:cxn>
                  <a:cxn ang="0">
                    <a:pos x="119" y="305"/>
                  </a:cxn>
                  <a:cxn ang="0">
                    <a:pos x="175" y="322"/>
                  </a:cxn>
                  <a:cxn ang="0">
                    <a:pos x="214" y="333"/>
                  </a:cxn>
                  <a:cxn ang="0">
                    <a:pos x="258" y="342"/>
                  </a:cxn>
                  <a:cxn ang="0">
                    <a:pos x="309" y="349"/>
                  </a:cxn>
                  <a:cxn ang="0">
                    <a:pos x="382" y="358"/>
                  </a:cxn>
                  <a:cxn ang="0">
                    <a:pos x="464" y="361"/>
                  </a:cxn>
                  <a:cxn ang="0">
                    <a:pos x="570" y="364"/>
                  </a:cxn>
                  <a:cxn ang="0">
                    <a:pos x="689" y="364"/>
                  </a:cxn>
                  <a:cxn ang="0">
                    <a:pos x="822" y="361"/>
                  </a:cxn>
                  <a:cxn ang="0">
                    <a:pos x="981" y="346"/>
                  </a:cxn>
                  <a:cxn ang="0">
                    <a:pos x="1115" y="331"/>
                  </a:cxn>
                  <a:cxn ang="0">
                    <a:pos x="1266" y="320"/>
                  </a:cxn>
                </a:cxnLst>
                <a:rect l="0" t="0" r="r" b="b"/>
                <a:pathLst>
                  <a:path w="1266" h="364">
                    <a:moveTo>
                      <a:pt x="1266" y="320"/>
                    </a:moveTo>
                    <a:lnTo>
                      <a:pt x="1266" y="280"/>
                    </a:lnTo>
                    <a:lnTo>
                      <a:pt x="1170" y="276"/>
                    </a:lnTo>
                    <a:lnTo>
                      <a:pt x="1094" y="131"/>
                    </a:lnTo>
                    <a:lnTo>
                      <a:pt x="1018" y="223"/>
                    </a:lnTo>
                    <a:lnTo>
                      <a:pt x="945" y="98"/>
                    </a:lnTo>
                    <a:lnTo>
                      <a:pt x="877" y="191"/>
                    </a:lnTo>
                    <a:lnTo>
                      <a:pt x="804" y="81"/>
                    </a:lnTo>
                    <a:lnTo>
                      <a:pt x="730" y="164"/>
                    </a:lnTo>
                    <a:lnTo>
                      <a:pt x="636" y="41"/>
                    </a:lnTo>
                    <a:lnTo>
                      <a:pt x="551" y="132"/>
                    </a:lnTo>
                    <a:lnTo>
                      <a:pt x="472" y="20"/>
                    </a:lnTo>
                    <a:lnTo>
                      <a:pt x="392" y="123"/>
                    </a:lnTo>
                    <a:lnTo>
                      <a:pt x="322" y="0"/>
                    </a:lnTo>
                    <a:lnTo>
                      <a:pt x="254" y="123"/>
                    </a:lnTo>
                    <a:lnTo>
                      <a:pt x="187" y="6"/>
                    </a:lnTo>
                    <a:lnTo>
                      <a:pt x="136" y="129"/>
                    </a:lnTo>
                    <a:lnTo>
                      <a:pt x="86" y="12"/>
                    </a:lnTo>
                    <a:lnTo>
                      <a:pt x="58" y="147"/>
                    </a:lnTo>
                    <a:lnTo>
                      <a:pt x="1" y="28"/>
                    </a:lnTo>
                    <a:lnTo>
                      <a:pt x="0" y="231"/>
                    </a:lnTo>
                    <a:lnTo>
                      <a:pt x="15" y="246"/>
                    </a:lnTo>
                    <a:lnTo>
                      <a:pt x="41" y="270"/>
                    </a:lnTo>
                    <a:lnTo>
                      <a:pt x="76" y="290"/>
                    </a:lnTo>
                    <a:lnTo>
                      <a:pt x="119" y="305"/>
                    </a:lnTo>
                    <a:lnTo>
                      <a:pt x="175" y="322"/>
                    </a:lnTo>
                    <a:lnTo>
                      <a:pt x="214" y="333"/>
                    </a:lnTo>
                    <a:lnTo>
                      <a:pt x="258" y="342"/>
                    </a:lnTo>
                    <a:lnTo>
                      <a:pt x="309" y="349"/>
                    </a:lnTo>
                    <a:lnTo>
                      <a:pt x="382" y="358"/>
                    </a:lnTo>
                    <a:lnTo>
                      <a:pt x="464" y="361"/>
                    </a:lnTo>
                    <a:lnTo>
                      <a:pt x="570" y="364"/>
                    </a:lnTo>
                    <a:lnTo>
                      <a:pt x="689" y="364"/>
                    </a:lnTo>
                    <a:lnTo>
                      <a:pt x="822" y="361"/>
                    </a:lnTo>
                    <a:lnTo>
                      <a:pt x="981" y="346"/>
                    </a:lnTo>
                    <a:lnTo>
                      <a:pt x="1115" y="331"/>
                    </a:lnTo>
                    <a:lnTo>
                      <a:pt x="1266" y="320"/>
                    </a:lnTo>
                    <a:close/>
                  </a:path>
                </a:pathLst>
              </a:custGeom>
              <a:solidFill>
                <a:srgbClr val="808080"/>
              </a:solidFill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4514" name="Freeform 178"/>
              <p:cNvSpPr>
                <a:spLocks/>
              </p:cNvSpPr>
              <p:nvPr/>
            </p:nvSpPr>
            <p:spPr bwMode="auto">
              <a:xfrm>
                <a:off x="1729" y="2516"/>
                <a:ext cx="1266" cy="385"/>
              </a:xfrm>
              <a:custGeom>
                <a:avLst/>
                <a:gdLst/>
                <a:ahLst/>
                <a:cxnLst>
                  <a:cxn ang="0">
                    <a:pos x="1266" y="89"/>
                  </a:cxn>
                  <a:cxn ang="0">
                    <a:pos x="1266" y="327"/>
                  </a:cxn>
                  <a:cxn ang="0">
                    <a:pos x="1187" y="336"/>
                  </a:cxn>
                  <a:cxn ang="0">
                    <a:pos x="1057" y="352"/>
                  </a:cxn>
                  <a:cxn ang="0">
                    <a:pos x="878" y="373"/>
                  </a:cxn>
                  <a:cxn ang="0">
                    <a:pos x="751" y="385"/>
                  </a:cxn>
                  <a:cxn ang="0">
                    <a:pos x="616" y="385"/>
                  </a:cxn>
                  <a:cxn ang="0">
                    <a:pos x="529" y="382"/>
                  </a:cxn>
                  <a:cxn ang="0">
                    <a:pos x="439" y="382"/>
                  </a:cxn>
                  <a:cxn ang="0">
                    <a:pos x="379" y="376"/>
                  </a:cxn>
                  <a:cxn ang="0">
                    <a:pos x="308" y="367"/>
                  </a:cxn>
                  <a:cxn ang="0">
                    <a:pos x="258" y="361"/>
                  </a:cxn>
                  <a:cxn ang="0">
                    <a:pos x="184" y="346"/>
                  </a:cxn>
                  <a:cxn ang="0">
                    <a:pos x="123" y="336"/>
                  </a:cxn>
                  <a:cxn ang="0">
                    <a:pos x="74" y="327"/>
                  </a:cxn>
                  <a:cxn ang="0">
                    <a:pos x="44" y="315"/>
                  </a:cxn>
                  <a:cxn ang="0">
                    <a:pos x="0" y="0"/>
                  </a:cxn>
                  <a:cxn ang="0">
                    <a:pos x="15" y="15"/>
                  </a:cxn>
                  <a:cxn ang="0">
                    <a:pos x="41" y="39"/>
                  </a:cxn>
                  <a:cxn ang="0">
                    <a:pos x="77" y="59"/>
                  </a:cxn>
                  <a:cxn ang="0">
                    <a:pos x="120" y="74"/>
                  </a:cxn>
                  <a:cxn ang="0">
                    <a:pos x="175" y="91"/>
                  </a:cxn>
                  <a:cxn ang="0">
                    <a:pos x="215" y="102"/>
                  </a:cxn>
                  <a:cxn ang="0">
                    <a:pos x="259" y="111"/>
                  </a:cxn>
                  <a:cxn ang="0">
                    <a:pos x="310" y="118"/>
                  </a:cxn>
                  <a:cxn ang="0">
                    <a:pos x="382" y="126"/>
                  </a:cxn>
                  <a:cxn ang="0">
                    <a:pos x="464" y="130"/>
                  </a:cxn>
                  <a:cxn ang="0">
                    <a:pos x="570" y="133"/>
                  </a:cxn>
                  <a:cxn ang="0">
                    <a:pos x="690" y="133"/>
                  </a:cxn>
                  <a:cxn ang="0">
                    <a:pos x="822" y="130"/>
                  </a:cxn>
                  <a:cxn ang="0">
                    <a:pos x="981" y="115"/>
                  </a:cxn>
                  <a:cxn ang="0">
                    <a:pos x="1115" y="100"/>
                  </a:cxn>
                  <a:cxn ang="0">
                    <a:pos x="1266" y="89"/>
                  </a:cxn>
                </a:cxnLst>
                <a:rect l="0" t="0" r="r" b="b"/>
                <a:pathLst>
                  <a:path w="1266" h="385">
                    <a:moveTo>
                      <a:pt x="1266" y="89"/>
                    </a:moveTo>
                    <a:lnTo>
                      <a:pt x="1266" y="327"/>
                    </a:lnTo>
                    <a:lnTo>
                      <a:pt x="1187" y="336"/>
                    </a:lnTo>
                    <a:lnTo>
                      <a:pt x="1057" y="352"/>
                    </a:lnTo>
                    <a:lnTo>
                      <a:pt x="878" y="373"/>
                    </a:lnTo>
                    <a:lnTo>
                      <a:pt x="751" y="385"/>
                    </a:lnTo>
                    <a:lnTo>
                      <a:pt x="616" y="385"/>
                    </a:lnTo>
                    <a:lnTo>
                      <a:pt x="529" y="382"/>
                    </a:lnTo>
                    <a:lnTo>
                      <a:pt x="439" y="382"/>
                    </a:lnTo>
                    <a:lnTo>
                      <a:pt x="379" y="376"/>
                    </a:lnTo>
                    <a:lnTo>
                      <a:pt x="308" y="367"/>
                    </a:lnTo>
                    <a:lnTo>
                      <a:pt x="258" y="361"/>
                    </a:lnTo>
                    <a:lnTo>
                      <a:pt x="184" y="346"/>
                    </a:lnTo>
                    <a:lnTo>
                      <a:pt x="123" y="336"/>
                    </a:lnTo>
                    <a:lnTo>
                      <a:pt x="74" y="327"/>
                    </a:lnTo>
                    <a:lnTo>
                      <a:pt x="44" y="315"/>
                    </a:lnTo>
                    <a:lnTo>
                      <a:pt x="0" y="0"/>
                    </a:lnTo>
                    <a:lnTo>
                      <a:pt x="15" y="15"/>
                    </a:lnTo>
                    <a:lnTo>
                      <a:pt x="41" y="39"/>
                    </a:lnTo>
                    <a:lnTo>
                      <a:pt x="77" y="59"/>
                    </a:lnTo>
                    <a:lnTo>
                      <a:pt x="120" y="74"/>
                    </a:lnTo>
                    <a:lnTo>
                      <a:pt x="175" y="91"/>
                    </a:lnTo>
                    <a:lnTo>
                      <a:pt x="215" y="102"/>
                    </a:lnTo>
                    <a:lnTo>
                      <a:pt x="259" y="111"/>
                    </a:lnTo>
                    <a:lnTo>
                      <a:pt x="310" y="118"/>
                    </a:lnTo>
                    <a:lnTo>
                      <a:pt x="382" y="126"/>
                    </a:lnTo>
                    <a:lnTo>
                      <a:pt x="464" y="130"/>
                    </a:lnTo>
                    <a:lnTo>
                      <a:pt x="570" y="133"/>
                    </a:lnTo>
                    <a:lnTo>
                      <a:pt x="690" y="133"/>
                    </a:lnTo>
                    <a:lnTo>
                      <a:pt x="822" y="130"/>
                    </a:lnTo>
                    <a:lnTo>
                      <a:pt x="981" y="115"/>
                    </a:lnTo>
                    <a:lnTo>
                      <a:pt x="1115" y="100"/>
                    </a:lnTo>
                    <a:lnTo>
                      <a:pt x="1266" y="89"/>
                    </a:lnTo>
                    <a:close/>
                  </a:path>
                </a:pathLst>
              </a:custGeom>
              <a:solidFill>
                <a:srgbClr val="A0A0A0"/>
              </a:solidFill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4515" name="Freeform 179"/>
              <p:cNvSpPr>
                <a:spLocks/>
              </p:cNvSpPr>
              <p:nvPr/>
            </p:nvSpPr>
            <p:spPr bwMode="auto">
              <a:xfrm>
                <a:off x="1730" y="2344"/>
                <a:ext cx="1266" cy="306"/>
              </a:xfrm>
              <a:custGeom>
                <a:avLst/>
                <a:gdLst/>
                <a:ahLst/>
                <a:cxnLst>
                  <a:cxn ang="0">
                    <a:pos x="1266" y="262"/>
                  </a:cxn>
                  <a:cxn ang="0">
                    <a:pos x="1226" y="257"/>
                  </a:cxn>
                  <a:cxn ang="0">
                    <a:pos x="1159" y="155"/>
                  </a:cxn>
                  <a:cxn ang="0">
                    <a:pos x="1084" y="261"/>
                  </a:cxn>
                  <a:cxn ang="0">
                    <a:pos x="1018" y="134"/>
                  </a:cxn>
                  <a:cxn ang="0">
                    <a:pos x="923" y="263"/>
                  </a:cxn>
                  <a:cxn ang="0">
                    <a:pos x="839" y="130"/>
                  </a:cxn>
                  <a:cxn ang="0">
                    <a:pos x="762" y="246"/>
                  </a:cxn>
                  <a:cxn ang="0">
                    <a:pos x="661" y="110"/>
                  </a:cxn>
                  <a:cxn ang="0">
                    <a:pos x="586" y="246"/>
                  </a:cxn>
                  <a:cxn ang="0">
                    <a:pos x="498" y="92"/>
                  </a:cxn>
                  <a:cxn ang="0">
                    <a:pos x="397" y="230"/>
                  </a:cxn>
                  <a:cxn ang="0">
                    <a:pos x="306" y="66"/>
                  </a:cxn>
                  <a:cxn ang="0">
                    <a:pos x="231" y="230"/>
                  </a:cxn>
                  <a:cxn ang="0">
                    <a:pos x="167" y="66"/>
                  </a:cxn>
                  <a:cxn ang="0">
                    <a:pos x="112" y="217"/>
                  </a:cxn>
                  <a:cxn ang="0">
                    <a:pos x="54" y="0"/>
                  </a:cxn>
                  <a:cxn ang="0">
                    <a:pos x="0" y="173"/>
                  </a:cxn>
                  <a:cxn ang="0">
                    <a:pos x="15" y="188"/>
                  </a:cxn>
                  <a:cxn ang="0">
                    <a:pos x="41" y="212"/>
                  </a:cxn>
                  <a:cxn ang="0">
                    <a:pos x="76" y="232"/>
                  </a:cxn>
                  <a:cxn ang="0">
                    <a:pos x="119" y="247"/>
                  </a:cxn>
                  <a:cxn ang="0">
                    <a:pos x="175" y="264"/>
                  </a:cxn>
                  <a:cxn ang="0">
                    <a:pos x="214" y="275"/>
                  </a:cxn>
                  <a:cxn ang="0">
                    <a:pos x="258" y="284"/>
                  </a:cxn>
                  <a:cxn ang="0">
                    <a:pos x="309" y="291"/>
                  </a:cxn>
                  <a:cxn ang="0">
                    <a:pos x="382" y="300"/>
                  </a:cxn>
                  <a:cxn ang="0">
                    <a:pos x="464" y="303"/>
                  </a:cxn>
                  <a:cxn ang="0">
                    <a:pos x="570" y="306"/>
                  </a:cxn>
                  <a:cxn ang="0">
                    <a:pos x="689" y="306"/>
                  </a:cxn>
                  <a:cxn ang="0">
                    <a:pos x="822" y="303"/>
                  </a:cxn>
                  <a:cxn ang="0">
                    <a:pos x="981" y="288"/>
                  </a:cxn>
                  <a:cxn ang="0">
                    <a:pos x="1115" y="273"/>
                  </a:cxn>
                  <a:cxn ang="0">
                    <a:pos x="1266" y="262"/>
                  </a:cxn>
                </a:cxnLst>
                <a:rect l="0" t="0" r="r" b="b"/>
                <a:pathLst>
                  <a:path w="1266" h="306">
                    <a:moveTo>
                      <a:pt x="1266" y="262"/>
                    </a:moveTo>
                    <a:lnTo>
                      <a:pt x="1226" y="257"/>
                    </a:lnTo>
                    <a:lnTo>
                      <a:pt x="1159" y="155"/>
                    </a:lnTo>
                    <a:lnTo>
                      <a:pt x="1084" y="261"/>
                    </a:lnTo>
                    <a:lnTo>
                      <a:pt x="1018" y="134"/>
                    </a:lnTo>
                    <a:lnTo>
                      <a:pt x="923" y="263"/>
                    </a:lnTo>
                    <a:lnTo>
                      <a:pt x="839" y="130"/>
                    </a:lnTo>
                    <a:lnTo>
                      <a:pt x="762" y="246"/>
                    </a:lnTo>
                    <a:lnTo>
                      <a:pt x="661" y="110"/>
                    </a:lnTo>
                    <a:lnTo>
                      <a:pt x="586" y="246"/>
                    </a:lnTo>
                    <a:lnTo>
                      <a:pt x="498" y="92"/>
                    </a:lnTo>
                    <a:lnTo>
                      <a:pt x="397" y="230"/>
                    </a:lnTo>
                    <a:lnTo>
                      <a:pt x="306" y="66"/>
                    </a:lnTo>
                    <a:lnTo>
                      <a:pt x="231" y="230"/>
                    </a:lnTo>
                    <a:lnTo>
                      <a:pt x="167" y="66"/>
                    </a:lnTo>
                    <a:lnTo>
                      <a:pt x="112" y="217"/>
                    </a:lnTo>
                    <a:lnTo>
                      <a:pt x="54" y="0"/>
                    </a:lnTo>
                    <a:lnTo>
                      <a:pt x="0" y="173"/>
                    </a:lnTo>
                    <a:lnTo>
                      <a:pt x="15" y="188"/>
                    </a:lnTo>
                    <a:lnTo>
                      <a:pt x="41" y="212"/>
                    </a:lnTo>
                    <a:lnTo>
                      <a:pt x="76" y="232"/>
                    </a:lnTo>
                    <a:lnTo>
                      <a:pt x="119" y="247"/>
                    </a:lnTo>
                    <a:lnTo>
                      <a:pt x="175" y="264"/>
                    </a:lnTo>
                    <a:lnTo>
                      <a:pt x="214" y="275"/>
                    </a:lnTo>
                    <a:lnTo>
                      <a:pt x="258" y="284"/>
                    </a:lnTo>
                    <a:lnTo>
                      <a:pt x="309" y="291"/>
                    </a:lnTo>
                    <a:lnTo>
                      <a:pt x="382" y="300"/>
                    </a:lnTo>
                    <a:lnTo>
                      <a:pt x="464" y="303"/>
                    </a:lnTo>
                    <a:lnTo>
                      <a:pt x="570" y="306"/>
                    </a:lnTo>
                    <a:lnTo>
                      <a:pt x="689" y="306"/>
                    </a:lnTo>
                    <a:lnTo>
                      <a:pt x="822" y="303"/>
                    </a:lnTo>
                    <a:lnTo>
                      <a:pt x="981" y="288"/>
                    </a:lnTo>
                    <a:lnTo>
                      <a:pt x="1115" y="273"/>
                    </a:lnTo>
                    <a:lnTo>
                      <a:pt x="1266" y="262"/>
                    </a:lnTo>
                    <a:close/>
                  </a:path>
                </a:pathLst>
              </a:custGeom>
              <a:solidFill>
                <a:srgbClr val="C0C0C0"/>
              </a:solidFill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14516" name="Group 180"/>
            <p:cNvGrpSpPr>
              <a:grpSpLocks/>
            </p:cNvGrpSpPr>
            <p:nvPr/>
          </p:nvGrpSpPr>
          <p:grpSpPr bwMode="auto">
            <a:xfrm>
              <a:off x="1141" y="3451"/>
              <a:ext cx="388" cy="509"/>
              <a:chOff x="1141" y="2834"/>
              <a:chExt cx="388" cy="509"/>
            </a:xfrm>
          </p:grpSpPr>
          <p:sp>
            <p:nvSpPr>
              <p:cNvPr id="14517" name="Freeform 181"/>
              <p:cNvSpPr>
                <a:spLocks/>
              </p:cNvSpPr>
              <p:nvPr/>
            </p:nvSpPr>
            <p:spPr bwMode="auto">
              <a:xfrm>
                <a:off x="1221" y="2855"/>
                <a:ext cx="272" cy="488"/>
              </a:xfrm>
              <a:custGeom>
                <a:avLst/>
                <a:gdLst/>
                <a:ahLst/>
                <a:cxnLst>
                  <a:cxn ang="0">
                    <a:pos x="6" y="114"/>
                  </a:cxn>
                  <a:cxn ang="0">
                    <a:pos x="31" y="165"/>
                  </a:cxn>
                  <a:cxn ang="0">
                    <a:pos x="53" y="226"/>
                  </a:cxn>
                  <a:cxn ang="0">
                    <a:pos x="77" y="295"/>
                  </a:cxn>
                  <a:cxn ang="0">
                    <a:pos x="109" y="386"/>
                  </a:cxn>
                  <a:cxn ang="0">
                    <a:pos x="138" y="488"/>
                  </a:cxn>
                  <a:cxn ang="0">
                    <a:pos x="173" y="486"/>
                  </a:cxn>
                  <a:cxn ang="0">
                    <a:pos x="195" y="468"/>
                  </a:cxn>
                  <a:cxn ang="0">
                    <a:pos x="231" y="479"/>
                  </a:cxn>
                  <a:cxn ang="0">
                    <a:pos x="253" y="464"/>
                  </a:cxn>
                  <a:cxn ang="0">
                    <a:pos x="272" y="464"/>
                  </a:cxn>
                  <a:cxn ang="0">
                    <a:pos x="255" y="397"/>
                  </a:cxn>
                  <a:cxn ang="0">
                    <a:pos x="239" y="310"/>
                  </a:cxn>
                  <a:cxn ang="0">
                    <a:pos x="231" y="244"/>
                  </a:cxn>
                  <a:cxn ang="0">
                    <a:pos x="226" y="169"/>
                  </a:cxn>
                  <a:cxn ang="0">
                    <a:pos x="224" y="96"/>
                  </a:cxn>
                  <a:cxn ang="0">
                    <a:pos x="222" y="50"/>
                  </a:cxn>
                  <a:cxn ang="0">
                    <a:pos x="213" y="10"/>
                  </a:cxn>
                  <a:cxn ang="0">
                    <a:pos x="173" y="0"/>
                  </a:cxn>
                  <a:cxn ang="0">
                    <a:pos x="105" y="10"/>
                  </a:cxn>
                  <a:cxn ang="0">
                    <a:pos x="42" y="30"/>
                  </a:cxn>
                  <a:cxn ang="0">
                    <a:pos x="28" y="43"/>
                  </a:cxn>
                  <a:cxn ang="0">
                    <a:pos x="11" y="59"/>
                  </a:cxn>
                  <a:cxn ang="0">
                    <a:pos x="0" y="81"/>
                  </a:cxn>
                  <a:cxn ang="0">
                    <a:pos x="6" y="114"/>
                  </a:cxn>
                </a:cxnLst>
                <a:rect l="0" t="0" r="r" b="b"/>
                <a:pathLst>
                  <a:path w="272" h="488">
                    <a:moveTo>
                      <a:pt x="6" y="114"/>
                    </a:moveTo>
                    <a:lnTo>
                      <a:pt x="31" y="165"/>
                    </a:lnTo>
                    <a:lnTo>
                      <a:pt x="53" y="226"/>
                    </a:lnTo>
                    <a:lnTo>
                      <a:pt x="77" y="295"/>
                    </a:lnTo>
                    <a:lnTo>
                      <a:pt x="109" y="386"/>
                    </a:lnTo>
                    <a:lnTo>
                      <a:pt x="138" y="488"/>
                    </a:lnTo>
                    <a:lnTo>
                      <a:pt x="173" y="486"/>
                    </a:lnTo>
                    <a:lnTo>
                      <a:pt x="195" y="468"/>
                    </a:lnTo>
                    <a:lnTo>
                      <a:pt x="231" y="479"/>
                    </a:lnTo>
                    <a:lnTo>
                      <a:pt x="253" y="464"/>
                    </a:lnTo>
                    <a:lnTo>
                      <a:pt x="272" y="464"/>
                    </a:lnTo>
                    <a:lnTo>
                      <a:pt x="255" y="397"/>
                    </a:lnTo>
                    <a:lnTo>
                      <a:pt x="239" y="310"/>
                    </a:lnTo>
                    <a:lnTo>
                      <a:pt x="231" y="244"/>
                    </a:lnTo>
                    <a:lnTo>
                      <a:pt x="226" y="169"/>
                    </a:lnTo>
                    <a:lnTo>
                      <a:pt x="224" y="96"/>
                    </a:lnTo>
                    <a:lnTo>
                      <a:pt x="222" y="50"/>
                    </a:lnTo>
                    <a:lnTo>
                      <a:pt x="213" y="10"/>
                    </a:lnTo>
                    <a:lnTo>
                      <a:pt x="173" y="0"/>
                    </a:lnTo>
                    <a:lnTo>
                      <a:pt x="105" y="10"/>
                    </a:lnTo>
                    <a:lnTo>
                      <a:pt x="42" y="30"/>
                    </a:lnTo>
                    <a:lnTo>
                      <a:pt x="28" y="43"/>
                    </a:lnTo>
                    <a:lnTo>
                      <a:pt x="11" y="59"/>
                    </a:lnTo>
                    <a:lnTo>
                      <a:pt x="0" y="81"/>
                    </a:lnTo>
                    <a:lnTo>
                      <a:pt x="6" y="114"/>
                    </a:lnTo>
                    <a:close/>
                  </a:path>
                </a:pathLst>
              </a:custGeom>
              <a:solidFill>
                <a:srgbClr val="C06000"/>
              </a:solidFill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grpSp>
            <p:nvGrpSpPr>
              <p:cNvPr id="14518" name="Group 182"/>
              <p:cNvGrpSpPr>
                <a:grpSpLocks/>
              </p:cNvGrpSpPr>
              <p:nvPr/>
            </p:nvGrpSpPr>
            <p:grpSpPr bwMode="auto">
              <a:xfrm>
                <a:off x="1289" y="2912"/>
                <a:ext cx="134" cy="297"/>
                <a:chOff x="1289" y="2912"/>
                <a:chExt cx="134" cy="297"/>
              </a:xfrm>
            </p:grpSpPr>
            <p:sp>
              <p:nvSpPr>
                <p:cNvPr id="14519" name="Freeform 183"/>
                <p:cNvSpPr>
                  <a:spLocks/>
                </p:cNvSpPr>
                <p:nvPr/>
              </p:nvSpPr>
              <p:spPr bwMode="auto">
                <a:xfrm>
                  <a:off x="1289" y="2912"/>
                  <a:ext cx="74" cy="236"/>
                </a:xfrm>
                <a:custGeom>
                  <a:avLst/>
                  <a:gdLst/>
                  <a:ahLst/>
                  <a:cxnLst>
                    <a:cxn ang="0">
                      <a:pos x="0" y="22"/>
                    </a:cxn>
                    <a:cxn ang="0">
                      <a:pos x="28" y="81"/>
                    </a:cxn>
                    <a:cxn ang="0">
                      <a:pos x="46" y="134"/>
                    </a:cxn>
                    <a:cxn ang="0">
                      <a:pos x="63" y="196"/>
                    </a:cxn>
                    <a:cxn ang="0">
                      <a:pos x="74" y="236"/>
                    </a:cxn>
                    <a:cxn ang="0">
                      <a:pos x="68" y="174"/>
                    </a:cxn>
                    <a:cxn ang="0">
                      <a:pos x="57" y="114"/>
                    </a:cxn>
                    <a:cxn ang="0">
                      <a:pos x="46" y="61"/>
                    </a:cxn>
                    <a:cxn ang="0">
                      <a:pos x="43" y="26"/>
                    </a:cxn>
                    <a:cxn ang="0">
                      <a:pos x="43" y="0"/>
                    </a:cxn>
                    <a:cxn ang="0">
                      <a:pos x="0" y="22"/>
                    </a:cxn>
                  </a:cxnLst>
                  <a:rect l="0" t="0" r="r" b="b"/>
                  <a:pathLst>
                    <a:path w="74" h="236">
                      <a:moveTo>
                        <a:pt x="0" y="22"/>
                      </a:moveTo>
                      <a:lnTo>
                        <a:pt x="28" y="81"/>
                      </a:lnTo>
                      <a:lnTo>
                        <a:pt x="46" y="134"/>
                      </a:lnTo>
                      <a:lnTo>
                        <a:pt x="63" y="196"/>
                      </a:lnTo>
                      <a:lnTo>
                        <a:pt x="74" y="236"/>
                      </a:lnTo>
                      <a:lnTo>
                        <a:pt x="68" y="174"/>
                      </a:lnTo>
                      <a:lnTo>
                        <a:pt x="57" y="114"/>
                      </a:lnTo>
                      <a:lnTo>
                        <a:pt x="46" y="61"/>
                      </a:lnTo>
                      <a:lnTo>
                        <a:pt x="43" y="26"/>
                      </a:lnTo>
                      <a:lnTo>
                        <a:pt x="43" y="0"/>
                      </a:lnTo>
                      <a:lnTo>
                        <a:pt x="0" y="22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14520" name="Freeform 184"/>
                <p:cNvSpPr>
                  <a:spLocks/>
                </p:cNvSpPr>
                <p:nvPr/>
              </p:nvSpPr>
              <p:spPr bwMode="auto">
                <a:xfrm>
                  <a:off x="1396" y="2923"/>
                  <a:ext cx="27" cy="286"/>
                </a:xfrm>
                <a:custGeom>
                  <a:avLst/>
                  <a:gdLst/>
                  <a:ahLst/>
                  <a:cxnLst>
                    <a:cxn ang="0">
                      <a:pos x="7" y="0"/>
                    </a:cxn>
                    <a:cxn ang="0">
                      <a:pos x="0" y="61"/>
                    </a:cxn>
                    <a:cxn ang="0">
                      <a:pos x="3" y="152"/>
                    </a:cxn>
                    <a:cxn ang="0">
                      <a:pos x="9" y="218"/>
                    </a:cxn>
                    <a:cxn ang="0">
                      <a:pos x="18" y="286"/>
                    </a:cxn>
                    <a:cxn ang="0">
                      <a:pos x="18" y="211"/>
                    </a:cxn>
                    <a:cxn ang="0">
                      <a:pos x="18" y="143"/>
                    </a:cxn>
                    <a:cxn ang="0">
                      <a:pos x="22" y="83"/>
                    </a:cxn>
                    <a:cxn ang="0">
                      <a:pos x="27" y="31"/>
                    </a:cxn>
                    <a:cxn ang="0">
                      <a:pos x="7" y="0"/>
                    </a:cxn>
                  </a:cxnLst>
                  <a:rect l="0" t="0" r="r" b="b"/>
                  <a:pathLst>
                    <a:path w="27" h="286">
                      <a:moveTo>
                        <a:pt x="7" y="0"/>
                      </a:moveTo>
                      <a:lnTo>
                        <a:pt x="0" y="61"/>
                      </a:lnTo>
                      <a:lnTo>
                        <a:pt x="3" y="152"/>
                      </a:lnTo>
                      <a:lnTo>
                        <a:pt x="9" y="218"/>
                      </a:lnTo>
                      <a:lnTo>
                        <a:pt x="18" y="286"/>
                      </a:lnTo>
                      <a:lnTo>
                        <a:pt x="18" y="211"/>
                      </a:lnTo>
                      <a:lnTo>
                        <a:pt x="18" y="143"/>
                      </a:lnTo>
                      <a:lnTo>
                        <a:pt x="22" y="83"/>
                      </a:lnTo>
                      <a:lnTo>
                        <a:pt x="27" y="31"/>
                      </a:lnTo>
                      <a:lnTo>
                        <a:pt x="7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4521" name="Group 185"/>
              <p:cNvGrpSpPr>
                <a:grpSpLocks/>
              </p:cNvGrpSpPr>
              <p:nvPr/>
            </p:nvGrpSpPr>
            <p:grpSpPr bwMode="auto">
              <a:xfrm>
                <a:off x="1247" y="2918"/>
                <a:ext cx="134" cy="418"/>
                <a:chOff x="1247" y="2918"/>
                <a:chExt cx="134" cy="418"/>
              </a:xfrm>
            </p:grpSpPr>
            <p:sp>
              <p:nvSpPr>
                <p:cNvPr id="14522" name="Freeform 186"/>
                <p:cNvSpPr>
                  <a:spLocks/>
                </p:cNvSpPr>
                <p:nvPr/>
              </p:nvSpPr>
              <p:spPr bwMode="auto">
                <a:xfrm>
                  <a:off x="1247" y="2954"/>
                  <a:ext cx="134" cy="38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27" y="48"/>
                    </a:cxn>
                    <a:cxn ang="0">
                      <a:pos x="51" y="101"/>
                    </a:cxn>
                    <a:cxn ang="0">
                      <a:pos x="79" y="174"/>
                    </a:cxn>
                    <a:cxn ang="0">
                      <a:pos x="105" y="264"/>
                    </a:cxn>
                    <a:cxn ang="0">
                      <a:pos x="127" y="347"/>
                    </a:cxn>
                    <a:cxn ang="0">
                      <a:pos x="134" y="382"/>
                    </a:cxn>
                  </a:cxnLst>
                  <a:rect l="0" t="0" r="r" b="b"/>
                  <a:pathLst>
                    <a:path w="134" h="382">
                      <a:moveTo>
                        <a:pt x="0" y="0"/>
                      </a:moveTo>
                      <a:lnTo>
                        <a:pt x="27" y="48"/>
                      </a:lnTo>
                      <a:lnTo>
                        <a:pt x="51" y="101"/>
                      </a:lnTo>
                      <a:lnTo>
                        <a:pt x="79" y="174"/>
                      </a:lnTo>
                      <a:lnTo>
                        <a:pt x="105" y="264"/>
                      </a:lnTo>
                      <a:lnTo>
                        <a:pt x="127" y="347"/>
                      </a:lnTo>
                      <a:lnTo>
                        <a:pt x="134" y="382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14523" name="Freeform 187"/>
                <p:cNvSpPr>
                  <a:spLocks/>
                </p:cNvSpPr>
                <p:nvPr/>
              </p:nvSpPr>
              <p:spPr bwMode="auto">
                <a:xfrm>
                  <a:off x="1370" y="2918"/>
                  <a:ext cx="6" cy="170"/>
                </a:xfrm>
                <a:custGeom>
                  <a:avLst/>
                  <a:gdLst/>
                  <a:ahLst/>
                  <a:cxnLst>
                    <a:cxn ang="0">
                      <a:pos x="6" y="0"/>
                    </a:cxn>
                    <a:cxn ang="0">
                      <a:pos x="0" y="55"/>
                    </a:cxn>
                    <a:cxn ang="0">
                      <a:pos x="0" y="113"/>
                    </a:cxn>
                    <a:cxn ang="0">
                      <a:pos x="6" y="170"/>
                    </a:cxn>
                  </a:cxnLst>
                  <a:rect l="0" t="0" r="r" b="b"/>
                  <a:pathLst>
                    <a:path w="6" h="170">
                      <a:moveTo>
                        <a:pt x="6" y="0"/>
                      </a:moveTo>
                      <a:lnTo>
                        <a:pt x="0" y="55"/>
                      </a:lnTo>
                      <a:lnTo>
                        <a:pt x="0" y="113"/>
                      </a:lnTo>
                      <a:lnTo>
                        <a:pt x="6" y="170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sp>
            <p:nvSpPr>
              <p:cNvPr id="14524" name="Freeform 188"/>
              <p:cNvSpPr>
                <a:spLocks/>
              </p:cNvSpPr>
              <p:nvPr/>
            </p:nvSpPr>
            <p:spPr bwMode="auto">
              <a:xfrm>
                <a:off x="1316" y="2911"/>
                <a:ext cx="45" cy="20"/>
              </a:xfrm>
              <a:custGeom>
                <a:avLst/>
                <a:gdLst/>
                <a:ahLst/>
                <a:cxnLst>
                  <a:cxn ang="0">
                    <a:pos x="45" y="20"/>
                  </a:cxn>
                  <a:cxn ang="0">
                    <a:pos x="28" y="12"/>
                  </a:cxn>
                  <a:cxn ang="0">
                    <a:pos x="15" y="5"/>
                  </a:cxn>
                  <a:cxn ang="0">
                    <a:pos x="6" y="3"/>
                  </a:cxn>
                  <a:cxn ang="0">
                    <a:pos x="0" y="0"/>
                  </a:cxn>
                </a:cxnLst>
                <a:rect l="0" t="0" r="r" b="b"/>
                <a:pathLst>
                  <a:path w="45" h="20">
                    <a:moveTo>
                      <a:pt x="45" y="20"/>
                    </a:moveTo>
                    <a:lnTo>
                      <a:pt x="28" y="12"/>
                    </a:lnTo>
                    <a:lnTo>
                      <a:pt x="15" y="5"/>
                    </a:lnTo>
                    <a:lnTo>
                      <a:pt x="6" y="3"/>
                    </a:lnTo>
                    <a:lnTo>
                      <a:pt x="0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grpSp>
            <p:nvGrpSpPr>
              <p:cNvPr id="14525" name="Group 189"/>
              <p:cNvGrpSpPr>
                <a:grpSpLocks/>
              </p:cNvGrpSpPr>
              <p:nvPr/>
            </p:nvGrpSpPr>
            <p:grpSpPr bwMode="auto">
              <a:xfrm>
                <a:off x="1141" y="2834"/>
                <a:ext cx="388" cy="183"/>
                <a:chOff x="1141" y="2834"/>
                <a:chExt cx="388" cy="183"/>
              </a:xfrm>
            </p:grpSpPr>
            <p:sp>
              <p:nvSpPr>
                <p:cNvPr id="14526" name="Freeform 190"/>
                <p:cNvSpPr>
                  <a:spLocks/>
                </p:cNvSpPr>
                <p:nvPr/>
              </p:nvSpPr>
              <p:spPr bwMode="auto">
                <a:xfrm>
                  <a:off x="1141" y="2834"/>
                  <a:ext cx="388" cy="183"/>
                </a:xfrm>
                <a:custGeom>
                  <a:avLst/>
                  <a:gdLst/>
                  <a:ahLst/>
                  <a:cxnLst>
                    <a:cxn ang="0">
                      <a:pos x="242" y="8"/>
                    </a:cxn>
                    <a:cxn ang="0">
                      <a:pos x="221" y="19"/>
                    </a:cxn>
                    <a:cxn ang="0">
                      <a:pos x="179" y="21"/>
                    </a:cxn>
                    <a:cxn ang="0">
                      <a:pos x="160" y="25"/>
                    </a:cxn>
                    <a:cxn ang="0">
                      <a:pos x="140" y="29"/>
                    </a:cxn>
                    <a:cxn ang="0">
                      <a:pos x="127" y="41"/>
                    </a:cxn>
                    <a:cxn ang="0">
                      <a:pos x="107" y="41"/>
                    </a:cxn>
                    <a:cxn ang="0">
                      <a:pos x="85" y="49"/>
                    </a:cxn>
                    <a:cxn ang="0">
                      <a:pos x="69" y="65"/>
                    </a:cxn>
                    <a:cxn ang="0">
                      <a:pos x="51" y="84"/>
                    </a:cxn>
                    <a:cxn ang="0">
                      <a:pos x="21" y="102"/>
                    </a:cxn>
                    <a:cxn ang="0">
                      <a:pos x="4" y="136"/>
                    </a:cxn>
                    <a:cxn ang="0">
                      <a:pos x="1" y="168"/>
                    </a:cxn>
                    <a:cxn ang="0">
                      <a:pos x="5" y="182"/>
                    </a:cxn>
                    <a:cxn ang="0">
                      <a:pos x="19" y="163"/>
                    </a:cxn>
                    <a:cxn ang="0">
                      <a:pos x="33" y="139"/>
                    </a:cxn>
                    <a:cxn ang="0">
                      <a:pos x="56" y="129"/>
                    </a:cxn>
                    <a:cxn ang="0">
                      <a:pos x="68" y="146"/>
                    </a:cxn>
                    <a:cxn ang="0">
                      <a:pos x="80" y="164"/>
                    </a:cxn>
                    <a:cxn ang="0">
                      <a:pos x="94" y="170"/>
                    </a:cxn>
                    <a:cxn ang="0">
                      <a:pos x="95" y="155"/>
                    </a:cxn>
                    <a:cxn ang="0">
                      <a:pos x="100" y="137"/>
                    </a:cxn>
                    <a:cxn ang="0">
                      <a:pos x="117" y="136"/>
                    </a:cxn>
                    <a:cxn ang="0">
                      <a:pos x="135" y="153"/>
                    </a:cxn>
                    <a:cxn ang="0">
                      <a:pos x="144" y="172"/>
                    </a:cxn>
                    <a:cxn ang="0">
                      <a:pos x="161" y="182"/>
                    </a:cxn>
                    <a:cxn ang="0">
                      <a:pos x="160" y="159"/>
                    </a:cxn>
                    <a:cxn ang="0">
                      <a:pos x="159" y="140"/>
                    </a:cxn>
                    <a:cxn ang="0">
                      <a:pos x="163" y="117"/>
                    </a:cxn>
                    <a:cxn ang="0">
                      <a:pos x="179" y="113"/>
                    </a:cxn>
                    <a:cxn ang="0">
                      <a:pos x="198" y="122"/>
                    </a:cxn>
                    <a:cxn ang="0">
                      <a:pos x="207" y="115"/>
                    </a:cxn>
                    <a:cxn ang="0">
                      <a:pos x="203" y="97"/>
                    </a:cxn>
                    <a:cxn ang="0">
                      <a:pos x="223" y="99"/>
                    </a:cxn>
                    <a:cxn ang="0">
                      <a:pos x="252" y="113"/>
                    </a:cxn>
                    <a:cxn ang="0">
                      <a:pos x="281" y="140"/>
                    </a:cxn>
                    <a:cxn ang="0">
                      <a:pos x="295" y="160"/>
                    </a:cxn>
                    <a:cxn ang="0">
                      <a:pos x="295" y="131"/>
                    </a:cxn>
                    <a:cxn ang="0">
                      <a:pos x="292" y="86"/>
                    </a:cxn>
                    <a:cxn ang="0">
                      <a:pos x="316" y="84"/>
                    </a:cxn>
                    <a:cxn ang="0">
                      <a:pos x="344" y="102"/>
                    </a:cxn>
                    <a:cxn ang="0">
                      <a:pos x="358" y="106"/>
                    </a:cxn>
                    <a:cxn ang="0">
                      <a:pos x="347" y="80"/>
                    </a:cxn>
                    <a:cxn ang="0">
                      <a:pos x="324" y="52"/>
                    </a:cxn>
                    <a:cxn ang="0">
                      <a:pos x="360" y="54"/>
                    </a:cxn>
                    <a:cxn ang="0">
                      <a:pos x="386" y="48"/>
                    </a:cxn>
                    <a:cxn ang="0">
                      <a:pos x="387" y="39"/>
                    </a:cxn>
                    <a:cxn ang="0">
                      <a:pos x="373" y="42"/>
                    </a:cxn>
                    <a:cxn ang="0">
                      <a:pos x="362" y="39"/>
                    </a:cxn>
                    <a:cxn ang="0">
                      <a:pos x="339" y="21"/>
                    </a:cxn>
                    <a:cxn ang="0">
                      <a:pos x="317" y="8"/>
                    </a:cxn>
                    <a:cxn ang="0">
                      <a:pos x="286" y="0"/>
                    </a:cxn>
                    <a:cxn ang="0">
                      <a:pos x="258" y="11"/>
                    </a:cxn>
                  </a:cxnLst>
                  <a:rect l="0" t="0" r="r" b="b"/>
                  <a:pathLst>
                    <a:path w="388" h="183">
                      <a:moveTo>
                        <a:pt x="258" y="11"/>
                      </a:moveTo>
                      <a:lnTo>
                        <a:pt x="242" y="8"/>
                      </a:lnTo>
                      <a:lnTo>
                        <a:pt x="231" y="10"/>
                      </a:lnTo>
                      <a:lnTo>
                        <a:pt x="221" y="19"/>
                      </a:lnTo>
                      <a:lnTo>
                        <a:pt x="200" y="19"/>
                      </a:lnTo>
                      <a:lnTo>
                        <a:pt x="179" y="21"/>
                      </a:lnTo>
                      <a:lnTo>
                        <a:pt x="170" y="26"/>
                      </a:lnTo>
                      <a:lnTo>
                        <a:pt x="160" y="25"/>
                      </a:lnTo>
                      <a:lnTo>
                        <a:pt x="149" y="25"/>
                      </a:lnTo>
                      <a:lnTo>
                        <a:pt x="140" y="29"/>
                      </a:lnTo>
                      <a:lnTo>
                        <a:pt x="132" y="38"/>
                      </a:lnTo>
                      <a:lnTo>
                        <a:pt x="127" y="41"/>
                      </a:lnTo>
                      <a:lnTo>
                        <a:pt x="117" y="41"/>
                      </a:lnTo>
                      <a:lnTo>
                        <a:pt x="107" y="41"/>
                      </a:lnTo>
                      <a:lnTo>
                        <a:pt x="93" y="43"/>
                      </a:lnTo>
                      <a:lnTo>
                        <a:pt x="85" y="49"/>
                      </a:lnTo>
                      <a:lnTo>
                        <a:pt x="82" y="60"/>
                      </a:lnTo>
                      <a:lnTo>
                        <a:pt x="69" y="65"/>
                      </a:lnTo>
                      <a:lnTo>
                        <a:pt x="59" y="74"/>
                      </a:lnTo>
                      <a:lnTo>
                        <a:pt x="51" y="84"/>
                      </a:lnTo>
                      <a:lnTo>
                        <a:pt x="37" y="92"/>
                      </a:lnTo>
                      <a:lnTo>
                        <a:pt x="21" y="102"/>
                      </a:lnTo>
                      <a:lnTo>
                        <a:pt x="11" y="116"/>
                      </a:lnTo>
                      <a:lnTo>
                        <a:pt x="4" y="136"/>
                      </a:lnTo>
                      <a:lnTo>
                        <a:pt x="0" y="155"/>
                      </a:lnTo>
                      <a:lnTo>
                        <a:pt x="1" y="168"/>
                      </a:lnTo>
                      <a:lnTo>
                        <a:pt x="4" y="178"/>
                      </a:lnTo>
                      <a:lnTo>
                        <a:pt x="5" y="182"/>
                      </a:lnTo>
                      <a:lnTo>
                        <a:pt x="9" y="177"/>
                      </a:lnTo>
                      <a:lnTo>
                        <a:pt x="19" y="163"/>
                      </a:lnTo>
                      <a:lnTo>
                        <a:pt x="29" y="147"/>
                      </a:lnTo>
                      <a:lnTo>
                        <a:pt x="33" y="139"/>
                      </a:lnTo>
                      <a:lnTo>
                        <a:pt x="44" y="134"/>
                      </a:lnTo>
                      <a:lnTo>
                        <a:pt x="56" y="129"/>
                      </a:lnTo>
                      <a:lnTo>
                        <a:pt x="58" y="129"/>
                      </a:lnTo>
                      <a:lnTo>
                        <a:pt x="68" y="146"/>
                      </a:lnTo>
                      <a:lnTo>
                        <a:pt x="73" y="156"/>
                      </a:lnTo>
                      <a:lnTo>
                        <a:pt x="80" y="164"/>
                      </a:lnTo>
                      <a:lnTo>
                        <a:pt x="90" y="170"/>
                      </a:lnTo>
                      <a:lnTo>
                        <a:pt x="94" y="170"/>
                      </a:lnTo>
                      <a:lnTo>
                        <a:pt x="97" y="163"/>
                      </a:lnTo>
                      <a:lnTo>
                        <a:pt x="95" y="155"/>
                      </a:lnTo>
                      <a:lnTo>
                        <a:pt x="95" y="144"/>
                      </a:lnTo>
                      <a:lnTo>
                        <a:pt x="100" y="137"/>
                      </a:lnTo>
                      <a:lnTo>
                        <a:pt x="104" y="131"/>
                      </a:lnTo>
                      <a:lnTo>
                        <a:pt x="117" y="136"/>
                      </a:lnTo>
                      <a:lnTo>
                        <a:pt x="126" y="145"/>
                      </a:lnTo>
                      <a:lnTo>
                        <a:pt x="135" y="153"/>
                      </a:lnTo>
                      <a:lnTo>
                        <a:pt x="139" y="163"/>
                      </a:lnTo>
                      <a:lnTo>
                        <a:pt x="144" y="172"/>
                      </a:lnTo>
                      <a:lnTo>
                        <a:pt x="154" y="183"/>
                      </a:lnTo>
                      <a:lnTo>
                        <a:pt x="161" y="182"/>
                      </a:lnTo>
                      <a:lnTo>
                        <a:pt x="161" y="172"/>
                      </a:lnTo>
                      <a:lnTo>
                        <a:pt x="160" y="159"/>
                      </a:lnTo>
                      <a:lnTo>
                        <a:pt x="158" y="147"/>
                      </a:lnTo>
                      <a:lnTo>
                        <a:pt x="159" y="140"/>
                      </a:lnTo>
                      <a:lnTo>
                        <a:pt x="160" y="128"/>
                      </a:lnTo>
                      <a:lnTo>
                        <a:pt x="163" y="117"/>
                      </a:lnTo>
                      <a:lnTo>
                        <a:pt x="169" y="111"/>
                      </a:lnTo>
                      <a:lnTo>
                        <a:pt x="179" y="113"/>
                      </a:lnTo>
                      <a:lnTo>
                        <a:pt x="192" y="117"/>
                      </a:lnTo>
                      <a:lnTo>
                        <a:pt x="198" y="122"/>
                      </a:lnTo>
                      <a:lnTo>
                        <a:pt x="202" y="126"/>
                      </a:lnTo>
                      <a:lnTo>
                        <a:pt x="207" y="115"/>
                      </a:lnTo>
                      <a:lnTo>
                        <a:pt x="203" y="103"/>
                      </a:lnTo>
                      <a:lnTo>
                        <a:pt x="203" y="97"/>
                      </a:lnTo>
                      <a:lnTo>
                        <a:pt x="210" y="96"/>
                      </a:lnTo>
                      <a:lnTo>
                        <a:pt x="223" y="99"/>
                      </a:lnTo>
                      <a:lnTo>
                        <a:pt x="241" y="104"/>
                      </a:lnTo>
                      <a:lnTo>
                        <a:pt x="252" y="113"/>
                      </a:lnTo>
                      <a:lnTo>
                        <a:pt x="267" y="125"/>
                      </a:lnTo>
                      <a:lnTo>
                        <a:pt x="281" y="140"/>
                      </a:lnTo>
                      <a:lnTo>
                        <a:pt x="290" y="157"/>
                      </a:lnTo>
                      <a:lnTo>
                        <a:pt x="295" y="160"/>
                      </a:lnTo>
                      <a:lnTo>
                        <a:pt x="299" y="156"/>
                      </a:lnTo>
                      <a:lnTo>
                        <a:pt x="295" y="131"/>
                      </a:lnTo>
                      <a:lnTo>
                        <a:pt x="292" y="105"/>
                      </a:lnTo>
                      <a:lnTo>
                        <a:pt x="292" y="86"/>
                      </a:lnTo>
                      <a:lnTo>
                        <a:pt x="297" y="83"/>
                      </a:lnTo>
                      <a:lnTo>
                        <a:pt x="316" y="84"/>
                      </a:lnTo>
                      <a:lnTo>
                        <a:pt x="335" y="93"/>
                      </a:lnTo>
                      <a:lnTo>
                        <a:pt x="344" y="102"/>
                      </a:lnTo>
                      <a:lnTo>
                        <a:pt x="352" y="107"/>
                      </a:lnTo>
                      <a:lnTo>
                        <a:pt x="358" y="106"/>
                      </a:lnTo>
                      <a:lnTo>
                        <a:pt x="355" y="93"/>
                      </a:lnTo>
                      <a:lnTo>
                        <a:pt x="347" y="80"/>
                      </a:lnTo>
                      <a:lnTo>
                        <a:pt x="337" y="68"/>
                      </a:lnTo>
                      <a:lnTo>
                        <a:pt x="324" y="52"/>
                      </a:lnTo>
                      <a:lnTo>
                        <a:pt x="339" y="56"/>
                      </a:lnTo>
                      <a:lnTo>
                        <a:pt x="360" y="54"/>
                      </a:lnTo>
                      <a:lnTo>
                        <a:pt x="379" y="52"/>
                      </a:lnTo>
                      <a:lnTo>
                        <a:pt x="386" y="48"/>
                      </a:lnTo>
                      <a:lnTo>
                        <a:pt x="388" y="46"/>
                      </a:lnTo>
                      <a:lnTo>
                        <a:pt x="387" y="39"/>
                      </a:lnTo>
                      <a:lnTo>
                        <a:pt x="380" y="38"/>
                      </a:lnTo>
                      <a:lnTo>
                        <a:pt x="373" y="42"/>
                      </a:lnTo>
                      <a:lnTo>
                        <a:pt x="369" y="42"/>
                      </a:lnTo>
                      <a:lnTo>
                        <a:pt x="362" y="39"/>
                      </a:lnTo>
                      <a:lnTo>
                        <a:pt x="352" y="30"/>
                      </a:lnTo>
                      <a:lnTo>
                        <a:pt x="339" y="21"/>
                      </a:lnTo>
                      <a:lnTo>
                        <a:pt x="329" y="14"/>
                      </a:lnTo>
                      <a:lnTo>
                        <a:pt x="317" y="8"/>
                      </a:lnTo>
                      <a:lnTo>
                        <a:pt x="306" y="4"/>
                      </a:lnTo>
                      <a:lnTo>
                        <a:pt x="286" y="0"/>
                      </a:lnTo>
                      <a:lnTo>
                        <a:pt x="274" y="1"/>
                      </a:lnTo>
                      <a:lnTo>
                        <a:pt x="258" y="11"/>
                      </a:lnTo>
                      <a:close/>
                    </a:path>
                  </a:pathLst>
                </a:custGeom>
                <a:solidFill>
                  <a:srgbClr val="FF800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grpSp>
              <p:nvGrpSpPr>
                <p:cNvPr id="14527" name="Group 191"/>
                <p:cNvGrpSpPr>
                  <a:grpSpLocks/>
                </p:cNvGrpSpPr>
                <p:nvPr/>
              </p:nvGrpSpPr>
              <p:grpSpPr bwMode="auto">
                <a:xfrm>
                  <a:off x="1197" y="2844"/>
                  <a:ext cx="269" cy="119"/>
                  <a:chOff x="1197" y="2844"/>
                  <a:chExt cx="269" cy="119"/>
                </a:xfrm>
              </p:grpSpPr>
              <p:sp>
                <p:nvSpPr>
                  <p:cNvPr id="14528" name="Freeform 192"/>
                  <p:cNvSpPr>
                    <a:spLocks/>
                  </p:cNvSpPr>
                  <p:nvPr/>
                </p:nvSpPr>
                <p:spPr bwMode="auto">
                  <a:xfrm>
                    <a:off x="1364" y="2844"/>
                    <a:ext cx="39" cy="40"/>
                  </a:xfrm>
                  <a:custGeom>
                    <a:avLst/>
                    <a:gdLst/>
                    <a:ahLst/>
                    <a:cxnLst>
                      <a:cxn ang="0">
                        <a:pos x="39" y="0"/>
                      </a:cxn>
                      <a:cxn ang="0">
                        <a:pos x="25" y="10"/>
                      </a:cxn>
                      <a:cxn ang="0">
                        <a:pos x="15" y="21"/>
                      </a:cxn>
                      <a:cxn ang="0">
                        <a:pos x="6" y="35"/>
                      </a:cxn>
                      <a:cxn ang="0">
                        <a:pos x="0" y="40"/>
                      </a:cxn>
                    </a:cxnLst>
                    <a:rect l="0" t="0" r="r" b="b"/>
                    <a:pathLst>
                      <a:path w="39" h="40">
                        <a:moveTo>
                          <a:pt x="39" y="0"/>
                        </a:moveTo>
                        <a:lnTo>
                          <a:pt x="25" y="10"/>
                        </a:lnTo>
                        <a:lnTo>
                          <a:pt x="15" y="21"/>
                        </a:lnTo>
                        <a:lnTo>
                          <a:pt x="6" y="35"/>
                        </a:lnTo>
                        <a:lnTo>
                          <a:pt x="0" y="40"/>
                        </a:lnTo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4529" name="Freeform 193"/>
                  <p:cNvSpPr>
                    <a:spLocks/>
                  </p:cNvSpPr>
                  <p:nvPr/>
                </p:nvSpPr>
                <p:spPr bwMode="auto">
                  <a:xfrm>
                    <a:off x="1311" y="2856"/>
                    <a:ext cx="7" cy="39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14"/>
                      </a:cxn>
                      <a:cxn ang="0">
                        <a:pos x="4" y="27"/>
                      </a:cxn>
                      <a:cxn ang="0">
                        <a:pos x="7" y="39"/>
                      </a:cxn>
                    </a:cxnLst>
                    <a:rect l="0" t="0" r="r" b="b"/>
                    <a:pathLst>
                      <a:path w="7" h="39">
                        <a:moveTo>
                          <a:pt x="0" y="0"/>
                        </a:moveTo>
                        <a:lnTo>
                          <a:pt x="0" y="14"/>
                        </a:lnTo>
                        <a:lnTo>
                          <a:pt x="4" y="27"/>
                        </a:lnTo>
                        <a:lnTo>
                          <a:pt x="7" y="39"/>
                        </a:lnTo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4530" name="Freeform 194"/>
                  <p:cNvSpPr>
                    <a:spLocks/>
                  </p:cNvSpPr>
                  <p:nvPr/>
                </p:nvSpPr>
                <p:spPr bwMode="auto">
                  <a:xfrm>
                    <a:off x="1266" y="2875"/>
                    <a:ext cx="36" cy="1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18" y="6"/>
                      </a:cxn>
                      <a:cxn ang="0">
                        <a:pos x="29" y="12"/>
                      </a:cxn>
                      <a:cxn ang="0">
                        <a:pos x="36" y="18"/>
                      </a:cxn>
                    </a:cxnLst>
                    <a:rect l="0" t="0" r="r" b="b"/>
                    <a:pathLst>
                      <a:path w="36" h="18">
                        <a:moveTo>
                          <a:pt x="0" y="0"/>
                        </a:moveTo>
                        <a:lnTo>
                          <a:pt x="18" y="6"/>
                        </a:lnTo>
                        <a:lnTo>
                          <a:pt x="29" y="12"/>
                        </a:lnTo>
                        <a:lnTo>
                          <a:pt x="36" y="18"/>
                        </a:lnTo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4531" name="Freeform 195"/>
                  <p:cNvSpPr>
                    <a:spLocks/>
                  </p:cNvSpPr>
                  <p:nvPr/>
                </p:nvSpPr>
                <p:spPr bwMode="auto">
                  <a:xfrm>
                    <a:off x="1197" y="2909"/>
                    <a:ext cx="79" cy="54"/>
                  </a:xfrm>
                  <a:custGeom>
                    <a:avLst/>
                    <a:gdLst/>
                    <a:ahLst/>
                    <a:cxnLst>
                      <a:cxn ang="0">
                        <a:pos x="3" y="54"/>
                      </a:cxn>
                      <a:cxn ang="0">
                        <a:pos x="0" y="46"/>
                      </a:cxn>
                      <a:cxn ang="0">
                        <a:pos x="0" y="41"/>
                      </a:cxn>
                      <a:cxn ang="0">
                        <a:pos x="3" y="31"/>
                      </a:cxn>
                      <a:cxn ang="0">
                        <a:pos x="8" y="24"/>
                      </a:cxn>
                      <a:cxn ang="0">
                        <a:pos x="13" y="17"/>
                      </a:cxn>
                      <a:cxn ang="0">
                        <a:pos x="26" y="10"/>
                      </a:cxn>
                      <a:cxn ang="0">
                        <a:pos x="43" y="5"/>
                      </a:cxn>
                      <a:cxn ang="0">
                        <a:pos x="60" y="3"/>
                      </a:cxn>
                      <a:cxn ang="0">
                        <a:pos x="79" y="0"/>
                      </a:cxn>
                    </a:cxnLst>
                    <a:rect l="0" t="0" r="r" b="b"/>
                    <a:pathLst>
                      <a:path w="79" h="54">
                        <a:moveTo>
                          <a:pt x="3" y="54"/>
                        </a:moveTo>
                        <a:lnTo>
                          <a:pt x="0" y="46"/>
                        </a:lnTo>
                        <a:lnTo>
                          <a:pt x="0" y="41"/>
                        </a:lnTo>
                        <a:lnTo>
                          <a:pt x="3" y="31"/>
                        </a:lnTo>
                        <a:lnTo>
                          <a:pt x="8" y="24"/>
                        </a:lnTo>
                        <a:lnTo>
                          <a:pt x="13" y="17"/>
                        </a:lnTo>
                        <a:lnTo>
                          <a:pt x="26" y="10"/>
                        </a:lnTo>
                        <a:lnTo>
                          <a:pt x="43" y="5"/>
                        </a:lnTo>
                        <a:lnTo>
                          <a:pt x="60" y="3"/>
                        </a:lnTo>
                        <a:lnTo>
                          <a:pt x="79" y="0"/>
                        </a:lnTo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4532" name="Freeform 196"/>
                  <p:cNvSpPr>
                    <a:spLocks/>
                  </p:cNvSpPr>
                  <p:nvPr/>
                </p:nvSpPr>
                <p:spPr bwMode="auto">
                  <a:xfrm>
                    <a:off x="1244" y="2923"/>
                    <a:ext cx="26" cy="38"/>
                  </a:xfrm>
                  <a:custGeom>
                    <a:avLst/>
                    <a:gdLst/>
                    <a:ahLst/>
                    <a:cxnLst>
                      <a:cxn ang="0">
                        <a:pos x="0" y="38"/>
                      </a:cxn>
                      <a:cxn ang="0">
                        <a:pos x="0" y="31"/>
                      </a:cxn>
                      <a:cxn ang="0">
                        <a:pos x="3" y="19"/>
                      </a:cxn>
                      <a:cxn ang="0">
                        <a:pos x="13" y="10"/>
                      </a:cxn>
                      <a:cxn ang="0">
                        <a:pos x="26" y="0"/>
                      </a:cxn>
                    </a:cxnLst>
                    <a:rect l="0" t="0" r="r" b="b"/>
                    <a:pathLst>
                      <a:path w="26" h="38">
                        <a:moveTo>
                          <a:pt x="0" y="38"/>
                        </a:moveTo>
                        <a:lnTo>
                          <a:pt x="0" y="31"/>
                        </a:lnTo>
                        <a:lnTo>
                          <a:pt x="3" y="19"/>
                        </a:lnTo>
                        <a:lnTo>
                          <a:pt x="13" y="10"/>
                        </a:lnTo>
                        <a:lnTo>
                          <a:pt x="26" y="0"/>
                        </a:lnTo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4533" name="Freeform 197"/>
                  <p:cNvSpPr>
                    <a:spLocks/>
                  </p:cNvSpPr>
                  <p:nvPr/>
                </p:nvSpPr>
                <p:spPr bwMode="auto">
                  <a:xfrm>
                    <a:off x="1403" y="2914"/>
                    <a:ext cx="51" cy="4"/>
                  </a:xfrm>
                  <a:custGeom>
                    <a:avLst/>
                    <a:gdLst/>
                    <a:ahLst/>
                    <a:cxnLst>
                      <a:cxn ang="0">
                        <a:pos x="51" y="4"/>
                      </a:cxn>
                      <a:cxn ang="0">
                        <a:pos x="33" y="1"/>
                      </a:cxn>
                      <a:cxn ang="0">
                        <a:pos x="14" y="1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51" h="4">
                        <a:moveTo>
                          <a:pt x="51" y="4"/>
                        </a:moveTo>
                        <a:lnTo>
                          <a:pt x="33" y="1"/>
                        </a:lnTo>
                        <a:lnTo>
                          <a:pt x="14" y="1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4534" name="Freeform 198"/>
                  <p:cNvSpPr>
                    <a:spLocks/>
                  </p:cNvSpPr>
                  <p:nvPr/>
                </p:nvSpPr>
                <p:spPr bwMode="auto">
                  <a:xfrm>
                    <a:off x="1403" y="2870"/>
                    <a:ext cx="63" cy="17"/>
                  </a:xfrm>
                  <a:custGeom>
                    <a:avLst/>
                    <a:gdLst/>
                    <a:ahLst/>
                    <a:cxnLst>
                      <a:cxn ang="0">
                        <a:pos x="63" y="17"/>
                      </a:cxn>
                      <a:cxn ang="0">
                        <a:pos x="54" y="12"/>
                      </a:cxn>
                      <a:cxn ang="0">
                        <a:pos x="40" y="5"/>
                      </a:cxn>
                      <a:cxn ang="0">
                        <a:pos x="30" y="2"/>
                      </a:cxn>
                      <a:cxn ang="0">
                        <a:pos x="15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63" h="17">
                        <a:moveTo>
                          <a:pt x="63" y="17"/>
                        </a:moveTo>
                        <a:lnTo>
                          <a:pt x="54" y="12"/>
                        </a:lnTo>
                        <a:lnTo>
                          <a:pt x="40" y="5"/>
                        </a:lnTo>
                        <a:lnTo>
                          <a:pt x="30" y="2"/>
                        </a:lnTo>
                        <a:lnTo>
                          <a:pt x="15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</p:grpSp>
        </p:grpSp>
        <p:grpSp>
          <p:nvGrpSpPr>
            <p:cNvPr id="14535" name="Group 199"/>
            <p:cNvGrpSpPr>
              <a:grpSpLocks/>
            </p:cNvGrpSpPr>
            <p:nvPr/>
          </p:nvGrpSpPr>
          <p:grpSpPr bwMode="auto">
            <a:xfrm>
              <a:off x="2304" y="1824"/>
              <a:ext cx="1947" cy="1394"/>
              <a:chOff x="2405" y="862"/>
              <a:chExt cx="1947" cy="1394"/>
            </a:xfrm>
          </p:grpSpPr>
          <p:sp>
            <p:nvSpPr>
              <p:cNvPr id="14536" name="Freeform 200"/>
              <p:cNvSpPr>
                <a:spLocks/>
              </p:cNvSpPr>
              <p:nvPr/>
            </p:nvSpPr>
            <p:spPr bwMode="auto">
              <a:xfrm>
                <a:off x="2405" y="862"/>
                <a:ext cx="1947" cy="1394"/>
              </a:xfrm>
              <a:custGeom>
                <a:avLst/>
                <a:gdLst/>
                <a:ahLst/>
                <a:cxnLst>
                  <a:cxn ang="0">
                    <a:pos x="1947" y="0"/>
                  </a:cxn>
                  <a:cxn ang="0">
                    <a:pos x="1669" y="661"/>
                  </a:cxn>
                  <a:cxn ang="0">
                    <a:pos x="1651" y="778"/>
                  </a:cxn>
                  <a:cxn ang="0">
                    <a:pos x="1629" y="836"/>
                  </a:cxn>
                  <a:cxn ang="0">
                    <a:pos x="1572" y="932"/>
                  </a:cxn>
                  <a:cxn ang="0">
                    <a:pos x="1532" y="1020"/>
                  </a:cxn>
                  <a:cxn ang="0">
                    <a:pos x="1510" y="1148"/>
                  </a:cxn>
                  <a:cxn ang="0">
                    <a:pos x="1497" y="1254"/>
                  </a:cxn>
                  <a:cxn ang="0">
                    <a:pos x="1423" y="1354"/>
                  </a:cxn>
                  <a:cxn ang="0">
                    <a:pos x="1277" y="1389"/>
                  </a:cxn>
                  <a:cxn ang="0">
                    <a:pos x="1114" y="1385"/>
                  </a:cxn>
                  <a:cxn ang="0">
                    <a:pos x="946" y="1332"/>
                  </a:cxn>
                  <a:cxn ang="0">
                    <a:pos x="757" y="1214"/>
                  </a:cxn>
                  <a:cxn ang="0">
                    <a:pos x="598" y="1064"/>
                  </a:cxn>
                  <a:cxn ang="0">
                    <a:pos x="439" y="1020"/>
                  </a:cxn>
                  <a:cxn ang="0">
                    <a:pos x="267" y="984"/>
                  </a:cxn>
                  <a:cxn ang="0">
                    <a:pos x="189" y="947"/>
                  </a:cxn>
                  <a:cxn ang="0">
                    <a:pos x="158" y="911"/>
                  </a:cxn>
                  <a:cxn ang="0">
                    <a:pos x="135" y="902"/>
                  </a:cxn>
                  <a:cxn ang="0">
                    <a:pos x="103" y="918"/>
                  </a:cxn>
                  <a:cxn ang="0">
                    <a:pos x="67" y="924"/>
                  </a:cxn>
                  <a:cxn ang="0">
                    <a:pos x="40" y="914"/>
                  </a:cxn>
                  <a:cxn ang="0">
                    <a:pos x="18" y="893"/>
                  </a:cxn>
                  <a:cxn ang="0">
                    <a:pos x="2" y="850"/>
                  </a:cxn>
                  <a:cxn ang="0">
                    <a:pos x="7" y="791"/>
                  </a:cxn>
                  <a:cxn ang="0">
                    <a:pos x="38" y="747"/>
                  </a:cxn>
                  <a:cxn ang="0">
                    <a:pos x="67" y="729"/>
                  </a:cxn>
                  <a:cxn ang="0">
                    <a:pos x="126" y="718"/>
                  </a:cxn>
                  <a:cxn ang="0">
                    <a:pos x="148" y="699"/>
                  </a:cxn>
                  <a:cxn ang="0">
                    <a:pos x="166" y="641"/>
                  </a:cxn>
                  <a:cxn ang="0">
                    <a:pos x="217" y="606"/>
                  </a:cxn>
                  <a:cxn ang="0">
                    <a:pos x="285" y="611"/>
                  </a:cxn>
                  <a:cxn ang="0">
                    <a:pos x="331" y="627"/>
                  </a:cxn>
                  <a:cxn ang="0">
                    <a:pos x="356" y="604"/>
                  </a:cxn>
                  <a:cxn ang="0">
                    <a:pos x="391" y="586"/>
                  </a:cxn>
                  <a:cxn ang="0">
                    <a:pos x="425" y="579"/>
                  </a:cxn>
                  <a:cxn ang="0">
                    <a:pos x="453" y="589"/>
                  </a:cxn>
                  <a:cxn ang="0">
                    <a:pos x="476" y="583"/>
                  </a:cxn>
                  <a:cxn ang="0">
                    <a:pos x="502" y="565"/>
                  </a:cxn>
                  <a:cxn ang="0">
                    <a:pos x="534" y="556"/>
                  </a:cxn>
                  <a:cxn ang="0">
                    <a:pos x="568" y="558"/>
                  </a:cxn>
                  <a:cxn ang="0">
                    <a:pos x="579" y="524"/>
                  </a:cxn>
                  <a:cxn ang="0">
                    <a:pos x="584" y="481"/>
                  </a:cxn>
                  <a:cxn ang="0">
                    <a:pos x="598" y="440"/>
                  </a:cxn>
                  <a:cxn ang="0">
                    <a:pos x="616" y="409"/>
                  </a:cxn>
                  <a:cxn ang="0">
                    <a:pos x="638" y="388"/>
                  </a:cxn>
                  <a:cxn ang="0">
                    <a:pos x="682" y="369"/>
                  </a:cxn>
                  <a:cxn ang="0">
                    <a:pos x="722" y="365"/>
                  </a:cxn>
                  <a:cxn ang="0">
                    <a:pos x="775" y="382"/>
                  </a:cxn>
                  <a:cxn ang="0">
                    <a:pos x="802" y="402"/>
                  </a:cxn>
                  <a:cxn ang="0">
                    <a:pos x="832" y="431"/>
                  </a:cxn>
                  <a:cxn ang="0">
                    <a:pos x="859" y="470"/>
                  </a:cxn>
                  <a:cxn ang="0">
                    <a:pos x="881" y="519"/>
                  </a:cxn>
                  <a:cxn ang="0">
                    <a:pos x="894" y="558"/>
                  </a:cxn>
                  <a:cxn ang="0">
                    <a:pos x="1070" y="497"/>
                  </a:cxn>
                </a:cxnLst>
                <a:rect l="0" t="0" r="r" b="b"/>
                <a:pathLst>
                  <a:path w="1947" h="1394">
                    <a:moveTo>
                      <a:pt x="1132" y="0"/>
                    </a:moveTo>
                    <a:lnTo>
                      <a:pt x="1947" y="0"/>
                    </a:lnTo>
                    <a:lnTo>
                      <a:pt x="1682" y="599"/>
                    </a:lnTo>
                    <a:lnTo>
                      <a:pt x="1669" y="661"/>
                    </a:lnTo>
                    <a:lnTo>
                      <a:pt x="1658" y="720"/>
                    </a:lnTo>
                    <a:lnTo>
                      <a:pt x="1651" y="778"/>
                    </a:lnTo>
                    <a:lnTo>
                      <a:pt x="1642" y="806"/>
                    </a:lnTo>
                    <a:lnTo>
                      <a:pt x="1629" y="836"/>
                    </a:lnTo>
                    <a:lnTo>
                      <a:pt x="1603" y="884"/>
                    </a:lnTo>
                    <a:lnTo>
                      <a:pt x="1572" y="932"/>
                    </a:lnTo>
                    <a:lnTo>
                      <a:pt x="1554" y="962"/>
                    </a:lnTo>
                    <a:lnTo>
                      <a:pt x="1532" y="1020"/>
                    </a:lnTo>
                    <a:lnTo>
                      <a:pt x="1523" y="1077"/>
                    </a:lnTo>
                    <a:lnTo>
                      <a:pt x="1510" y="1148"/>
                    </a:lnTo>
                    <a:lnTo>
                      <a:pt x="1510" y="1201"/>
                    </a:lnTo>
                    <a:lnTo>
                      <a:pt x="1497" y="1254"/>
                    </a:lnTo>
                    <a:lnTo>
                      <a:pt x="1470" y="1314"/>
                    </a:lnTo>
                    <a:lnTo>
                      <a:pt x="1423" y="1354"/>
                    </a:lnTo>
                    <a:lnTo>
                      <a:pt x="1365" y="1376"/>
                    </a:lnTo>
                    <a:lnTo>
                      <a:pt x="1277" y="1389"/>
                    </a:lnTo>
                    <a:lnTo>
                      <a:pt x="1193" y="1394"/>
                    </a:lnTo>
                    <a:lnTo>
                      <a:pt x="1114" y="1385"/>
                    </a:lnTo>
                    <a:lnTo>
                      <a:pt x="1030" y="1367"/>
                    </a:lnTo>
                    <a:lnTo>
                      <a:pt x="946" y="1332"/>
                    </a:lnTo>
                    <a:lnTo>
                      <a:pt x="859" y="1279"/>
                    </a:lnTo>
                    <a:lnTo>
                      <a:pt x="757" y="1214"/>
                    </a:lnTo>
                    <a:lnTo>
                      <a:pt x="669" y="1126"/>
                    </a:lnTo>
                    <a:lnTo>
                      <a:pt x="598" y="1064"/>
                    </a:lnTo>
                    <a:lnTo>
                      <a:pt x="532" y="1024"/>
                    </a:lnTo>
                    <a:lnTo>
                      <a:pt x="439" y="1020"/>
                    </a:lnTo>
                    <a:lnTo>
                      <a:pt x="338" y="1002"/>
                    </a:lnTo>
                    <a:lnTo>
                      <a:pt x="267" y="984"/>
                    </a:lnTo>
                    <a:lnTo>
                      <a:pt x="202" y="955"/>
                    </a:lnTo>
                    <a:lnTo>
                      <a:pt x="189" y="947"/>
                    </a:lnTo>
                    <a:lnTo>
                      <a:pt x="170" y="932"/>
                    </a:lnTo>
                    <a:lnTo>
                      <a:pt x="158" y="911"/>
                    </a:lnTo>
                    <a:lnTo>
                      <a:pt x="148" y="893"/>
                    </a:lnTo>
                    <a:lnTo>
                      <a:pt x="135" y="902"/>
                    </a:lnTo>
                    <a:lnTo>
                      <a:pt x="117" y="914"/>
                    </a:lnTo>
                    <a:lnTo>
                      <a:pt x="103" y="918"/>
                    </a:lnTo>
                    <a:lnTo>
                      <a:pt x="86" y="922"/>
                    </a:lnTo>
                    <a:lnTo>
                      <a:pt x="67" y="924"/>
                    </a:lnTo>
                    <a:lnTo>
                      <a:pt x="54" y="922"/>
                    </a:lnTo>
                    <a:lnTo>
                      <a:pt x="40" y="914"/>
                    </a:lnTo>
                    <a:lnTo>
                      <a:pt x="27" y="905"/>
                    </a:lnTo>
                    <a:lnTo>
                      <a:pt x="18" y="893"/>
                    </a:lnTo>
                    <a:lnTo>
                      <a:pt x="9" y="877"/>
                    </a:lnTo>
                    <a:lnTo>
                      <a:pt x="2" y="850"/>
                    </a:lnTo>
                    <a:lnTo>
                      <a:pt x="0" y="816"/>
                    </a:lnTo>
                    <a:lnTo>
                      <a:pt x="7" y="791"/>
                    </a:lnTo>
                    <a:lnTo>
                      <a:pt x="20" y="769"/>
                    </a:lnTo>
                    <a:lnTo>
                      <a:pt x="38" y="747"/>
                    </a:lnTo>
                    <a:lnTo>
                      <a:pt x="53" y="736"/>
                    </a:lnTo>
                    <a:lnTo>
                      <a:pt x="67" y="729"/>
                    </a:lnTo>
                    <a:lnTo>
                      <a:pt x="98" y="718"/>
                    </a:lnTo>
                    <a:lnTo>
                      <a:pt x="126" y="718"/>
                    </a:lnTo>
                    <a:lnTo>
                      <a:pt x="148" y="721"/>
                    </a:lnTo>
                    <a:lnTo>
                      <a:pt x="148" y="699"/>
                    </a:lnTo>
                    <a:lnTo>
                      <a:pt x="155" y="663"/>
                    </a:lnTo>
                    <a:lnTo>
                      <a:pt x="166" y="641"/>
                    </a:lnTo>
                    <a:lnTo>
                      <a:pt x="188" y="621"/>
                    </a:lnTo>
                    <a:lnTo>
                      <a:pt x="217" y="606"/>
                    </a:lnTo>
                    <a:lnTo>
                      <a:pt x="245" y="602"/>
                    </a:lnTo>
                    <a:lnTo>
                      <a:pt x="285" y="611"/>
                    </a:lnTo>
                    <a:lnTo>
                      <a:pt x="320" y="624"/>
                    </a:lnTo>
                    <a:lnTo>
                      <a:pt x="331" y="627"/>
                    </a:lnTo>
                    <a:lnTo>
                      <a:pt x="344" y="613"/>
                    </a:lnTo>
                    <a:lnTo>
                      <a:pt x="356" y="604"/>
                    </a:lnTo>
                    <a:lnTo>
                      <a:pt x="376" y="592"/>
                    </a:lnTo>
                    <a:lnTo>
                      <a:pt x="391" y="586"/>
                    </a:lnTo>
                    <a:lnTo>
                      <a:pt x="406" y="581"/>
                    </a:lnTo>
                    <a:lnTo>
                      <a:pt x="425" y="579"/>
                    </a:lnTo>
                    <a:lnTo>
                      <a:pt x="436" y="581"/>
                    </a:lnTo>
                    <a:lnTo>
                      <a:pt x="453" y="589"/>
                    </a:lnTo>
                    <a:lnTo>
                      <a:pt x="463" y="594"/>
                    </a:lnTo>
                    <a:lnTo>
                      <a:pt x="476" y="583"/>
                    </a:lnTo>
                    <a:lnTo>
                      <a:pt x="493" y="571"/>
                    </a:lnTo>
                    <a:lnTo>
                      <a:pt x="502" y="565"/>
                    </a:lnTo>
                    <a:lnTo>
                      <a:pt x="518" y="559"/>
                    </a:lnTo>
                    <a:lnTo>
                      <a:pt x="534" y="556"/>
                    </a:lnTo>
                    <a:lnTo>
                      <a:pt x="551" y="555"/>
                    </a:lnTo>
                    <a:lnTo>
                      <a:pt x="568" y="558"/>
                    </a:lnTo>
                    <a:lnTo>
                      <a:pt x="579" y="559"/>
                    </a:lnTo>
                    <a:lnTo>
                      <a:pt x="579" y="524"/>
                    </a:lnTo>
                    <a:lnTo>
                      <a:pt x="581" y="501"/>
                    </a:lnTo>
                    <a:lnTo>
                      <a:pt x="584" y="481"/>
                    </a:lnTo>
                    <a:lnTo>
                      <a:pt x="592" y="456"/>
                    </a:lnTo>
                    <a:lnTo>
                      <a:pt x="598" y="440"/>
                    </a:lnTo>
                    <a:lnTo>
                      <a:pt x="606" y="422"/>
                    </a:lnTo>
                    <a:lnTo>
                      <a:pt x="616" y="409"/>
                    </a:lnTo>
                    <a:lnTo>
                      <a:pt x="627" y="397"/>
                    </a:lnTo>
                    <a:lnTo>
                      <a:pt x="638" y="388"/>
                    </a:lnTo>
                    <a:lnTo>
                      <a:pt x="656" y="377"/>
                    </a:lnTo>
                    <a:lnTo>
                      <a:pt x="682" y="369"/>
                    </a:lnTo>
                    <a:lnTo>
                      <a:pt x="702" y="366"/>
                    </a:lnTo>
                    <a:lnTo>
                      <a:pt x="722" y="365"/>
                    </a:lnTo>
                    <a:lnTo>
                      <a:pt x="751" y="371"/>
                    </a:lnTo>
                    <a:lnTo>
                      <a:pt x="775" y="382"/>
                    </a:lnTo>
                    <a:lnTo>
                      <a:pt x="792" y="393"/>
                    </a:lnTo>
                    <a:lnTo>
                      <a:pt x="802" y="402"/>
                    </a:lnTo>
                    <a:lnTo>
                      <a:pt x="819" y="416"/>
                    </a:lnTo>
                    <a:lnTo>
                      <a:pt x="832" y="431"/>
                    </a:lnTo>
                    <a:lnTo>
                      <a:pt x="848" y="452"/>
                    </a:lnTo>
                    <a:lnTo>
                      <a:pt x="859" y="470"/>
                    </a:lnTo>
                    <a:lnTo>
                      <a:pt x="872" y="497"/>
                    </a:lnTo>
                    <a:lnTo>
                      <a:pt x="881" y="519"/>
                    </a:lnTo>
                    <a:lnTo>
                      <a:pt x="886" y="537"/>
                    </a:lnTo>
                    <a:lnTo>
                      <a:pt x="894" y="558"/>
                    </a:lnTo>
                    <a:lnTo>
                      <a:pt x="1034" y="549"/>
                    </a:lnTo>
                    <a:lnTo>
                      <a:pt x="1070" y="497"/>
                    </a:lnTo>
                    <a:lnTo>
                      <a:pt x="1132" y="0"/>
                    </a:lnTo>
                    <a:close/>
                  </a:path>
                </a:pathLst>
              </a:custGeom>
              <a:solidFill>
                <a:srgbClr val="FFE0C0"/>
              </a:solidFill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4537" name="Freeform 201"/>
              <p:cNvSpPr>
                <a:spLocks/>
              </p:cNvSpPr>
              <p:nvPr/>
            </p:nvSpPr>
            <p:spPr bwMode="auto">
              <a:xfrm>
                <a:off x="2937" y="1779"/>
                <a:ext cx="893" cy="473"/>
              </a:xfrm>
              <a:custGeom>
                <a:avLst/>
                <a:gdLst/>
                <a:ahLst/>
                <a:cxnLst>
                  <a:cxn ang="0">
                    <a:pos x="893" y="433"/>
                  </a:cxn>
                  <a:cxn ang="0">
                    <a:pos x="835" y="455"/>
                  </a:cxn>
                  <a:cxn ang="0">
                    <a:pos x="747" y="468"/>
                  </a:cxn>
                  <a:cxn ang="0">
                    <a:pos x="662" y="473"/>
                  </a:cxn>
                  <a:cxn ang="0">
                    <a:pos x="583" y="464"/>
                  </a:cxn>
                  <a:cxn ang="0">
                    <a:pos x="499" y="446"/>
                  </a:cxn>
                  <a:cxn ang="0">
                    <a:pos x="415" y="411"/>
                  </a:cxn>
                  <a:cxn ang="0">
                    <a:pos x="328" y="358"/>
                  </a:cxn>
                  <a:cxn ang="0">
                    <a:pos x="226" y="292"/>
                  </a:cxn>
                  <a:cxn ang="0">
                    <a:pos x="137" y="204"/>
                  </a:cxn>
                  <a:cxn ang="0">
                    <a:pos x="66" y="142"/>
                  </a:cxn>
                  <a:cxn ang="0">
                    <a:pos x="0" y="101"/>
                  </a:cxn>
                  <a:cxn ang="0">
                    <a:pos x="38" y="94"/>
                  </a:cxn>
                  <a:cxn ang="0">
                    <a:pos x="54" y="89"/>
                  </a:cxn>
                  <a:cxn ang="0">
                    <a:pos x="75" y="84"/>
                  </a:cxn>
                  <a:cxn ang="0">
                    <a:pos x="92" y="73"/>
                  </a:cxn>
                  <a:cxn ang="0">
                    <a:pos x="105" y="61"/>
                  </a:cxn>
                  <a:cxn ang="0">
                    <a:pos x="116" y="44"/>
                  </a:cxn>
                  <a:cxn ang="0">
                    <a:pos x="126" y="33"/>
                  </a:cxn>
                  <a:cxn ang="0">
                    <a:pos x="156" y="37"/>
                  </a:cxn>
                  <a:cxn ang="0">
                    <a:pos x="193" y="40"/>
                  </a:cxn>
                  <a:cxn ang="0">
                    <a:pos x="235" y="35"/>
                  </a:cxn>
                  <a:cxn ang="0">
                    <a:pos x="263" y="30"/>
                  </a:cxn>
                  <a:cxn ang="0">
                    <a:pos x="299" y="20"/>
                  </a:cxn>
                  <a:cxn ang="0">
                    <a:pos x="328" y="10"/>
                  </a:cxn>
                  <a:cxn ang="0">
                    <a:pos x="358" y="0"/>
                  </a:cxn>
                  <a:cxn ang="0">
                    <a:pos x="406" y="17"/>
                  </a:cxn>
                  <a:cxn ang="0">
                    <a:pos x="459" y="31"/>
                  </a:cxn>
                  <a:cxn ang="0">
                    <a:pos x="503" y="57"/>
                  </a:cxn>
                  <a:cxn ang="0">
                    <a:pos x="538" y="84"/>
                  </a:cxn>
                  <a:cxn ang="0">
                    <a:pos x="556" y="101"/>
                  </a:cxn>
                  <a:cxn ang="0">
                    <a:pos x="573" y="124"/>
                  </a:cxn>
                  <a:cxn ang="0">
                    <a:pos x="595" y="177"/>
                  </a:cxn>
                  <a:cxn ang="0">
                    <a:pos x="626" y="230"/>
                  </a:cxn>
                  <a:cxn ang="0">
                    <a:pos x="658" y="258"/>
                  </a:cxn>
                  <a:cxn ang="0">
                    <a:pos x="698" y="274"/>
                  </a:cxn>
                  <a:cxn ang="0">
                    <a:pos x="746" y="287"/>
                  </a:cxn>
                  <a:cxn ang="0">
                    <a:pos x="795" y="305"/>
                  </a:cxn>
                  <a:cxn ang="0">
                    <a:pos x="839" y="336"/>
                  </a:cxn>
                  <a:cxn ang="0">
                    <a:pos x="860" y="354"/>
                  </a:cxn>
                  <a:cxn ang="0">
                    <a:pos x="874" y="380"/>
                  </a:cxn>
                  <a:cxn ang="0">
                    <a:pos x="888" y="411"/>
                  </a:cxn>
                  <a:cxn ang="0">
                    <a:pos x="893" y="433"/>
                  </a:cxn>
                </a:cxnLst>
                <a:rect l="0" t="0" r="r" b="b"/>
                <a:pathLst>
                  <a:path w="893" h="473">
                    <a:moveTo>
                      <a:pt x="893" y="433"/>
                    </a:moveTo>
                    <a:lnTo>
                      <a:pt x="835" y="455"/>
                    </a:lnTo>
                    <a:lnTo>
                      <a:pt x="747" y="468"/>
                    </a:lnTo>
                    <a:lnTo>
                      <a:pt x="662" y="473"/>
                    </a:lnTo>
                    <a:lnTo>
                      <a:pt x="583" y="464"/>
                    </a:lnTo>
                    <a:lnTo>
                      <a:pt x="499" y="446"/>
                    </a:lnTo>
                    <a:lnTo>
                      <a:pt x="415" y="411"/>
                    </a:lnTo>
                    <a:lnTo>
                      <a:pt x="328" y="358"/>
                    </a:lnTo>
                    <a:lnTo>
                      <a:pt x="226" y="292"/>
                    </a:lnTo>
                    <a:lnTo>
                      <a:pt x="137" y="204"/>
                    </a:lnTo>
                    <a:lnTo>
                      <a:pt x="66" y="142"/>
                    </a:lnTo>
                    <a:lnTo>
                      <a:pt x="0" y="101"/>
                    </a:lnTo>
                    <a:lnTo>
                      <a:pt x="38" y="94"/>
                    </a:lnTo>
                    <a:lnTo>
                      <a:pt x="54" y="89"/>
                    </a:lnTo>
                    <a:lnTo>
                      <a:pt x="75" y="84"/>
                    </a:lnTo>
                    <a:lnTo>
                      <a:pt x="92" y="73"/>
                    </a:lnTo>
                    <a:lnTo>
                      <a:pt x="105" y="61"/>
                    </a:lnTo>
                    <a:lnTo>
                      <a:pt x="116" y="44"/>
                    </a:lnTo>
                    <a:lnTo>
                      <a:pt x="126" y="33"/>
                    </a:lnTo>
                    <a:lnTo>
                      <a:pt x="156" y="37"/>
                    </a:lnTo>
                    <a:lnTo>
                      <a:pt x="193" y="40"/>
                    </a:lnTo>
                    <a:lnTo>
                      <a:pt x="235" y="35"/>
                    </a:lnTo>
                    <a:lnTo>
                      <a:pt x="263" y="30"/>
                    </a:lnTo>
                    <a:lnTo>
                      <a:pt x="299" y="20"/>
                    </a:lnTo>
                    <a:lnTo>
                      <a:pt x="328" y="10"/>
                    </a:lnTo>
                    <a:lnTo>
                      <a:pt x="358" y="0"/>
                    </a:lnTo>
                    <a:lnTo>
                      <a:pt x="406" y="17"/>
                    </a:lnTo>
                    <a:lnTo>
                      <a:pt x="459" y="31"/>
                    </a:lnTo>
                    <a:lnTo>
                      <a:pt x="503" y="57"/>
                    </a:lnTo>
                    <a:lnTo>
                      <a:pt x="538" y="84"/>
                    </a:lnTo>
                    <a:lnTo>
                      <a:pt x="556" y="101"/>
                    </a:lnTo>
                    <a:lnTo>
                      <a:pt x="573" y="124"/>
                    </a:lnTo>
                    <a:lnTo>
                      <a:pt x="595" y="177"/>
                    </a:lnTo>
                    <a:lnTo>
                      <a:pt x="626" y="230"/>
                    </a:lnTo>
                    <a:lnTo>
                      <a:pt x="658" y="258"/>
                    </a:lnTo>
                    <a:lnTo>
                      <a:pt x="698" y="274"/>
                    </a:lnTo>
                    <a:lnTo>
                      <a:pt x="746" y="287"/>
                    </a:lnTo>
                    <a:lnTo>
                      <a:pt x="795" y="305"/>
                    </a:lnTo>
                    <a:lnTo>
                      <a:pt x="839" y="336"/>
                    </a:lnTo>
                    <a:lnTo>
                      <a:pt x="860" y="354"/>
                    </a:lnTo>
                    <a:lnTo>
                      <a:pt x="874" y="380"/>
                    </a:lnTo>
                    <a:lnTo>
                      <a:pt x="888" y="411"/>
                    </a:lnTo>
                    <a:lnTo>
                      <a:pt x="893" y="433"/>
                    </a:lnTo>
                    <a:close/>
                  </a:path>
                </a:pathLst>
              </a:custGeom>
              <a:solidFill>
                <a:srgbClr val="FFC08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grpSp>
            <p:nvGrpSpPr>
              <p:cNvPr id="14538" name="Group 202"/>
              <p:cNvGrpSpPr>
                <a:grpSpLocks/>
              </p:cNvGrpSpPr>
              <p:nvPr/>
            </p:nvGrpSpPr>
            <p:grpSpPr bwMode="auto">
              <a:xfrm>
                <a:off x="2409" y="1314"/>
                <a:ext cx="1694" cy="574"/>
                <a:chOff x="2409" y="1314"/>
                <a:chExt cx="1694" cy="574"/>
              </a:xfrm>
            </p:grpSpPr>
            <p:sp>
              <p:nvSpPr>
                <p:cNvPr id="14539" name="Freeform 203"/>
                <p:cNvSpPr>
                  <a:spLocks/>
                </p:cNvSpPr>
                <p:nvPr/>
              </p:nvSpPr>
              <p:spPr bwMode="auto">
                <a:xfrm>
                  <a:off x="2889" y="1695"/>
                  <a:ext cx="507" cy="129"/>
                </a:xfrm>
                <a:custGeom>
                  <a:avLst/>
                  <a:gdLst/>
                  <a:ahLst/>
                  <a:cxnLst>
                    <a:cxn ang="0">
                      <a:pos x="0" y="53"/>
                    </a:cxn>
                    <a:cxn ang="0">
                      <a:pos x="23" y="71"/>
                    </a:cxn>
                    <a:cxn ang="0">
                      <a:pos x="50" y="89"/>
                    </a:cxn>
                    <a:cxn ang="0">
                      <a:pos x="71" y="100"/>
                    </a:cxn>
                    <a:cxn ang="0">
                      <a:pos x="100" y="111"/>
                    </a:cxn>
                    <a:cxn ang="0">
                      <a:pos x="137" y="119"/>
                    </a:cxn>
                    <a:cxn ang="0">
                      <a:pos x="165" y="124"/>
                    </a:cxn>
                    <a:cxn ang="0">
                      <a:pos x="177" y="125"/>
                    </a:cxn>
                    <a:cxn ang="0">
                      <a:pos x="218" y="129"/>
                    </a:cxn>
                    <a:cxn ang="0">
                      <a:pos x="256" y="129"/>
                    </a:cxn>
                    <a:cxn ang="0">
                      <a:pos x="288" y="124"/>
                    </a:cxn>
                    <a:cxn ang="0">
                      <a:pos x="324" y="118"/>
                    </a:cxn>
                    <a:cxn ang="0">
                      <a:pos x="358" y="107"/>
                    </a:cxn>
                    <a:cxn ang="0">
                      <a:pos x="394" y="93"/>
                    </a:cxn>
                    <a:cxn ang="0">
                      <a:pos x="412" y="86"/>
                    </a:cxn>
                    <a:cxn ang="0">
                      <a:pos x="436" y="75"/>
                    </a:cxn>
                    <a:cxn ang="0">
                      <a:pos x="452" y="66"/>
                    </a:cxn>
                    <a:cxn ang="0">
                      <a:pos x="469" y="55"/>
                    </a:cxn>
                    <a:cxn ang="0">
                      <a:pos x="484" y="41"/>
                    </a:cxn>
                    <a:cxn ang="0">
                      <a:pos x="495" y="26"/>
                    </a:cxn>
                    <a:cxn ang="0">
                      <a:pos x="504" y="12"/>
                    </a:cxn>
                    <a:cxn ang="0">
                      <a:pos x="507" y="0"/>
                    </a:cxn>
                  </a:cxnLst>
                  <a:rect l="0" t="0" r="r" b="b"/>
                  <a:pathLst>
                    <a:path w="507" h="129">
                      <a:moveTo>
                        <a:pt x="0" y="53"/>
                      </a:moveTo>
                      <a:lnTo>
                        <a:pt x="23" y="71"/>
                      </a:lnTo>
                      <a:lnTo>
                        <a:pt x="50" y="89"/>
                      </a:lnTo>
                      <a:lnTo>
                        <a:pt x="71" y="100"/>
                      </a:lnTo>
                      <a:lnTo>
                        <a:pt x="100" y="111"/>
                      </a:lnTo>
                      <a:lnTo>
                        <a:pt x="137" y="119"/>
                      </a:lnTo>
                      <a:lnTo>
                        <a:pt x="165" y="124"/>
                      </a:lnTo>
                      <a:lnTo>
                        <a:pt x="177" y="125"/>
                      </a:lnTo>
                      <a:lnTo>
                        <a:pt x="218" y="129"/>
                      </a:lnTo>
                      <a:lnTo>
                        <a:pt x="256" y="129"/>
                      </a:lnTo>
                      <a:lnTo>
                        <a:pt x="288" y="124"/>
                      </a:lnTo>
                      <a:lnTo>
                        <a:pt x="324" y="118"/>
                      </a:lnTo>
                      <a:lnTo>
                        <a:pt x="358" y="107"/>
                      </a:lnTo>
                      <a:lnTo>
                        <a:pt x="394" y="93"/>
                      </a:lnTo>
                      <a:lnTo>
                        <a:pt x="412" y="86"/>
                      </a:lnTo>
                      <a:lnTo>
                        <a:pt x="436" y="75"/>
                      </a:lnTo>
                      <a:lnTo>
                        <a:pt x="452" y="66"/>
                      </a:lnTo>
                      <a:lnTo>
                        <a:pt x="469" y="55"/>
                      </a:lnTo>
                      <a:lnTo>
                        <a:pt x="484" y="41"/>
                      </a:lnTo>
                      <a:lnTo>
                        <a:pt x="495" y="26"/>
                      </a:lnTo>
                      <a:lnTo>
                        <a:pt x="504" y="12"/>
                      </a:lnTo>
                      <a:lnTo>
                        <a:pt x="507" y="0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14540" name="Freeform 204"/>
                <p:cNvSpPr>
                  <a:spLocks/>
                </p:cNvSpPr>
                <p:nvPr/>
              </p:nvSpPr>
              <p:spPr bwMode="auto">
                <a:xfrm>
                  <a:off x="2409" y="1629"/>
                  <a:ext cx="76" cy="76"/>
                </a:xfrm>
                <a:custGeom>
                  <a:avLst/>
                  <a:gdLst/>
                  <a:ahLst/>
                  <a:cxnLst>
                    <a:cxn ang="0">
                      <a:pos x="0" y="76"/>
                    </a:cxn>
                    <a:cxn ang="0">
                      <a:pos x="19" y="73"/>
                    </a:cxn>
                    <a:cxn ang="0">
                      <a:pos x="38" y="67"/>
                    </a:cxn>
                    <a:cxn ang="0">
                      <a:pos x="52" y="56"/>
                    </a:cxn>
                    <a:cxn ang="0">
                      <a:pos x="62" y="45"/>
                    </a:cxn>
                    <a:cxn ang="0">
                      <a:pos x="70" y="33"/>
                    </a:cxn>
                    <a:cxn ang="0">
                      <a:pos x="74" y="19"/>
                    </a:cxn>
                    <a:cxn ang="0">
                      <a:pos x="76" y="0"/>
                    </a:cxn>
                  </a:cxnLst>
                  <a:rect l="0" t="0" r="r" b="b"/>
                  <a:pathLst>
                    <a:path w="76" h="76">
                      <a:moveTo>
                        <a:pt x="0" y="76"/>
                      </a:moveTo>
                      <a:lnTo>
                        <a:pt x="19" y="73"/>
                      </a:lnTo>
                      <a:lnTo>
                        <a:pt x="38" y="67"/>
                      </a:lnTo>
                      <a:lnTo>
                        <a:pt x="52" y="56"/>
                      </a:lnTo>
                      <a:lnTo>
                        <a:pt x="62" y="45"/>
                      </a:lnTo>
                      <a:lnTo>
                        <a:pt x="70" y="33"/>
                      </a:lnTo>
                      <a:lnTo>
                        <a:pt x="74" y="19"/>
                      </a:lnTo>
                      <a:lnTo>
                        <a:pt x="76" y="0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14541" name="Freeform 205"/>
                <p:cNvSpPr>
                  <a:spLocks/>
                </p:cNvSpPr>
                <p:nvPr/>
              </p:nvSpPr>
              <p:spPr bwMode="auto">
                <a:xfrm>
                  <a:off x="2537" y="1569"/>
                  <a:ext cx="108" cy="83"/>
                </a:xfrm>
                <a:custGeom>
                  <a:avLst/>
                  <a:gdLst/>
                  <a:ahLst/>
                  <a:cxnLst>
                    <a:cxn ang="0">
                      <a:pos x="11" y="18"/>
                    </a:cxn>
                    <a:cxn ang="0">
                      <a:pos x="32" y="6"/>
                    </a:cxn>
                    <a:cxn ang="0">
                      <a:pos x="53" y="1"/>
                    </a:cxn>
                    <a:cxn ang="0">
                      <a:pos x="75" y="0"/>
                    </a:cxn>
                    <a:cxn ang="0">
                      <a:pos x="99" y="4"/>
                    </a:cxn>
                    <a:cxn ang="0">
                      <a:pos x="105" y="31"/>
                    </a:cxn>
                    <a:cxn ang="0">
                      <a:pos x="108" y="57"/>
                    </a:cxn>
                    <a:cxn ang="0">
                      <a:pos x="91" y="68"/>
                    </a:cxn>
                    <a:cxn ang="0">
                      <a:pos x="65" y="76"/>
                    </a:cxn>
                    <a:cxn ang="0">
                      <a:pos x="35" y="82"/>
                    </a:cxn>
                    <a:cxn ang="0">
                      <a:pos x="12" y="83"/>
                    </a:cxn>
                    <a:cxn ang="0">
                      <a:pos x="0" y="80"/>
                    </a:cxn>
                  </a:cxnLst>
                  <a:rect l="0" t="0" r="r" b="b"/>
                  <a:pathLst>
                    <a:path w="108" h="83">
                      <a:moveTo>
                        <a:pt x="11" y="18"/>
                      </a:moveTo>
                      <a:lnTo>
                        <a:pt x="32" y="6"/>
                      </a:lnTo>
                      <a:lnTo>
                        <a:pt x="53" y="1"/>
                      </a:lnTo>
                      <a:lnTo>
                        <a:pt x="75" y="0"/>
                      </a:lnTo>
                      <a:lnTo>
                        <a:pt x="99" y="4"/>
                      </a:lnTo>
                      <a:lnTo>
                        <a:pt x="105" y="31"/>
                      </a:lnTo>
                      <a:lnTo>
                        <a:pt x="108" y="57"/>
                      </a:lnTo>
                      <a:lnTo>
                        <a:pt x="91" y="68"/>
                      </a:lnTo>
                      <a:lnTo>
                        <a:pt x="65" y="76"/>
                      </a:lnTo>
                      <a:lnTo>
                        <a:pt x="35" y="82"/>
                      </a:lnTo>
                      <a:lnTo>
                        <a:pt x="12" y="83"/>
                      </a:lnTo>
                      <a:lnTo>
                        <a:pt x="0" y="80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14542" name="Freeform 206"/>
                <p:cNvSpPr>
                  <a:spLocks/>
                </p:cNvSpPr>
                <p:nvPr/>
              </p:nvSpPr>
              <p:spPr bwMode="auto">
                <a:xfrm>
                  <a:off x="2554" y="1714"/>
                  <a:ext cx="17" cy="46"/>
                </a:xfrm>
                <a:custGeom>
                  <a:avLst/>
                  <a:gdLst/>
                  <a:ahLst/>
                  <a:cxnLst>
                    <a:cxn ang="0">
                      <a:pos x="0" y="46"/>
                    </a:cxn>
                    <a:cxn ang="0">
                      <a:pos x="8" y="28"/>
                    </a:cxn>
                    <a:cxn ang="0">
                      <a:pos x="14" y="13"/>
                    </a:cxn>
                    <a:cxn ang="0">
                      <a:pos x="17" y="0"/>
                    </a:cxn>
                  </a:cxnLst>
                  <a:rect l="0" t="0" r="r" b="b"/>
                  <a:pathLst>
                    <a:path w="17" h="46">
                      <a:moveTo>
                        <a:pt x="0" y="46"/>
                      </a:moveTo>
                      <a:lnTo>
                        <a:pt x="8" y="28"/>
                      </a:lnTo>
                      <a:lnTo>
                        <a:pt x="14" y="13"/>
                      </a:lnTo>
                      <a:lnTo>
                        <a:pt x="17" y="0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14543" name="Freeform 207"/>
                <p:cNvSpPr>
                  <a:spLocks/>
                </p:cNvSpPr>
                <p:nvPr/>
              </p:nvSpPr>
              <p:spPr bwMode="auto">
                <a:xfrm>
                  <a:off x="2538" y="1582"/>
                  <a:ext cx="165" cy="123"/>
                </a:xfrm>
                <a:custGeom>
                  <a:avLst/>
                  <a:gdLst/>
                  <a:ahLst/>
                  <a:cxnLst>
                    <a:cxn ang="0">
                      <a:pos x="10" y="0"/>
                    </a:cxn>
                    <a:cxn ang="0">
                      <a:pos x="0" y="67"/>
                    </a:cxn>
                    <a:cxn ang="0">
                      <a:pos x="0" y="81"/>
                    </a:cxn>
                    <a:cxn ang="0">
                      <a:pos x="2" y="97"/>
                    </a:cxn>
                    <a:cxn ang="0">
                      <a:pos x="10" y="108"/>
                    </a:cxn>
                    <a:cxn ang="0">
                      <a:pos x="26" y="118"/>
                    </a:cxn>
                    <a:cxn ang="0">
                      <a:pos x="42" y="122"/>
                    </a:cxn>
                    <a:cxn ang="0">
                      <a:pos x="64" y="123"/>
                    </a:cxn>
                    <a:cxn ang="0">
                      <a:pos x="87" y="121"/>
                    </a:cxn>
                    <a:cxn ang="0">
                      <a:pos x="108" y="116"/>
                    </a:cxn>
                    <a:cxn ang="0">
                      <a:pos x="125" y="105"/>
                    </a:cxn>
                    <a:cxn ang="0">
                      <a:pos x="143" y="92"/>
                    </a:cxn>
                    <a:cxn ang="0">
                      <a:pos x="156" y="77"/>
                    </a:cxn>
                    <a:cxn ang="0">
                      <a:pos x="164" y="58"/>
                    </a:cxn>
                    <a:cxn ang="0">
                      <a:pos x="165" y="39"/>
                    </a:cxn>
                    <a:cxn ang="0">
                      <a:pos x="161" y="31"/>
                    </a:cxn>
                  </a:cxnLst>
                  <a:rect l="0" t="0" r="r" b="b"/>
                  <a:pathLst>
                    <a:path w="165" h="123">
                      <a:moveTo>
                        <a:pt x="10" y="0"/>
                      </a:moveTo>
                      <a:lnTo>
                        <a:pt x="0" y="67"/>
                      </a:lnTo>
                      <a:lnTo>
                        <a:pt x="0" y="81"/>
                      </a:lnTo>
                      <a:lnTo>
                        <a:pt x="2" y="97"/>
                      </a:lnTo>
                      <a:lnTo>
                        <a:pt x="10" y="108"/>
                      </a:lnTo>
                      <a:lnTo>
                        <a:pt x="26" y="118"/>
                      </a:lnTo>
                      <a:lnTo>
                        <a:pt x="42" y="122"/>
                      </a:lnTo>
                      <a:lnTo>
                        <a:pt x="64" y="123"/>
                      </a:lnTo>
                      <a:lnTo>
                        <a:pt x="87" y="121"/>
                      </a:lnTo>
                      <a:lnTo>
                        <a:pt x="108" y="116"/>
                      </a:lnTo>
                      <a:lnTo>
                        <a:pt x="125" y="105"/>
                      </a:lnTo>
                      <a:lnTo>
                        <a:pt x="143" y="92"/>
                      </a:lnTo>
                      <a:lnTo>
                        <a:pt x="156" y="77"/>
                      </a:lnTo>
                      <a:lnTo>
                        <a:pt x="164" y="58"/>
                      </a:lnTo>
                      <a:lnTo>
                        <a:pt x="165" y="39"/>
                      </a:lnTo>
                      <a:lnTo>
                        <a:pt x="161" y="31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14544" name="Freeform 208"/>
                <p:cNvSpPr>
                  <a:spLocks/>
                </p:cNvSpPr>
                <p:nvPr/>
              </p:nvSpPr>
              <p:spPr bwMode="auto">
                <a:xfrm>
                  <a:off x="2675" y="1490"/>
                  <a:ext cx="172" cy="162"/>
                </a:xfrm>
                <a:custGeom>
                  <a:avLst/>
                  <a:gdLst/>
                  <a:ahLst/>
                  <a:cxnLst>
                    <a:cxn ang="0">
                      <a:pos x="63" y="0"/>
                    </a:cxn>
                    <a:cxn ang="0">
                      <a:pos x="51" y="19"/>
                    </a:cxn>
                    <a:cxn ang="0">
                      <a:pos x="39" y="31"/>
                    </a:cxn>
                    <a:cxn ang="0">
                      <a:pos x="23" y="39"/>
                    </a:cxn>
                    <a:cxn ang="0">
                      <a:pos x="4" y="49"/>
                    </a:cxn>
                    <a:cxn ang="0">
                      <a:pos x="0" y="61"/>
                    </a:cxn>
                    <a:cxn ang="0">
                      <a:pos x="0" y="79"/>
                    </a:cxn>
                    <a:cxn ang="0">
                      <a:pos x="4" y="97"/>
                    </a:cxn>
                    <a:cxn ang="0">
                      <a:pos x="14" y="116"/>
                    </a:cxn>
                    <a:cxn ang="0">
                      <a:pos x="29" y="128"/>
                    </a:cxn>
                    <a:cxn ang="0">
                      <a:pos x="36" y="139"/>
                    </a:cxn>
                    <a:cxn ang="0">
                      <a:pos x="51" y="148"/>
                    </a:cxn>
                    <a:cxn ang="0">
                      <a:pos x="64" y="156"/>
                    </a:cxn>
                    <a:cxn ang="0">
                      <a:pos x="78" y="159"/>
                    </a:cxn>
                    <a:cxn ang="0">
                      <a:pos x="95" y="162"/>
                    </a:cxn>
                    <a:cxn ang="0">
                      <a:pos x="119" y="162"/>
                    </a:cxn>
                    <a:cxn ang="0">
                      <a:pos x="141" y="158"/>
                    </a:cxn>
                    <a:cxn ang="0">
                      <a:pos x="156" y="148"/>
                    </a:cxn>
                    <a:cxn ang="0">
                      <a:pos x="162" y="144"/>
                    </a:cxn>
                    <a:cxn ang="0">
                      <a:pos x="172" y="135"/>
                    </a:cxn>
                  </a:cxnLst>
                  <a:rect l="0" t="0" r="r" b="b"/>
                  <a:pathLst>
                    <a:path w="172" h="162">
                      <a:moveTo>
                        <a:pt x="63" y="0"/>
                      </a:moveTo>
                      <a:lnTo>
                        <a:pt x="51" y="19"/>
                      </a:lnTo>
                      <a:lnTo>
                        <a:pt x="39" y="31"/>
                      </a:lnTo>
                      <a:lnTo>
                        <a:pt x="23" y="39"/>
                      </a:lnTo>
                      <a:lnTo>
                        <a:pt x="4" y="49"/>
                      </a:lnTo>
                      <a:lnTo>
                        <a:pt x="0" y="61"/>
                      </a:lnTo>
                      <a:lnTo>
                        <a:pt x="0" y="79"/>
                      </a:lnTo>
                      <a:lnTo>
                        <a:pt x="4" y="97"/>
                      </a:lnTo>
                      <a:lnTo>
                        <a:pt x="14" y="116"/>
                      </a:lnTo>
                      <a:lnTo>
                        <a:pt x="29" y="128"/>
                      </a:lnTo>
                      <a:lnTo>
                        <a:pt x="36" y="139"/>
                      </a:lnTo>
                      <a:lnTo>
                        <a:pt x="51" y="148"/>
                      </a:lnTo>
                      <a:lnTo>
                        <a:pt x="64" y="156"/>
                      </a:lnTo>
                      <a:lnTo>
                        <a:pt x="78" y="159"/>
                      </a:lnTo>
                      <a:lnTo>
                        <a:pt x="95" y="162"/>
                      </a:lnTo>
                      <a:lnTo>
                        <a:pt x="119" y="162"/>
                      </a:lnTo>
                      <a:lnTo>
                        <a:pt x="141" y="158"/>
                      </a:lnTo>
                      <a:lnTo>
                        <a:pt x="156" y="148"/>
                      </a:lnTo>
                      <a:lnTo>
                        <a:pt x="162" y="144"/>
                      </a:lnTo>
                      <a:lnTo>
                        <a:pt x="172" y="135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14545" name="Freeform 209"/>
                <p:cNvSpPr>
                  <a:spLocks/>
                </p:cNvSpPr>
                <p:nvPr/>
              </p:nvSpPr>
              <p:spPr bwMode="auto">
                <a:xfrm>
                  <a:off x="2678" y="1519"/>
                  <a:ext cx="116" cy="44"/>
                </a:xfrm>
                <a:custGeom>
                  <a:avLst/>
                  <a:gdLst/>
                  <a:ahLst/>
                  <a:cxnLst>
                    <a:cxn ang="0">
                      <a:pos x="0" y="23"/>
                    </a:cxn>
                    <a:cxn ang="0">
                      <a:pos x="22" y="34"/>
                    </a:cxn>
                    <a:cxn ang="0">
                      <a:pos x="47" y="41"/>
                    </a:cxn>
                    <a:cxn ang="0">
                      <a:pos x="64" y="43"/>
                    </a:cxn>
                    <a:cxn ang="0">
                      <a:pos x="81" y="44"/>
                    </a:cxn>
                    <a:cxn ang="0">
                      <a:pos x="95" y="42"/>
                    </a:cxn>
                    <a:cxn ang="0">
                      <a:pos x="103" y="36"/>
                    </a:cxn>
                    <a:cxn ang="0">
                      <a:pos x="108" y="30"/>
                    </a:cxn>
                    <a:cxn ang="0">
                      <a:pos x="116" y="15"/>
                    </a:cxn>
                    <a:cxn ang="0">
                      <a:pos x="113" y="4"/>
                    </a:cxn>
                    <a:cxn ang="0">
                      <a:pos x="92" y="0"/>
                    </a:cxn>
                    <a:cxn ang="0">
                      <a:pos x="74" y="0"/>
                    </a:cxn>
                    <a:cxn ang="0">
                      <a:pos x="53" y="0"/>
                    </a:cxn>
                    <a:cxn ang="0">
                      <a:pos x="39" y="1"/>
                    </a:cxn>
                  </a:cxnLst>
                  <a:rect l="0" t="0" r="r" b="b"/>
                  <a:pathLst>
                    <a:path w="116" h="44">
                      <a:moveTo>
                        <a:pt x="0" y="23"/>
                      </a:moveTo>
                      <a:lnTo>
                        <a:pt x="22" y="34"/>
                      </a:lnTo>
                      <a:lnTo>
                        <a:pt x="47" y="41"/>
                      </a:lnTo>
                      <a:lnTo>
                        <a:pt x="64" y="43"/>
                      </a:lnTo>
                      <a:lnTo>
                        <a:pt x="81" y="44"/>
                      </a:lnTo>
                      <a:lnTo>
                        <a:pt x="95" y="42"/>
                      </a:lnTo>
                      <a:lnTo>
                        <a:pt x="103" y="36"/>
                      </a:lnTo>
                      <a:lnTo>
                        <a:pt x="108" y="30"/>
                      </a:lnTo>
                      <a:lnTo>
                        <a:pt x="116" y="15"/>
                      </a:lnTo>
                      <a:lnTo>
                        <a:pt x="113" y="4"/>
                      </a:lnTo>
                      <a:lnTo>
                        <a:pt x="92" y="0"/>
                      </a:lnTo>
                      <a:lnTo>
                        <a:pt x="74" y="0"/>
                      </a:lnTo>
                      <a:lnTo>
                        <a:pt x="53" y="0"/>
                      </a:lnTo>
                      <a:lnTo>
                        <a:pt x="39" y="1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14546" name="Freeform 210"/>
                <p:cNvSpPr>
                  <a:spLocks/>
                </p:cNvSpPr>
                <p:nvPr/>
              </p:nvSpPr>
              <p:spPr bwMode="auto">
                <a:xfrm>
                  <a:off x="2805" y="1455"/>
                  <a:ext cx="243" cy="180"/>
                </a:xfrm>
                <a:custGeom>
                  <a:avLst/>
                  <a:gdLst/>
                  <a:ahLst/>
                  <a:cxnLst>
                    <a:cxn ang="0">
                      <a:pos x="64" y="0"/>
                    </a:cxn>
                    <a:cxn ang="0">
                      <a:pos x="56" y="15"/>
                    </a:cxn>
                    <a:cxn ang="0">
                      <a:pos x="48" y="34"/>
                    </a:cxn>
                    <a:cxn ang="0">
                      <a:pos x="42" y="44"/>
                    </a:cxn>
                    <a:cxn ang="0">
                      <a:pos x="35" y="51"/>
                    </a:cxn>
                    <a:cxn ang="0">
                      <a:pos x="22" y="61"/>
                    </a:cxn>
                    <a:cxn ang="0">
                      <a:pos x="10" y="69"/>
                    </a:cxn>
                    <a:cxn ang="0">
                      <a:pos x="5" y="77"/>
                    </a:cxn>
                    <a:cxn ang="0">
                      <a:pos x="1" y="85"/>
                    </a:cxn>
                    <a:cxn ang="0">
                      <a:pos x="0" y="98"/>
                    </a:cxn>
                    <a:cxn ang="0">
                      <a:pos x="0" y="112"/>
                    </a:cxn>
                    <a:cxn ang="0">
                      <a:pos x="0" y="126"/>
                    </a:cxn>
                    <a:cxn ang="0">
                      <a:pos x="5" y="139"/>
                    </a:cxn>
                    <a:cxn ang="0">
                      <a:pos x="12" y="147"/>
                    </a:cxn>
                    <a:cxn ang="0">
                      <a:pos x="22" y="158"/>
                    </a:cxn>
                    <a:cxn ang="0">
                      <a:pos x="40" y="169"/>
                    </a:cxn>
                    <a:cxn ang="0">
                      <a:pos x="57" y="175"/>
                    </a:cxn>
                    <a:cxn ang="0">
                      <a:pos x="83" y="180"/>
                    </a:cxn>
                    <a:cxn ang="0">
                      <a:pos x="114" y="180"/>
                    </a:cxn>
                    <a:cxn ang="0">
                      <a:pos x="139" y="176"/>
                    </a:cxn>
                    <a:cxn ang="0">
                      <a:pos x="159" y="165"/>
                    </a:cxn>
                    <a:cxn ang="0">
                      <a:pos x="172" y="152"/>
                    </a:cxn>
                    <a:cxn ang="0">
                      <a:pos x="179" y="138"/>
                    </a:cxn>
                    <a:cxn ang="0">
                      <a:pos x="181" y="125"/>
                    </a:cxn>
                    <a:cxn ang="0">
                      <a:pos x="181" y="111"/>
                    </a:cxn>
                    <a:cxn ang="0">
                      <a:pos x="181" y="102"/>
                    </a:cxn>
                    <a:cxn ang="0">
                      <a:pos x="193" y="107"/>
                    </a:cxn>
                    <a:cxn ang="0">
                      <a:pos x="204" y="111"/>
                    </a:cxn>
                    <a:cxn ang="0">
                      <a:pos x="215" y="114"/>
                    </a:cxn>
                    <a:cxn ang="0">
                      <a:pos x="227" y="115"/>
                    </a:cxn>
                    <a:cxn ang="0">
                      <a:pos x="243" y="114"/>
                    </a:cxn>
                  </a:cxnLst>
                  <a:rect l="0" t="0" r="r" b="b"/>
                  <a:pathLst>
                    <a:path w="243" h="180">
                      <a:moveTo>
                        <a:pt x="64" y="0"/>
                      </a:moveTo>
                      <a:lnTo>
                        <a:pt x="56" y="15"/>
                      </a:lnTo>
                      <a:lnTo>
                        <a:pt x="48" y="34"/>
                      </a:lnTo>
                      <a:lnTo>
                        <a:pt x="42" y="44"/>
                      </a:lnTo>
                      <a:lnTo>
                        <a:pt x="35" y="51"/>
                      </a:lnTo>
                      <a:lnTo>
                        <a:pt x="22" y="61"/>
                      </a:lnTo>
                      <a:lnTo>
                        <a:pt x="10" y="69"/>
                      </a:lnTo>
                      <a:lnTo>
                        <a:pt x="5" y="77"/>
                      </a:lnTo>
                      <a:lnTo>
                        <a:pt x="1" y="85"/>
                      </a:lnTo>
                      <a:lnTo>
                        <a:pt x="0" y="98"/>
                      </a:lnTo>
                      <a:lnTo>
                        <a:pt x="0" y="112"/>
                      </a:lnTo>
                      <a:lnTo>
                        <a:pt x="0" y="126"/>
                      </a:lnTo>
                      <a:lnTo>
                        <a:pt x="5" y="139"/>
                      </a:lnTo>
                      <a:lnTo>
                        <a:pt x="12" y="147"/>
                      </a:lnTo>
                      <a:lnTo>
                        <a:pt x="22" y="158"/>
                      </a:lnTo>
                      <a:lnTo>
                        <a:pt x="40" y="169"/>
                      </a:lnTo>
                      <a:lnTo>
                        <a:pt x="57" y="175"/>
                      </a:lnTo>
                      <a:lnTo>
                        <a:pt x="83" y="180"/>
                      </a:lnTo>
                      <a:lnTo>
                        <a:pt x="114" y="180"/>
                      </a:lnTo>
                      <a:lnTo>
                        <a:pt x="139" y="176"/>
                      </a:lnTo>
                      <a:lnTo>
                        <a:pt x="159" y="165"/>
                      </a:lnTo>
                      <a:lnTo>
                        <a:pt x="172" y="152"/>
                      </a:lnTo>
                      <a:lnTo>
                        <a:pt x="179" y="138"/>
                      </a:lnTo>
                      <a:lnTo>
                        <a:pt x="181" y="125"/>
                      </a:lnTo>
                      <a:lnTo>
                        <a:pt x="181" y="111"/>
                      </a:lnTo>
                      <a:lnTo>
                        <a:pt x="181" y="102"/>
                      </a:lnTo>
                      <a:lnTo>
                        <a:pt x="193" y="107"/>
                      </a:lnTo>
                      <a:lnTo>
                        <a:pt x="204" y="111"/>
                      </a:lnTo>
                      <a:lnTo>
                        <a:pt x="215" y="114"/>
                      </a:lnTo>
                      <a:lnTo>
                        <a:pt x="227" y="115"/>
                      </a:lnTo>
                      <a:lnTo>
                        <a:pt x="243" y="114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14547" name="Freeform 211"/>
                <p:cNvSpPr>
                  <a:spLocks/>
                </p:cNvSpPr>
                <p:nvPr/>
              </p:nvSpPr>
              <p:spPr bwMode="auto">
                <a:xfrm>
                  <a:off x="2810" y="1501"/>
                  <a:ext cx="114" cy="44"/>
                </a:xfrm>
                <a:custGeom>
                  <a:avLst/>
                  <a:gdLst/>
                  <a:ahLst/>
                  <a:cxnLst>
                    <a:cxn ang="0">
                      <a:pos x="43" y="0"/>
                    </a:cxn>
                    <a:cxn ang="0">
                      <a:pos x="59" y="4"/>
                    </a:cxn>
                    <a:cxn ang="0">
                      <a:pos x="88" y="2"/>
                    </a:cxn>
                    <a:cxn ang="0">
                      <a:pos x="102" y="2"/>
                    </a:cxn>
                    <a:cxn ang="0">
                      <a:pos x="114" y="2"/>
                    </a:cxn>
                    <a:cxn ang="0">
                      <a:pos x="110" y="11"/>
                    </a:cxn>
                    <a:cxn ang="0">
                      <a:pos x="102" y="19"/>
                    </a:cxn>
                    <a:cxn ang="0">
                      <a:pos x="93" y="28"/>
                    </a:cxn>
                    <a:cxn ang="0">
                      <a:pos x="80" y="36"/>
                    </a:cxn>
                    <a:cxn ang="0">
                      <a:pos x="68" y="40"/>
                    </a:cxn>
                    <a:cxn ang="0">
                      <a:pos x="53" y="43"/>
                    </a:cxn>
                    <a:cxn ang="0">
                      <a:pos x="35" y="44"/>
                    </a:cxn>
                    <a:cxn ang="0">
                      <a:pos x="13" y="41"/>
                    </a:cxn>
                    <a:cxn ang="0">
                      <a:pos x="3" y="36"/>
                    </a:cxn>
                    <a:cxn ang="0">
                      <a:pos x="0" y="32"/>
                    </a:cxn>
                  </a:cxnLst>
                  <a:rect l="0" t="0" r="r" b="b"/>
                  <a:pathLst>
                    <a:path w="114" h="44">
                      <a:moveTo>
                        <a:pt x="43" y="0"/>
                      </a:moveTo>
                      <a:lnTo>
                        <a:pt x="59" y="4"/>
                      </a:lnTo>
                      <a:lnTo>
                        <a:pt x="88" y="2"/>
                      </a:lnTo>
                      <a:lnTo>
                        <a:pt x="102" y="2"/>
                      </a:lnTo>
                      <a:lnTo>
                        <a:pt x="114" y="2"/>
                      </a:lnTo>
                      <a:lnTo>
                        <a:pt x="110" y="11"/>
                      </a:lnTo>
                      <a:lnTo>
                        <a:pt x="102" y="19"/>
                      </a:lnTo>
                      <a:lnTo>
                        <a:pt x="93" y="28"/>
                      </a:lnTo>
                      <a:lnTo>
                        <a:pt x="80" y="36"/>
                      </a:lnTo>
                      <a:lnTo>
                        <a:pt x="68" y="40"/>
                      </a:lnTo>
                      <a:lnTo>
                        <a:pt x="53" y="43"/>
                      </a:lnTo>
                      <a:lnTo>
                        <a:pt x="35" y="44"/>
                      </a:lnTo>
                      <a:lnTo>
                        <a:pt x="13" y="41"/>
                      </a:lnTo>
                      <a:lnTo>
                        <a:pt x="3" y="36"/>
                      </a:lnTo>
                      <a:lnTo>
                        <a:pt x="0" y="32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14548" name="Freeform 212"/>
                <p:cNvSpPr>
                  <a:spLocks/>
                </p:cNvSpPr>
                <p:nvPr/>
              </p:nvSpPr>
              <p:spPr bwMode="auto">
                <a:xfrm>
                  <a:off x="2983" y="1421"/>
                  <a:ext cx="171" cy="19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2" y="15"/>
                    </a:cxn>
                    <a:cxn ang="0">
                      <a:pos x="4" y="27"/>
                    </a:cxn>
                    <a:cxn ang="0">
                      <a:pos x="8" y="46"/>
                    </a:cxn>
                    <a:cxn ang="0">
                      <a:pos x="14" y="71"/>
                    </a:cxn>
                    <a:cxn ang="0">
                      <a:pos x="25" y="99"/>
                    </a:cxn>
                    <a:cxn ang="0">
                      <a:pos x="34" y="113"/>
                    </a:cxn>
                    <a:cxn ang="0">
                      <a:pos x="47" y="132"/>
                    </a:cxn>
                    <a:cxn ang="0">
                      <a:pos x="58" y="144"/>
                    </a:cxn>
                    <a:cxn ang="0">
                      <a:pos x="74" y="153"/>
                    </a:cxn>
                    <a:cxn ang="0">
                      <a:pos x="90" y="161"/>
                    </a:cxn>
                    <a:cxn ang="0">
                      <a:pos x="114" y="166"/>
                    </a:cxn>
                    <a:cxn ang="0">
                      <a:pos x="126" y="167"/>
                    </a:cxn>
                    <a:cxn ang="0">
                      <a:pos x="134" y="166"/>
                    </a:cxn>
                    <a:cxn ang="0">
                      <a:pos x="146" y="177"/>
                    </a:cxn>
                    <a:cxn ang="0">
                      <a:pos x="157" y="183"/>
                    </a:cxn>
                    <a:cxn ang="0">
                      <a:pos x="171" y="192"/>
                    </a:cxn>
                  </a:cxnLst>
                  <a:rect l="0" t="0" r="r" b="b"/>
                  <a:pathLst>
                    <a:path w="171" h="192">
                      <a:moveTo>
                        <a:pt x="0" y="0"/>
                      </a:moveTo>
                      <a:lnTo>
                        <a:pt x="2" y="15"/>
                      </a:lnTo>
                      <a:lnTo>
                        <a:pt x="4" y="27"/>
                      </a:lnTo>
                      <a:lnTo>
                        <a:pt x="8" y="46"/>
                      </a:lnTo>
                      <a:lnTo>
                        <a:pt x="14" y="71"/>
                      </a:lnTo>
                      <a:lnTo>
                        <a:pt x="25" y="99"/>
                      </a:lnTo>
                      <a:lnTo>
                        <a:pt x="34" y="113"/>
                      </a:lnTo>
                      <a:lnTo>
                        <a:pt x="47" y="132"/>
                      </a:lnTo>
                      <a:lnTo>
                        <a:pt x="58" y="144"/>
                      </a:lnTo>
                      <a:lnTo>
                        <a:pt x="74" y="153"/>
                      </a:lnTo>
                      <a:lnTo>
                        <a:pt x="90" y="161"/>
                      </a:lnTo>
                      <a:lnTo>
                        <a:pt x="114" y="166"/>
                      </a:lnTo>
                      <a:lnTo>
                        <a:pt x="126" y="167"/>
                      </a:lnTo>
                      <a:lnTo>
                        <a:pt x="134" y="166"/>
                      </a:lnTo>
                      <a:lnTo>
                        <a:pt x="146" y="177"/>
                      </a:lnTo>
                      <a:lnTo>
                        <a:pt x="157" y="183"/>
                      </a:lnTo>
                      <a:lnTo>
                        <a:pt x="171" y="192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14549" name="Freeform 213"/>
                <p:cNvSpPr>
                  <a:spLocks/>
                </p:cNvSpPr>
                <p:nvPr/>
              </p:nvSpPr>
              <p:spPr bwMode="auto">
                <a:xfrm>
                  <a:off x="3436" y="1412"/>
                  <a:ext cx="112" cy="1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28" y="3"/>
                    </a:cxn>
                    <a:cxn ang="0">
                      <a:pos x="51" y="3"/>
                    </a:cxn>
                    <a:cxn ang="0">
                      <a:pos x="73" y="7"/>
                    </a:cxn>
                    <a:cxn ang="0">
                      <a:pos x="91" y="10"/>
                    </a:cxn>
                    <a:cxn ang="0">
                      <a:pos x="112" y="18"/>
                    </a:cxn>
                  </a:cxnLst>
                  <a:rect l="0" t="0" r="r" b="b"/>
                  <a:pathLst>
                    <a:path w="112" h="18">
                      <a:moveTo>
                        <a:pt x="0" y="0"/>
                      </a:moveTo>
                      <a:lnTo>
                        <a:pt x="28" y="3"/>
                      </a:lnTo>
                      <a:lnTo>
                        <a:pt x="51" y="3"/>
                      </a:lnTo>
                      <a:lnTo>
                        <a:pt x="73" y="7"/>
                      </a:lnTo>
                      <a:lnTo>
                        <a:pt x="91" y="10"/>
                      </a:lnTo>
                      <a:lnTo>
                        <a:pt x="112" y="18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14550" name="Freeform 214"/>
                <p:cNvSpPr>
                  <a:spLocks/>
                </p:cNvSpPr>
                <p:nvPr/>
              </p:nvSpPr>
              <p:spPr bwMode="auto">
                <a:xfrm>
                  <a:off x="3475" y="1357"/>
                  <a:ext cx="153" cy="59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20" y="0"/>
                    </a:cxn>
                    <a:cxn ang="0">
                      <a:pos x="42" y="2"/>
                    </a:cxn>
                    <a:cxn ang="0">
                      <a:pos x="64" y="5"/>
                    </a:cxn>
                    <a:cxn ang="0">
                      <a:pos x="82" y="9"/>
                    </a:cxn>
                    <a:cxn ang="0">
                      <a:pos x="103" y="16"/>
                    </a:cxn>
                    <a:cxn ang="0">
                      <a:pos x="119" y="26"/>
                    </a:cxn>
                    <a:cxn ang="0">
                      <a:pos x="132" y="35"/>
                    </a:cxn>
                    <a:cxn ang="0">
                      <a:pos x="143" y="46"/>
                    </a:cxn>
                    <a:cxn ang="0">
                      <a:pos x="153" y="59"/>
                    </a:cxn>
                  </a:cxnLst>
                  <a:rect l="0" t="0" r="r" b="b"/>
                  <a:pathLst>
                    <a:path w="153" h="59">
                      <a:moveTo>
                        <a:pt x="0" y="1"/>
                      </a:moveTo>
                      <a:lnTo>
                        <a:pt x="20" y="0"/>
                      </a:lnTo>
                      <a:lnTo>
                        <a:pt x="42" y="2"/>
                      </a:lnTo>
                      <a:lnTo>
                        <a:pt x="64" y="5"/>
                      </a:lnTo>
                      <a:lnTo>
                        <a:pt x="82" y="9"/>
                      </a:lnTo>
                      <a:lnTo>
                        <a:pt x="103" y="16"/>
                      </a:lnTo>
                      <a:lnTo>
                        <a:pt x="119" y="26"/>
                      </a:lnTo>
                      <a:lnTo>
                        <a:pt x="132" y="35"/>
                      </a:lnTo>
                      <a:lnTo>
                        <a:pt x="143" y="46"/>
                      </a:lnTo>
                      <a:lnTo>
                        <a:pt x="153" y="59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14551" name="Freeform 215"/>
                <p:cNvSpPr>
                  <a:spLocks/>
                </p:cNvSpPr>
                <p:nvPr/>
              </p:nvSpPr>
              <p:spPr bwMode="auto">
                <a:xfrm>
                  <a:off x="3861" y="1826"/>
                  <a:ext cx="97" cy="62"/>
                </a:xfrm>
                <a:custGeom>
                  <a:avLst/>
                  <a:gdLst/>
                  <a:ahLst/>
                  <a:cxnLst>
                    <a:cxn ang="0">
                      <a:pos x="97" y="0"/>
                    </a:cxn>
                    <a:cxn ang="0">
                      <a:pos x="79" y="12"/>
                    </a:cxn>
                    <a:cxn ang="0">
                      <a:pos x="53" y="27"/>
                    </a:cxn>
                    <a:cxn ang="0">
                      <a:pos x="28" y="40"/>
                    </a:cxn>
                    <a:cxn ang="0">
                      <a:pos x="10" y="51"/>
                    </a:cxn>
                    <a:cxn ang="0">
                      <a:pos x="0" y="62"/>
                    </a:cxn>
                  </a:cxnLst>
                  <a:rect l="0" t="0" r="r" b="b"/>
                  <a:pathLst>
                    <a:path w="97" h="62">
                      <a:moveTo>
                        <a:pt x="97" y="0"/>
                      </a:moveTo>
                      <a:lnTo>
                        <a:pt x="79" y="12"/>
                      </a:lnTo>
                      <a:lnTo>
                        <a:pt x="53" y="27"/>
                      </a:lnTo>
                      <a:lnTo>
                        <a:pt x="28" y="40"/>
                      </a:lnTo>
                      <a:lnTo>
                        <a:pt x="10" y="51"/>
                      </a:lnTo>
                      <a:lnTo>
                        <a:pt x="0" y="62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14552" name="Freeform 216"/>
                <p:cNvSpPr>
                  <a:spLocks/>
                </p:cNvSpPr>
                <p:nvPr/>
              </p:nvSpPr>
              <p:spPr bwMode="auto">
                <a:xfrm>
                  <a:off x="4084" y="1314"/>
                  <a:ext cx="19" cy="164"/>
                </a:xfrm>
                <a:custGeom>
                  <a:avLst/>
                  <a:gdLst/>
                  <a:ahLst/>
                  <a:cxnLst>
                    <a:cxn ang="0">
                      <a:pos x="0" y="164"/>
                    </a:cxn>
                    <a:cxn ang="0">
                      <a:pos x="4" y="128"/>
                    </a:cxn>
                    <a:cxn ang="0">
                      <a:pos x="7" y="89"/>
                    </a:cxn>
                    <a:cxn ang="0">
                      <a:pos x="8" y="53"/>
                    </a:cxn>
                    <a:cxn ang="0">
                      <a:pos x="11" y="40"/>
                    </a:cxn>
                    <a:cxn ang="0">
                      <a:pos x="19" y="0"/>
                    </a:cxn>
                  </a:cxnLst>
                  <a:rect l="0" t="0" r="r" b="b"/>
                  <a:pathLst>
                    <a:path w="19" h="164">
                      <a:moveTo>
                        <a:pt x="0" y="164"/>
                      </a:moveTo>
                      <a:lnTo>
                        <a:pt x="4" y="128"/>
                      </a:lnTo>
                      <a:lnTo>
                        <a:pt x="7" y="89"/>
                      </a:lnTo>
                      <a:lnTo>
                        <a:pt x="8" y="53"/>
                      </a:lnTo>
                      <a:lnTo>
                        <a:pt x="11" y="40"/>
                      </a:lnTo>
                      <a:lnTo>
                        <a:pt x="19" y="0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</p:grpSp>
        </p:grpSp>
        <p:grpSp>
          <p:nvGrpSpPr>
            <p:cNvPr id="14553" name="Group 217"/>
            <p:cNvGrpSpPr>
              <a:grpSpLocks/>
            </p:cNvGrpSpPr>
            <p:nvPr/>
          </p:nvGrpSpPr>
          <p:grpSpPr bwMode="auto">
            <a:xfrm>
              <a:off x="1256" y="3293"/>
              <a:ext cx="979" cy="512"/>
              <a:chOff x="1256" y="2676"/>
              <a:chExt cx="979" cy="512"/>
            </a:xfrm>
          </p:grpSpPr>
          <p:grpSp>
            <p:nvGrpSpPr>
              <p:cNvPr id="14554" name="Group 218"/>
              <p:cNvGrpSpPr>
                <a:grpSpLocks/>
              </p:cNvGrpSpPr>
              <p:nvPr/>
            </p:nvGrpSpPr>
            <p:grpSpPr bwMode="auto">
              <a:xfrm>
                <a:off x="2012" y="2676"/>
                <a:ext cx="223" cy="141"/>
                <a:chOff x="2012" y="2676"/>
                <a:chExt cx="223" cy="141"/>
              </a:xfrm>
            </p:grpSpPr>
            <p:grpSp>
              <p:nvGrpSpPr>
                <p:cNvPr id="14555" name="Group 219"/>
                <p:cNvGrpSpPr>
                  <a:grpSpLocks/>
                </p:cNvGrpSpPr>
                <p:nvPr/>
              </p:nvGrpSpPr>
              <p:grpSpPr bwMode="auto">
                <a:xfrm>
                  <a:off x="2012" y="2676"/>
                  <a:ext cx="223" cy="141"/>
                  <a:chOff x="2012" y="2676"/>
                  <a:chExt cx="223" cy="141"/>
                </a:xfrm>
              </p:grpSpPr>
              <p:sp>
                <p:nvSpPr>
                  <p:cNvPr id="14556" name="Freeform 220"/>
                  <p:cNvSpPr>
                    <a:spLocks/>
                  </p:cNvSpPr>
                  <p:nvPr/>
                </p:nvSpPr>
                <p:spPr bwMode="auto">
                  <a:xfrm>
                    <a:off x="2012" y="2676"/>
                    <a:ext cx="223" cy="141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55" y="11"/>
                      </a:cxn>
                      <a:cxn ang="0">
                        <a:pos x="79" y="15"/>
                      </a:cxn>
                      <a:cxn ang="0">
                        <a:pos x="115" y="18"/>
                      </a:cxn>
                      <a:cxn ang="0">
                        <a:pos x="150" y="15"/>
                      </a:cxn>
                      <a:cxn ang="0">
                        <a:pos x="185" y="15"/>
                      </a:cxn>
                      <a:cxn ang="0">
                        <a:pos x="223" y="11"/>
                      </a:cxn>
                      <a:cxn ang="0">
                        <a:pos x="223" y="75"/>
                      </a:cxn>
                      <a:cxn ang="0">
                        <a:pos x="223" y="134"/>
                      </a:cxn>
                      <a:cxn ang="0">
                        <a:pos x="170" y="139"/>
                      </a:cxn>
                      <a:cxn ang="0">
                        <a:pos x="132" y="141"/>
                      </a:cxn>
                      <a:cxn ang="0">
                        <a:pos x="86" y="139"/>
                      </a:cxn>
                      <a:cxn ang="0">
                        <a:pos x="42" y="132"/>
                      </a:cxn>
                      <a:cxn ang="0">
                        <a:pos x="11" y="123"/>
                      </a:cxn>
                      <a:cxn ang="0">
                        <a:pos x="0" y="119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223" h="141">
                        <a:moveTo>
                          <a:pt x="0" y="0"/>
                        </a:moveTo>
                        <a:lnTo>
                          <a:pt x="55" y="11"/>
                        </a:lnTo>
                        <a:lnTo>
                          <a:pt x="79" y="15"/>
                        </a:lnTo>
                        <a:lnTo>
                          <a:pt x="115" y="18"/>
                        </a:lnTo>
                        <a:lnTo>
                          <a:pt x="150" y="15"/>
                        </a:lnTo>
                        <a:lnTo>
                          <a:pt x="185" y="15"/>
                        </a:lnTo>
                        <a:lnTo>
                          <a:pt x="223" y="11"/>
                        </a:lnTo>
                        <a:lnTo>
                          <a:pt x="223" y="75"/>
                        </a:lnTo>
                        <a:lnTo>
                          <a:pt x="223" y="134"/>
                        </a:lnTo>
                        <a:lnTo>
                          <a:pt x="170" y="139"/>
                        </a:lnTo>
                        <a:lnTo>
                          <a:pt x="132" y="141"/>
                        </a:lnTo>
                        <a:lnTo>
                          <a:pt x="86" y="139"/>
                        </a:lnTo>
                        <a:lnTo>
                          <a:pt x="42" y="132"/>
                        </a:lnTo>
                        <a:lnTo>
                          <a:pt x="11" y="123"/>
                        </a:lnTo>
                        <a:lnTo>
                          <a:pt x="0" y="119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4557" name="Freeform 221"/>
                  <p:cNvSpPr>
                    <a:spLocks/>
                  </p:cNvSpPr>
                  <p:nvPr/>
                </p:nvSpPr>
                <p:spPr bwMode="auto">
                  <a:xfrm>
                    <a:off x="2035" y="2700"/>
                    <a:ext cx="173" cy="97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26" y="4"/>
                      </a:cxn>
                      <a:cxn ang="0">
                        <a:pos x="48" y="8"/>
                      </a:cxn>
                      <a:cxn ang="0">
                        <a:pos x="64" y="10"/>
                      </a:cxn>
                      <a:cxn ang="0">
                        <a:pos x="88" y="12"/>
                      </a:cxn>
                      <a:cxn ang="0">
                        <a:pos x="113" y="12"/>
                      </a:cxn>
                      <a:cxn ang="0">
                        <a:pos x="137" y="10"/>
                      </a:cxn>
                      <a:cxn ang="0">
                        <a:pos x="173" y="7"/>
                      </a:cxn>
                      <a:cxn ang="0">
                        <a:pos x="173" y="92"/>
                      </a:cxn>
                      <a:cxn ang="0">
                        <a:pos x="155" y="94"/>
                      </a:cxn>
                      <a:cxn ang="0">
                        <a:pos x="126" y="97"/>
                      </a:cxn>
                      <a:cxn ang="0">
                        <a:pos x="100" y="97"/>
                      </a:cxn>
                      <a:cxn ang="0">
                        <a:pos x="69" y="95"/>
                      </a:cxn>
                      <a:cxn ang="0">
                        <a:pos x="38" y="91"/>
                      </a:cxn>
                      <a:cxn ang="0">
                        <a:pos x="18" y="86"/>
                      </a:cxn>
                      <a:cxn ang="0">
                        <a:pos x="0" y="82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173" h="97">
                        <a:moveTo>
                          <a:pt x="0" y="0"/>
                        </a:moveTo>
                        <a:lnTo>
                          <a:pt x="26" y="4"/>
                        </a:lnTo>
                        <a:lnTo>
                          <a:pt x="48" y="8"/>
                        </a:lnTo>
                        <a:lnTo>
                          <a:pt x="64" y="10"/>
                        </a:lnTo>
                        <a:lnTo>
                          <a:pt x="88" y="12"/>
                        </a:lnTo>
                        <a:lnTo>
                          <a:pt x="113" y="12"/>
                        </a:lnTo>
                        <a:lnTo>
                          <a:pt x="137" y="10"/>
                        </a:lnTo>
                        <a:lnTo>
                          <a:pt x="173" y="7"/>
                        </a:lnTo>
                        <a:lnTo>
                          <a:pt x="173" y="92"/>
                        </a:lnTo>
                        <a:lnTo>
                          <a:pt x="155" y="94"/>
                        </a:lnTo>
                        <a:lnTo>
                          <a:pt x="126" y="97"/>
                        </a:lnTo>
                        <a:lnTo>
                          <a:pt x="100" y="97"/>
                        </a:lnTo>
                        <a:lnTo>
                          <a:pt x="69" y="95"/>
                        </a:lnTo>
                        <a:lnTo>
                          <a:pt x="38" y="91"/>
                        </a:lnTo>
                        <a:lnTo>
                          <a:pt x="18" y="86"/>
                        </a:lnTo>
                        <a:lnTo>
                          <a:pt x="0" y="8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sp>
              <p:nvSpPr>
                <p:cNvPr id="14558" name="Freeform 222"/>
                <p:cNvSpPr>
                  <a:spLocks/>
                </p:cNvSpPr>
                <p:nvPr/>
              </p:nvSpPr>
              <p:spPr bwMode="auto">
                <a:xfrm>
                  <a:off x="2023" y="2740"/>
                  <a:ext cx="158" cy="73"/>
                </a:xfrm>
                <a:custGeom>
                  <a:avLst/>
                  <a:gdLst/>
                  <a:ahLst/>
                  <a:cxnLst>
                    <a:cxn ang="0">
                      <a:pos x="44" y="0"/>
                    </a:cxn>
                    <a:cxn ang="0">
                      <a:pos x="25" y="15"/>
                    </a:cxn>
                    <a:cxn ang="0">
                      <a:pos x="9" y="29"/>
                    </a:cxn>
                    <a:cxn ang="0">
                      <a:pos x="2" y="44"/>
                    </a:cxn>
                    <a:cxn ang="0">
                      <a:pos x="0" y="57"/>
                    </a:cxn>
                    <a:cxn ang="0">
                      <a:pos x="9" y="66"/>
                    </a:cxn>
                    <a:cxn ang="0">
                      <a:pos x="30" y="73"/>
                    </a:cxn>
                    <a:cxn ang="0">
                      <a:pos x="53" y="73"/>
                    </a:cxn>
                    <a:cxn ang="0">
                      <a:pos x="80" y="73"/>
                    </a:cxn>
                    <a:cxn ang="0">
                      <a:pos x="101" y="66"/>
                    </a:cxn>
                    <a:cxn ang="0">
                      <a:pos x="124" y="57"/>
                    </a:cxn>
                    <a:cxn ang="0">
                      <a:pos x="135" y="44"/>
                    </a:cxn>
                    <a:cxn ang="0">
                      <a:pos x="158" y="18"/>
                    </a:cxn>
                  </a:cxnLst>
                  <a:rect l="0" t="0" r="r" b="b"/>
                  <a:pathLst>
                    <a:path w="158" h="73">
                      <a:moveTo>
                        <a:pt x="44" y="0"/>
                      </a:moveTo>
                      <a:lnTo>
                        <a:pt x="25" y="15"/>
                      </a:lnTo>
                      <a:lnTo>
                        <a:pt x="9" y="29"/>
                      </a:lnTo>
                      <a:lnTo>
                        <a:pt x="2" y="44"/>
                      </a:lnTo>
                      <a:lnTo>
                        <a:pt x="0" y="57"/>
                      </a:lnTo>
                      <a:lnTo>
                        <a:pt x="9" y="66"/>
                      </a:lnTo>
                      <a:lnTo>
                        <a:pt x="30" y="73"/>
                      </a:lnTo>
                      <a:lnTo>
                        <a:pt x="53" y="73"/>
                      </a:lnTo>
                      <a:lnTo>
                        <a:pt x="80" y="73"/>
                      </a:lnTo>
                      <a:lnTo>
                        <a:pt x="101" y="66"/>
                      </a:lnTo>
                      <a:lnTo>
                        <a:pt x="124" y="57"/>
                      </a:lnTo>
                      <a:lnTo>
                        <a:pt x="135" y="44"/>
                      </a:lnTo>
                      <a:lnTo>
                        <a:pt x="158" y="18"/>
                      </a:lnTo>
                    </a:path>
                  </a:pathLst>
                </a:custGeom>
                <a:noFill/>
                <a:ln w="762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sp>
            <p:nvSpPr>
              <p:cNvPr id="14559" name="Freeform 223"/>
              <p:cNvSpPr>
                <a:spLocks/>
              </p:cNvSpPr>
              <p:nvPr/>
            </p:nvSpPr>
            <p:spPr bwMode="auto">
              <a:xfrm>
                <a:off x="1256" y="3059"/>
                <a:ext cx="258" cy="129"/>
              </a:xfrm>
              <a:custGeom>
                <a:avLst/>
                <a:gdLst/>
                <a:ahLst/>
                <a:cxnLst>
                  <a:cxn ang="0">
                    <a:pos x="219" y="0"/>
                  </a:cxn>
                  <a:cxn ang="0">
                    <a:pos x="246" y="6"/>
                  </a:cxn>
                  <a:cxn ang="0">
                    <a:pos x="258" y="32"/>
                  </a:cxn>
                  <a:cxn ang="0">
                    <a:pos x="255" y="53"/>
                  </a:cxn>
                  <a:cxn ang="0">
                    <a:pos x="237" y="76"/>
                  </a:cxn>
                  <a:cxn ang="0">
                    <a:pos x="196" y="103"/>
                  </a:cxn>
                  <a:cxn ang="0">
                    <a:pos x="140" y="118"/>
                  </a:cxn>
                  <a:cxn ang="0">
                    <a:pos x="78" y="126"/>
                  </a:cxn>
                  <a:cxn ang="0">
                    <a:pos x="41" y="129"/>
                  </a:cxn>
                  <a:cxn ang="0">
                    <a:pos x="20" y="123"/>
                  </a:cxn>
                  <a:cxn ang="0">
                    <a:pos x="3" y="115"/>
                  </a:cxn>
                  <a:cxn ang="0">
                    <a:pos x="0" y="97"/>
                  </a:cxn>
                  <a:cxn ang="0">
                    <a:pos x="0" y="79"/>
                  </a:cxn>
                  <a:cxn ang="0">
                    <a:pos x="12" y="68"/>
                  </a:cxn>
                </a:cxnLst>
                <a:rect l="0" t="0" r="r" b="b"/>
                <a:pathLst>
                  <a:path w="258" h="129">
                    <a:moveTo>
                      <a:pt x="219" y="0"/>
                    </a:moveTo>
                    <a:lnTo>
                      <a:pt x="246" y="6"/>
                    </a:lnTo>
                    <a:lnTo>
                      <a:pt x="258" y="32"/>
                    </a:lnTo>
                    <a:lnTo>
                      <a:pt x="255" y="53"/>
                    </a:lnTo>
                    <a:lnTo>
                      <a:pt x="237" y="76"/>
                    </a:lnTo>
                    <a:lnTo>
                      <a:pt x="196" y="103"/>
                    </a:lnTo>
                    <a:lnTo>
                      <a:pt x="140" y="118"/>
                    </a:lnTo>
                    <a:lnTo>
                      <a:pt x="78" y="126"/>
                    </a:lnTo>
                    <a:lnTo>
                      <a:pt x="41" y="129"/>
                    </a:lnTo>
                    <a:lnTo>
                      <a:pt x="20" y="123"/>
                    </a:lnTo>
                    <a:lnTo>
                      <a:pt x="3" y="115"/>
                    </a:lnTo>
                    <a:lnTo>
                      <a:pt x="0" y="97"/>
                    </a:lnTo>
                    <a:lnTo>
                      <a:pt x="0" y="79"/>
                    </a:lnTo>
                    <a:lnTo>
                      <a:pt x="12" y="68"/>
                    </a:lnTo>
                  </a:path>
                </a:pathLst>
              </a:custGeom>
              <a:noFill/>
              <a:ln w="762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4560" name="Freeform 224"/>
              <p:cNvSpPr>
                <a:spLocks/>
              </p:cNvSpPr>
              <p:nvPr/>
            </p:nvSpPr>
            <p:spPr bwMode="auto">
              <a:xfrm>
                <a:off x="1492" y="3006"/>
                <a:ext cx="185" cy="127"/>
              </a:xfrm>
              <a:custGeom>
                <a:avLst/>
                <a:gdLst/>
                <a:ahLst/>
                <a:cxnLst>
                  <a:cxn ang="0">
                    <a:pos x="159" y="6"/>
                  </a:cxn>
                  <a:cxn ang="0">
                    <a:pos x="120" y="0"/>
                  </a:cxn>
                  <a:cxn ang="0">
                    <a:pos x="84" y="6"/>
                  </a:cxn>
                  <a:cxn ang="0">
                    <a:pos x="60" y="14"/>
                  </a:cxn>
                  <a:cxn ang="0">
                    <a:pos x="43" y="25"/>
                  </a:cxn>
                  <a:cxn ang="0">
                    <a:pos x="21" y="41"/>
                  </a:cxn>
                  <a:cxn ang="0">
                    <a:pos x="4" y="62"/>
                  </a:cxn>
                  <a:cxn ang="0">
                    <a:pos x="0" y="87"/>
                  </a:cxn>
                  <a:cxn ang="0">
                    <a:pos x="7" y="111"/>
                  </a:cxn>
                  <a:cxn ang="0">
                    <a:pos x="24" y="121"/>
                  </a:cxn>
                  <a:cxn ang="0">
                    <a:pos x="53" y="127"/>
                  </a:cxn>
                  <a:cxn ang="0">
                    <a:pos x="94" y="121"/>
                  </a:cxn>
                  <a:cxn ang="0">
                    <a:pos x="130" y="108"/>
                  </a:cxn>
                  <a:cxn ang="0">
                    <a:pos x="156" y="89"/>
                  </a:cxn>
                  <a:cxn ang="0">
                    <a:pos x="175" y="68"/>
                  </a:cxn>
                  <a:cxn ang="0">
                    <a:pos x="185" y="43"/>
                  </a:cxn>
                  <a:cxn ang="0">
                    <a:pos x="180" y="22"/>
                  </a:cxn>
                  <a:cxn ang="0">
                    <a:pos x="159" y="6"/>
                  </a:cxn>
                </a:cxnLst>
                <a:rect l="0" t="0" r="r" b="b"/>
                <a:pathLst>
                  <a:path w="185" h="127">
                    <a:moveTo>
                      <a:pt x="159" y="6"/>
                    </a:moveTo>
                    <a:lnTo>
                      <a:pt x="120" y="0"/>
                    </a:lnTo>
                    <a:lnTo>
                      <a:pt x="84" y="6"/>
                    </a:lnTo>
                    <a:lnTo>
                      <a:pt x="60" y="14"/>
                    </a:lnTo>
                    <a:lnTo>
                      <a:pt x="43" y="25"/>
                    </a:lnTo>
                    <a:lnTo>
                      <a:pt x="21" y="41"/>
                    </a:lnTo>
                    <a:lnTo>
                      <a:pt x="4" y="62"/>
                    </a:lnTo>
                    <a:lnTo>
                      <a:pt x="0" y="87"/>
                    </a:lnTo>
                    <a:lnTo>
                      <a:pt x="7" y="111"/>
                    </a:lnTo>
                    <a:lnTo>
                      <a:pt x="24" y="121"/>
                    </a:lnTo>
                    <a:lnTo>
                      <a:pt x="53" y="127"/>
                    </a:lnTo>
                    <a:lnTo>
                      <a:pt x="94" y="121"/>
                    </a:lnTo>
                    <a:lnTo>
                      <a:pt x="130" y="108"/>
                    </a:lnTo>
                    <a:lnTo>
                      <a:pt x="156" y="89"/>
                    </a:lnTo>
                    <a:lnTo>
                      <a:pt x="175" y="68"/>
                    </a:lnTo>
                    <a:lnTo>
                      <a:pt x="185" y="43"/>
                    </a:lnTo>
                    <a:lnTo>
                      <a:pt x="180" y="22"/>
                    </a:lnTo>
                    <a:lnTo>
                      <a:pt x="159" y="6"/>
                    </a:lnTo>
                  </a:path>
                </a:pathLst>
              </a:custGeom>
              <a:noFill/>
              <a:ln w="762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4561" name="Freeform 225"/>
              <p:cNvSpPr>
                <a:spLocks/>
              </p:cNvSpPr>
              <p:nvPr/>
            </p:nvSpPr>
            <p:spPr bwMode="auto">
              <a:xfrm>
                <a:off x="1643" y="2940"/>
                <a:ext cx="194" cy="123"/>
              </a:xfrm>
              <a:custGeom>
                <a:avLst/>
                <a:gdLst/>
                <a:ahLst/>
                <a:cxnLst>
                  <a:cxn ang="0">
                    <a:pos x="167" y="5"/>
                  </a:cxn>
                  <a:cxn ang="0">
                    <a:pos x="127" y="0"/>
                  </a:cxn>
                  <a:cxn ang="0">
                    <a:pos x="89" y="5"/>
                  </a:cxn>
                  <a:cxn ang="0">
                    <a:pos x="63" y="13"/>
                  </a:cxn>
                  <a:cxn ang="0">
                    <a:pos x="46" y="24"/>
                  </a:cxn>
                  <a:cxn ang="0">
                    <a:pos x="23" y="39"/>
                  </a:cxn>
                  <a:cxn ang="0">
                    <a:pos x="5" y="60"/>
                  </a:cxn>
                  <a:cxn ang="0">
                    <a:pos x="0" y="84"/>
                  </a:cxn>
                  <a:cxn ang="0">
                    <a:pos x="8" y="107"/>
                  </a:cxn>
                  <a:cxn ang="0">
                    <a:pos x="25" y="117"/>
                  </a:cxn>
                  <a:cxn ang="0">
                    <a:pos x="56" y="123"/>
                  </a:cxn>
                  <a:cxn ang="0">
                    <a:pos x="99" y="117"/>
                  </a:cxn>
                  <a:cxn ang="0">
                    <a:pos x="137" y="104"/>
                  </a:cxn>
                  <a:cxn ang="0">
                    <a:pos x="164" y="86"/>
                  </a:cxn>
                  <a:cxn ang="0">
                    <a:pos x="184" y="65"/>
                  </a:cxn>
                  <a:cxn ang="0">
                    <a:pos x="194" y="42"/>
                  </a:cxn>
                  <a:cxn ang="0">
                    <a:pos x="189" y="21"/>
                  </a:cxn>
                  <a:cxn ang="0">
                    <a:pos x="167" y="5"/>
                  </a:cxn>
                </a:cxnLst>
                <a:rect l="0" t="0" r="r" b="b"/>
                <a:pathLst>
                  <a:path w="194" h="123">
                    <a:moveTo>
                      <a:pt x="167" y="5"/>
                    </a:moveTo>
                    <a:lnTo>
                      <a:pt x="127" y="0"/>
                    </a:lnTo>
                    <a:lnTo>
                      <a:pt x="89" y="5"/>
                    </a:lnTo>
                    <a:lnTo>
                      <a:pt x="63" y="13"/>
                    </a:lnTo>
                    <a:lnTo>
                      <a:pt x="46" y="24"/>
                    </a:lnTo>
                    <a:lnTo>
                      <a:pt x="23" y="39"/>
                    </a:lnTo>
                    <a:lnTo>
                      <a:pt x="5" y="60"/>
                    </a:lnTo>
                    <a:lnTo>
                      <a:pt x="0" y="84"/>
                    </a:lnTo>
                    <a:lnTo>
                      <a:pt x="8" y="107"/>
                    </a:lnTo>
                    <a:lnTo>
                      <a:pt x="25" y="117"/>
                    </a:lnTo>
                    <a:lnTo>
                      <a:pt x="56" y="123"/>
                    </a:lnTo>
                    <a:lnTo>
                      <a:pt x="99" y="117"/>
                    </a:lnTo>
                    <a:lnTo>
                      <a:pt x="137" y="104"/>
                    </a:lnTo>
                    <a:lnTo>
                      <a:pt x="164" y="86"/>
                    </a:lnTo>
                    <a:lnTo>
                      <a:pt x="184" y="65"/>
                    </a:lnTo>
                    <a:lnTo>
                      <a:pt x="194" y="42"/>
                    </a:lnTo>
                    <a:lnTo>
                      <a:pt x="189" y="21"/>
                    </a:lnTo>
                    <a:lnTo>
                      <a:pt x="167" y="5"/>
                    </a:lnTo>
                  </a:path>
                </a:pathLst>
              </a:custGeom>
              <a:noFill/>
              <a:ln w="762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4562" name="Freeform 226"/>
              <p:cNvSpPr>
                <a:spLocks/>
              </p:cNvSpPr>
              <p:nvPr/>
            </p:nvSpPr>
            <p:spPr bwMode="auto">
              <a:xfrm>
                <a:off x="1796" y="2865"/>
                <a:ext cx="170" cy="121"/>
              </a:xfrm>
              <a:custGeom>
                <a:avLst/>
                <a:gdLst/>
                <a:ahLst/>
                <a:cxnLst>
                  <a:cxn ang="0">
                    <a:pos x="146" y="5"/>
                  </a:cxn>
                  <a:cxn ang="0">
                    <a:pos x="110" y="0"/>
                  </a:cxn>
                  <a:cxn ang="0">
                    <a:pos x="77" y="5"/>
                  </a:cxn>
                  <a:cxn ang="0">
                    <a:pos x="54" y="12"/>
                  </a:cxn>
                  <a:cxn ang="0">
                    <a:pos x="39" y="23"/>
                  </a:cxn>
                  <a:cxn ang="0">
                    <a:pos x="19" y="39"/>
                  </a:cxn>
                  <a:cxn ang="0">
                    <a:pos x="4" y="58"/>
                  </a:cxn>
                  <a:cxn ang="0">
                    <a:pos x="0" y="82"/>
                  </a:cxn>
                  <a:cxn ang="0">
                    <a:pos x="7" y="105"/>
                  </a:cxn>
                  <a:cxn ang="0">
                    <a:pos x="21" y="116"/>
                  </a:cxn>
                  <a:cxn ang="0">
                    <a:pos x="48" y="121"/>
                  </a:cxn>
                  <a:cxn ang="0">
                    <a:pos x="86" y="116"/>
                  </a:cxn>
                  <a:cxn ang="0">
                    <a:pos x="119" y="103"/>
                  </a:cxn>
                  <a:cxn ang="0">
                    <a:pos x="143" y="84"/>
                  </a:cxn>
                  <a:cxn ang="0">
                    <a:pos x="161" y="64"/>
                  </a:cxn>
                  <a:cxn ang="0">
                    <a:pos x="170" y="41"/>
                  </a:cxn>
                  <a:cxn ang="0">
                    <a:pos x="166" y="20"/>
                  </a:cxn>
                  <a:cxn ang="0">
                    <a:pos x="146" y="5"/>
                  </a:cxn>
                </a:cxnLst>
                <a:rect l="0" t="0" r="r" b="b"/>
                <a:pathLst>
                  <a:path w="170" h="121">
                    <a:moveTo>
                      <a:pt x="146" y="5"/>
                    </a:moveTo>
                    <a:lnTo>
                      <a:pt x="110" y="0"/>
                    </a:lnTo>
                    <a:lnTo>
                      <a:pt x="77" y="5"/>
                    </a:lnTo>
                    <a:lnTo>
                      <a:pt x="54" y="12"/>
                    </a:lnTo>
                    <a:lnTo>
                      <a:pt x="39" y="23"/>
                    </a:lnTo>
                    <a:lnTo>
                      <a:pt x="19" y="39"/>
                    </a:lnTo>
                    <a:lnTo>
                      <a:pt x="4" y="58"/>
                    </a:lnTo>
                    <a:lnTo>
                      <a:pt x="0" y="82"/>
                    </a:lnTo>
                    <a:lnTo>
                      <a:pt x="7" y="105"/>
                    </a:lnTo>
                    <a:lnTo>
                      <a:pt x="21" y="116"/>
                    </a:lnTo>
                    <a:lnTo>
                      <a:pt x="48" y="121"/>
                    </a:lnTo>
                    <a:lnTo>
                      <a:pt x="86" y="116"/>
                    </a:lnTo>
                    <a:lnTo>
                      <a:pt x="119" y="103"/>
                    </a:lnTo>
                    <a:lnTo>
                      <a:pt x="143" y="84"/>
                    </a:lnTo>
                    <a:lnTo>
                      <a:pt x="161" y="64"/>
                    </a:lnTo>
                    <a:lnTo>
                      <a:pt x="170" y="41"/>
                    </a:lnTo>
                    <a:lnTo>
                      <a:pt x="166" y="20"/>
                    </a:lnTo>
                    <a:lnTo>
                      <a:pt x="146" y="5"/>
                    </a:lnTo>
                  </a:path>
                </a:pathLst>
              </a:custGeom>
              <a:noFill/>
              <a:ln w="762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4563" name="Freeform 227"/>
              <p:cNvSpPr>
                <a:spLocks/>
              </p:cNvSpPr>
              <p:nvPr/>
            </p:nvSpPr>
            <p:spPr bwMode="auto">
              <a:xfrm>
                <a:off x="1931" y="2800"/>
                <a:ext cx="170" cy="121"/>
              </a:xfrm>
              <a:custGeom>
                <a:avLst/>
                <a:gdLst/>
                <a:ahLst/>
                <a:cxnLst>
                  <a:cxn ang="0">
                    <a:pos x="146" y="5"/>
                  </a:cxn>
                  <a:cxn ang="0">
                    <a:pos x="110" y="0"/>
                  </a:cxn>
                  <a:cxn ang="0">
                    <a:pos x="77" y="5"/>
                  </a:cxn>
                  <a:cxn ang="0">
                    <a:pos x="55" y="13"/>
                  </a:cxn>
                  <a:cxn ang="0">
                    <a:pos x="39" y="23"/>
                  </a:cxn>
                  <a:cxn ang="0">
                    <a:pos x="19" y="39"/>
                  </a:cxn>
                  <a:cxn ang="0">
                    <a:pos x="4" y="59"/>
                  </a:cxn>
                  <a:cxn ang="0">
                    <a:pos x="0" y="83"/>
                  </a:cxn>
                  <a:cxn ang="0">
                    <a:pos x="6" y="106"/>
                  </a:cxn>
                  <a:cxn ang="0">
                    <a:pos x="21" y="116"/>
                  </a:cxn>
                  <a:cxn ang="0">
                    <a:pos x="48" y="121"/>
                  </a:cxn>
                  <a:cxn ang="0">
                    <a:pos x="86" y="116"/>
                  </a:cxn>
                  <a:cxn ang="0">
                    <a:pos x="119" y="104"/>
                  </a:cxn>
                  <a:cxn ang="0">
                    <a:pos x="143" y="86"/>
                  </a:cxn>
                  <a:cxn ang="0">
                    <a:pos x="161" y="65"/>
                  </a:cxn>
                  <a:cxn ang="0">
                    <a:pos x="170" y="41"/>
                  </a:cxn>
                  <a:cxn ang="0">
                    <a:pos x="166" y="21"/>
                  </a:cxn>
                  <a:cxn ang="0">
                    <a:pos x="146" y="5"/>
                  </a:cxn>
                </a:cxnLst>
                <a:rect l="0" t="0" r="r" b="b"/>
                <a:pathLst>
                  <a:path w="170" h="121">
                    <a:moveTo>
                      <a:pt x="146" y="5"/>
                    </a:moveTo>
                    <a:lnTo>
                      <a:pt x="110" y="0"/>
                    </a:lnTo>
                    <a:lnTo>
                      <a:pt x="77" y="5"/>
                    </a:lnTo>
                    <a:lnTo>
                      <a:pt x="55" y="13"/>
                    </a:lnTo>
                    <a:lnTo>
                      <a:pt x="39" y="23"/>
                    </a:lnTo>
                    <a:lnTo>
                      <a:pt x="19" y="39"/>
                    </a:lnTo>
                    <a:lnTo>
                      <a:pt x="4" y="59"/>
                    </a:lnTo>
                    <a:lnTo>
                      <a:pt x="0" y="83"/>
                    </a:lnTo>
                    <a:lnTo>
                      <a:pt x="6" y="106"/>
                    </a:lnTo>
                    <a:lnTo>
                      <a:pt x="21" y="116"/>
                    </a:lnTo>
                    <a:lnTo>
                      <a:pt x="48" y="121"/>
                    </a:lnTo>
                    <a:lnTo>
                      <a:pt x="86" y="116"/>
                    </a:lnTo>
                    <a:lnTo>
                      <a:pt x="119" y="104"/>
                    </a:lnTo>
                    <a:lnTo>
                      <a:pt x="143" y="86"/>
                    </a:lnTo>
                    <a:lnTo>
                      <a:pt x="161" y="65"/>
                    </a:lnTo>
                    <a:lnTo>
                      <a:pt x="170" y="41"/>
                    </a:lnTo>
                    <a:lnTo>
                      <a:pt x="166" y="21"/>
                    </a:lnTo>
                    <a:lnTo>
                      <a:pt x="146" y="5"/>
                    </a:lnTo>
                  </a:path>
                </a:pathLst>
              </a:custGeom>
              <a:noFill/>
              <a:ln w="762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</p:grpSp>
        <p:sp>
          <p:nvSpPr>
            <p:cNvPr id="14564" name="Freeform 228"/>
            <p:cNvSpPr>
              <a:spLocks/>
            </p:cNvSpPr>
            <p:nvPr/>
          </p:nvSpPr>
          <p:spPr bwMode="auto">
            <a:xfrm>
              <a:off x="1240" y="3823"/>
              <a:ext cx="296" cy="170"/>
            </a:xfrm>
            <a:custGeom>
              <a:avLst/>
              <a:gdLst/>
              <a:ahLst/>
              <a:cxnLst>
                <a:cxn ang="0">
                  <a:pos x="86" y="157"/>
                </a:cxn>
                <a:cxn ang="0">
                  <a:pos x="0" y="76"/>
                </a:cxn>
                <a:cxn ang="0">
                  <a:pos x="86" y="126"/>
                </a:cxn>
                <a:cxn ang="0">
                  <a:pos x="37" y="38"/>
                </a:cxn>
                <a:cxn ang="0">
                  <a:pos x="130" y="145"/>
                </a:cxn>
                <a:cxn ang="0">
                  <a:pos x="117" y="57"/>
                </a:cxn>
                <a:cxn ang="0">
                  <a:pos x="167" y="145"/>
                </a:cxn>
                <a:cxn ang="0">
                  <a:pos x="167" y="38"/>
                </a:cxn>
                <a:cxn ang="0">
                  <a:pos x="197" y="113"/>
                </a:cxn>
                <a:cxn ang="0">
                  <a:pos x="204" y="6"/>
                </a:cxn>
                <a:cxn ang="0">
                  <a:pos x="234" y="88"/>
                </a:cxn>
                <a:cxn ang="0">
                  <a:pos x="241" y="50"/>
                </a:cxn>
                <a:cxn ang="0">
                  <a:pos x="296" y="0"/>
                </a:cxn>
                <a:cxn ang="0">
                  <a:pos x="265" y="76"/>
                </a:cxn>
                <a:cxn ang="0">
                  <a:pos x="271" y="170"/>
                </a:cxn>
                <a:cxn ang="0">
                  <a:pos x="86" y="157"/>
                </a:cxn>
              </a:cxnLst>
              <a:rect l="0" t="0" r="r" b="b"/>
              <a:pathLst>
                <a:path w="296" h="170">
                  <a:moveTo>
                    <a:pt x="86" y="157"/>
                  </a:moveTo>
                  <a:lnTo>
                    <a:pt x="0" y="76"/>
                  </a:lnTo>
                  <a:lnTo>
                    <a:pt x="86" y="126"/>
                  </a:lnTo>
                  <a:lnTo>
                    <a:pt x="37" y="38"/>
                  </a:lnTo>
                  <a:lnTo>
                    <a:pt x="130" y="145"/>
                  </a:lnTo>
                  <a:lnTo>
                    <a:pt x="117" y="57"/>
                  </a:lnTo>
                  <a:lnTo>
                    <a:pt x="167" y="145"/>
                  </a:lnTo>
                  <a:lnTo>
                    <a:pt x="167" y="38"/>
                  </a:lnTo>
                  <a:lnTo>
                    <a:pt x="197" y="113"/>
                  </a:lnTo>
                  <a:lnTo>
                    <a:pt x="204" y="6"/>
                  </a:lnTo>
                  <a:lnTo>
                    <a:pt x="234" y="88"/>
                  </a:lnTo>
                  <a:lnTo>
                    <a:pt x="241" y="50"/>
                  </a:lnTo>
                  <a:lnTo>
                    <a:pt x="296" y="0"/>
                  </a:lnTo>
                  <a:lnTo>
                    <a:pt x="265" y="76"/>
                  </a:lnTo>
                  <a:lnTo>
                    <a:pt x="271" y="170"/>
                  </a:lnTo>
                  <a:lnTo>
                    <a:pt x="86" y="157"/>
                  </a:lnTo>
                  <a:close/>
                </a:path>
              </a:pathLst>
            </a:custGeom>
            <a:solidFill>
              <a:srgbClr val="00AE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grpSp>
          <p:nvGrpSpPr>
            <p:cNvPr id="14565" name="Group 229"/>
            <p:cNvGrpSpPr>
              <a:grpSpLocks/>
            </p:cNvGrpSpPr>
            <p:nvPr/>
          </p:nvGrpSpPr>
          <p:grpSpPr bwMode="auto">
            <a:xfrm rot="-3384623">
              <a:off x="2842" y="2870"/>
              <a:ext cx="1268" cy="615"/>
              <a:chOff x="2993" y="2285"/>
              <a:chExt cx="1268" cy="615"/>
            </a:xfrm>
          </p:grpSpPr>
          <p:sp>
            <p:nvSpPr>
              <p:cNvPr id="14566" name="Freeform 230"/>
              <p:cNvSpPr>
                <a:spLocks/>
              </p:cNvSpPr>
              <p:nvPr/>
            </p:nvSpPr>
            <p:spPr bwMode="auto">
              <a:xfrm>
                <a:off x="2993" y="2285"/>
                <a:ext cx="1267" cy="364"/>
              </a:xfrm>
              <a:custGeom>
                <a:avLst/>
                <a:gdLst/>
                <a:ahLst/>
                <a:cxnLst>
                  <a:cxn ang="0">
                    <a:pos x="1" y="320"/>
                  </a:cxn>
                  <a:cxn ang="0">
                    <a:pos x="0" y="281"/>
                  </a:cxn>
                  <a:cxn ang="0">
                    <a:pos x="96" y="276"/>
                  </a:cxn>
                  <a:cxn ang="0">
                    <a:pos x="171" y="132"/>
                  </a:cxn>
                  <a:cxn ang="0">
                    <a:pos x="249" y="223"/>
                  </a:cxn>
                  <a:cxn ang="0">
                    <a:pos x="322" y="99"/>
                  </a:cxn>
                  <a:cxn ang="0">
                    <a:pos x="389" y="191"/>
                  </a:cxn>
                  <a:cxn ang="0">
                    <a:pos x="462" y="81"/>
                  </a:cxn>
                  <a:cxn ang="0">
                    <a:pos x="536" y="165"/>
                  </a:cxn>
                  <a:cxn ang="0">
                    <a:pos x="630" y="41"/>
                  </a:cxn>
                  <a:cxn ang="0">
                    <a:pos x="716" y="132"/>
                  </a:cxn>
                  <a:cxn ang="0">
                    <a:pos x="795" y="21"/>
                  </a:cxn>
                  <a:cxn ang="0">
                    <a:pos x="873" y="124"/>
                  </a:cxn>
                  <a:cxn ang="0">
                    <a:pos x="944" y="0"/>
                  </a:cxn>
                  <a:cxn ang="0">
                    <a:pos x="1012" y="124"/>
                  </a:cxn>
                  <a:cxn ang="0">
                    <a:pos x="1079" y="6"/>
                  </a:cxn>
                  <a:cxn ang="0">
                    <a:pos x="1129" y="129"/>
                  </a:cxn>
                  <a:cxn ang="0">
                    <a:pos x="1179" y="12"/>
                  </a:cxn>
                  <a:cxn ang="0">
                    <a:pos x="1209" y="147"/>
                  </a:cxn>
                  <a:cxn ang="0">
                    <a:pos x="1266" y="28"/>
                  </a:cxn>
                  <a:cxn ang="0">
                    <a:pos x="1267" y="232"/>
                  </a:cxn>
                  <a:cxn ang="0">
                    <a:pos x="1252" y="246"/>
                  </a:cxn>
                  <a:cxn ang="0">
                    <a:pos x="1226" y="270"/>
                  </a:cxn>
                  <a:cxn ang="0">
                    <a:pos x="1190" y="291"/>
                  </a:cxn>
                  <a:cxn ang="0">
                    <a:pos x="1146" y="305"/>
                  </a:cxn>
                  <a:cxn ang="0">
                    <a:pos x="1091" y="323"/>
                  </a:cxn>
                  <a:cxn ang="0">
                    <a:pos x="1051" y="334"/>
                  </a:cxn>
                  <a:cxn ang="0">
                    <a:pos x="1007" y="342"/>
                  </a:cxn>
                  <a:cxn ang="0">
                    <a:pos x="957" y="349"/>
                  </a:cxn>
                  <a:cxn ang="0">
                    <a:pos x="884" y="358"/>
                  </a:cxn>
                  <a:cxn ang="0">
                    <a:pos x="803" y="361"/>
                  </a:cxn>
                  <a:cxn ang="0">
                    <a:pos x="697" y="364"/>
                  </a:cxn>
                  <a:cxn ang="0">
                    <a:pos x="577" y="364"/>
                  </a:cxn>
                  <a:cxn ang="0">
                    <a:pos x="444" y="361"/>
                  </a:cxn>
                  <a:cxn ang="0">
                    <a:pos x="286" y="346"/>
                  </a:cxn>
                  <a:cxn ang="0">
                    <a:pos x="151" y="332"/>
                  </a:cxn>
                  <a:cxn ang="0">
                    <a:pos x="1" y="320"/>
                  </a:cxn>
                </a:cxnLst>
                <a:rect l="0" t="0" r="r" b="b"/>
                <a:pathLst>
                  <a:path w="1267" h="364">
                    <a:moveTo>
                      <a:pt x="1" y="320"/>
                    </a:moveTo>
                    <a:lnTo>
                      <a:pt x="0" y="281"/>
                    </a:lnTo>
                    <a:lnTo>
                      <a:pt x="96" y="276"/>
                    </a:lnTo>
                    <a:lnTo>
                      <a:pt x="171" y="132"/>
                    </a:lnTo>
                    <a:lnTo>
                      <a:pt x="249" y="223"/>
                    </a:lnTo>
                    <a:lnTo>
                      <a:pt x="322" y="99"/>
                    </a:lnTo>
                    <a:lnTo>
                      <a:pt x="389" y="191"/>
                    </a:lnTo>
                    <a:lnTo>
                      <a:pt x="462" y="81"/>
                    </a:lnTo>
                    <a:lnTo>
                      <a:pt x="536" y="165"/>
                    </a:lnTo>
                    <a:lnTo>
                      <a:pt x="630" y="41"/>
                    </a:lnTo>
                    <a:lnTo>
                      <a:pt x="716" y="132"/>
                    </a:lnTo>
                    <a:lnTo>
                      <a:pt x="795" y="21"/>
                    </a:lnTo>
                    <a:lnTo>
                      <a:pt x="873" y="124"/>
                    </a:lnTo>
                    <a:lnTo>
                      <a:pt x="944" y="0"/>
                    </a:lnTo>
                    <a:lnTo>
                      <a:pt x="1012" y="124"/>
                    </a:lnTo>
                    <a:lnTo>
                      <a:pt x="1079" y="6"/>
                    </a:lnTo>
                    <a:lnTo>
                      <a:pt x="1129" y="129"/>
                    </a:lnTo>
                    <a:lnTo>
                      <a:pt x="1179" y="12"/>
                    </a:lnTo>
                    <a:lnTo>
                      <a:pt x="1209" y="147"/>
                    </a:lnTo>
                    <a:lnTo>
                      <a:pt x="1266" y="28"/>
                    </a:lnTo>
                    <a:lnTo>
                      <a:pt x="1267" y="232"/>
                    </a:lnTo>
                    <a:lnTo>
                      <a:pt x="1252" y="246"/>
                    </a:lnTo>
                    <a:lnTo>
                      <a:pt x="1226" y="270"/>
                    </a:lnTo>
                    <a:lnTo>
                      <a:pt x="1190" y="291"/>
                    </a:lnTo>
                    <a:lnTo>
                      <a:pt x="1146" y="305"/>
                    </a:lnTo>
                    <a:lnTo>
                      <a:pt x="1091" y="323"/>
                    </a:lnTo>
                    <a:lnTo>
                      <a:pt x="1051" y="334"/>
                    </a:lnTo>
                    <a:lnTo>
                      <a:pt x="1007" y="342"/>
                    </a:lnTo>
                    <a:lnTo>
                      <a:pt x="957" y="349"/>
                    </a:lnTo>
                    <a:lnTo>
                      <a:pt x="884" y="358"/>
                    </a:lnTo>
                    <a:lnTo>
                      <a:pt x="803" y="361"/>
                    </a:lnTo>
                    <a:lnTo>
                      <a:pt x="697" y="364"/>
                    </a:lnTo>
                    <a:lnTo>
                      <a:pt x="577" y="364"/>
                    </a:lnTo>
                    <a:lnTo>
                      <a:pt x="444" y="361"/>
                    </a:lnTo>
                    <a:lnTo>
                      <a:pt x="286" y="346"/>
                    </a:lnTo>
                    <a:lnTo>
                      <a:pt x="151" y="332"/>
                    </a:lnTo>
                    <a:lnTo>
                      <a:pt x="1" y="320"/>
                    </a:lnTo>
                    <a:close/>
                  </a:path>
                </a:pathLst>
              </a:custGeom>
              <a:solidFill>
                <a:srgbClr val="808080"/>
              </a:solidFill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4567" name="Freeform 231"/>
              <p:cNvSpPr>
                <a:spLocks/>
              </p:cNvSpPr>
              <p:nvPr/>
            </p:nvSpPr>
            <p:spPr bwMode="auto">
              <a:xfrm>
                <a:off x="2995" y="2516"/>
                <a:ext cx="1266" cy="384"/>
              </a:xfrm>
              <a:custGeom>
                <a:avLst/>
                <a:gdLst/>
                <a:ahLst/>
                <a:cxnLst>
                  <a:cxn ang="0">
                    <a:pos x="0" y="88"/>
                  </a:cxn>
                  <a:cxn ang="0">
                    <a:pos x="0" y="326"/>
                  </a:cxn>
                  <a:cxn ang="0">
                    <a:pos x="79" y="335"/>
                  </a:cxn>
                  <a:cxn ang="0">
                    <a:pos x="208" y="352"/>
                  </a:cxn>
                  <a:cxn ang="0">
                    <a:pos x="387" y="372"/>
                  </a:cxn>
                  <a:cxn ang="0">
                    <a:pos x="513" y="384"/>
                  </a:cxn>
                  <a:cxn ang="0">
                    <a:pos x="649" y="384"/>
                  </a:cxn>
                  <a:cxn ang="0">
                    <a:pos x="737" y="381"/>
                  </a:cxn>
                  <a:cxn ang="0">
                    <a:pos x="827" y="381"/>
                  </a:cxn>
                  <a:cxn ang="0">
                    <a:pos x="886" y="375"/>
                  </a:cxn>
                  <a:cxn ang="0">
                    <a:pos x="957" y="366"/>
                  </a:cxn>
                  <a:cxn ang="0">
                    <a:pos x="1007" y="360"/>
                  </a:cxn>
                  <a:cxn ang="0">
                    <a:pos x="1080" y="346"/>
                  </a:cxn>
                  <a:cxn ang="0">
                    <a:pos x="1142" y="335"/>
                  </a:cxn>
                  <a:cxn ang="0">
                    <a:pos x="1192" y="326"/>
                  </a:cxn>
                  <a:cxn ang="0">
                    <a:pos x="1222" y="314"/>
                  </a:cxn>
                  <a:cxn ang="0">
                    <a:pos x="1266" y="0"/>
                  </a:cxn>
                  <a:cxn ang="0">
                    <a:pos x="1251" y="14"/>
                  </a:cxn>
                  <a:cxn ang="0">
                    <a:pos x="1225" y="38"/>
                  </a:cxn>
                  <a:cxn ang="0">
                    <a:pos x="1189" y="58"/>
                  </a:cxn>
                  <a:cxn ang="0">
                    <a:pos x="1145" y="73"/>
                  </a:cxn>
                  <a:cxn ang="0">
                    <a:pos x="1090" y="90"/>
                  </a:cxn>
                  <a:cxn ang="0">
                    <a:pos x="1050" y="101"/>
                  </a:cxn>
                  <a:cxn ang="0">
                    <a:pos x="1006" y="110"/>
                  </a:cxn>
                  <a:cxn ang="0">
                    <a:pos x="955" y="117"/>
                  </a:cxn>
                  <a:cxn ang="0">
                    <a:pos x="882" y="126"/>
                  </a:cxn>
                  <a:cxn ang="0">
                    <a:pos x="802" y="129"/>
                  </a:cxn>
                  <a:cxn ang="0">
                    <a:pos x="696" y="132"/>
                  </a:cxn>
                  <a:cxn ang="0">
                    <a:pos x="575" y="132"/>
                  </a:cxn>
                  <a:cxn ang="0">
                    <a:pos x="443" y="129"/>
                  </a:cxn>
                  <a:cxn ang="0">
                    <a:pos x="285" y="114"/>
                  </a:cxn>
                  <a:cxn ang="0">
                    <a:pos x="150" y="100"/>
                  </a:cxn>
                  <a:cxn ang="0">
                    <a:pos x="0" y="88"/>
                  </a:cxn>
                </a:cxnLst>
                <a:rect l="0" t="0" r="r" b="b"/>
                <a:pathLst>
                  <a:path w="1266" h="384">
                    <a:moveTo>
                      <a:pt x="0" y="88"/>
                    </a:moveTo>
                    <a:lnTo>
                      <a:pt x="0" y="326"/>
                    </a:lnTo>
                    <a:lnTo>
                      <a:pt x="79" y="335"/>
                    </a:lnTo>
                    <a:lnTo>
                      <a:pt x="208" y="352"/>
                    </a:lnTo>
                    <a:lnTo>
                      <a:pt x="387" y="372"/>
                    </a:lnTo>
                    <a:lnTo>
                      <a:pt x="513" y="384"/>
                    </a:lnTo>
                    <a:lnTo>
                      <a:pt x="649" y="384"/>
                    </a:lnTo>
                    <a:lnTo>
                      <a:pt x="737" y="381"/>
                    </a:lnTo>
                    <a:lnTo>
                      <a:pt x="827" y="381"/>
                    </a:lnTo>
                    <a:lnTo>
                      <a:pt x="886" y="375"/>
                    </a:lnTo>
                    <a:lnTo>
                      <a:pt x="957" y="366"/>
                    </a:lnTo>
                    <a:lnTo>
                      <a:pt x="1007" y="360"/>
                    </a:lnTo>
                    <a:lnTo>
                      <a:pt x="1080" y="346"/>
                    </a:lnTo>
                    <a:lnTo>
                      <a:pt x="1142" y="335"/>
                    </a:lnTo>
                    <a:lnTo>
                      <a:pt x="1192" y="326"/>
                    </a:lnTo>
                    <a:lnTo>
                      <a:pt x="1222" y="314"/>
                    </a:lnTo>
                    <a:lnTo>
                      <a:pt x="1266" y="0"/>
                    </a:lnTo>
                    <a:lnTo>
                      <a:pt x="1251" y="14"/>
                    </a:lnTo>
                    <a:lnTo>
                      <a:pt x="1225" y="38"/>
                    </a:lnTo>
                    <a:lnTo>
                      <a:pt x="1189" y="58"/>
                    </a:lnTo>
                    <a:lnTo>
                      <a:pt x="1145" y="73"/>
                    </a:lnTo>
                    <a:lnTo>
                      <a:pt x="1090" y="90"/>
                    </a:lnTo>
                    <a:lnTo>
                      <a:pt x="1050" y="101"/>
                    </a:lnTo>
                    <a:lnTo>
                      <a:pt x="1006" y="110"/>
                    </a:lnTo>
                    <a:lnTo>
                      <a:pt x="955" y="117"/>
                    </a:lnTo>
                    <a:lnTo>
                      <a:pt x="882" y="126"/>
                    </a:lnTo>
                    <a:lnTo>
                      <a:pt x="802" y="129"/>
                    </a:lnTo>
                    <a:lnTo>
                      <a:pt x="696" y="132"/>
                    </a:lnTo>
                    <a:lnTo>
                      <a:pt x="575" y="132"/>
                    </a:lnTo>
                    <a:lnTo>
                      <a:pt x="443" y="129"/>
                    </a:lnTo>
                    <a:lnTo>
                      <a:pt x="285" y="114"/>
                    </a:lnTo>
                    <a:lnTo>
                      <a:pt x="150" y="100"/>
                    </a:lnTo>
                    <a:lnTo>
                      <a:pt x="0" y="88"/>
                    </a:lnTo>
                    <a:close/>
                  </a:path>
                </a:pathLst>
              </a:custGeom>
              <a:solidFill>
                <a:srgbClr val="A0A0A0"/>
              </a:solidFill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4568" name="Freeform 232"/>
              <p:cNvSpPr>
                <a:spLocks/>
              </p:cNvSpPr>
              <p:nvPr/>
            </p:nvSpPr>
            <p:spPr bwMode="auto">
              <a:xfrm>
                <a:off x="2994" y="2343"/>
                <a:ext cx="1266" cy="306"/>
              </a:xfrm>
              <a:custGeom>
                <a:avLst/>
                <a:gdLst/>
                <a:ahLst/>
                <a:cxnLst>
                  <a:cxn ang="0">
                    <a:pos x="0" y="262"/>
                  </a:cxn>
                  <a:cxn ang="0">
                    <a:pos x="40" y="257"/>
                  </a:cxn>
                  <a:cxn ang="0">
                    <a:pos x="106" y="155"/>
                  </a:cxn>
                  <a:cxn ang="0">
                    <a:pos x="181" y="261"/>
                  </a:cxn>
                  <a:cxn ang="0">
                    <a:pos x="248" y="134"/>
                  </a:cxn>
                  <a:cxn ang="0">
                    <a:pos x="342" y="263"/>
                  </a:cxn>
                  <a:cxn ang="0">
                    <a:pos x="425" y="130"/>
                  </a:cxn>
                  <a:cxn ang="0">
                    <a:pos x="503" y="246"/>
                  </a:cxn>
                  <a:cxn ang="0">
                    <a:pos x="604" y="110"/>
                  </a:cxn>
                  <a:cxn ang="0">
                    <a:pos x="679" y="246"/>
                  </a:cxn>
                  <a:cxn ang="0">
                    <a:pos x="768" y="92"/>
                  </a:cxn>
                  <a:cxn ang="0">
                    <a:pos x="868" y="230"/>
                  </a:cxn>
                  <a:cxn ang="0">
                    <a:pos x="958" y="66"/>
                  </a:cxn>
                  <a:cxn ang="0">
                    <a:pos x="1034" y="230"/>
                  </a:cxn>
                  <a:cxn ang="0">
                    <a:pos x="1098" y="66"/>
                  </a:cxn>
                  <a:cxn ang="0">
                    <a:pos x="1153" y="217"/>
                  </a:cxn>
                  <a:cxn ang="0">
                    <a:pos x="1212" y="0"/>
                  </a:cxn>
                  <a:cxn ang="0">
                    <a:pos x="1266" y="174"/>
                  </a:cxn>
                  <a:cxn ang="0">
                    <a:pos x="1251" y="188"/>
                  </a:cxn>
                  <a:cxn ang="0">
                    <a:pos x="1225" y="212"/>
                  </a:cxn>
                  <a:cxn ang="0">
                    <a:pos x="1189" y="233"/>
                  </a:cxn>
                  <a:cxn ang="0">
                    <a:pos x="1145" y="247"/>
                  </a:cxn>
                  <a:cxn ang="0">
                    <a:pos x="1090" y="265"/>
                  </a:cxn>
                  <a:cxn ang="0">
                    <a:pos x="1050" y="276"/>
                  </a:cxn>
                  <a:cxn ang="0">
                    <a:pos x="1006" y="284"/>
                  </a:cxn>
                  <a:cxn ang="0">
                    <a:pos x="956" y="291"/>
                  </a:cxn>
                  <a:cxn ang="0">
                    <a:pos x="883" y="300"/>
                  </a:cxn>
                  <a:cxn ang="0">
                    <a:pos x="802" y="303"/>
                  </a:cxn>
                  <a:cxn ang="0">
                    <a:pos x="696" y="306"/>
                  </a:cxn>
                  <a:cxn ang="0">
                    <a:pos x="576" y="306"/>
                  </a:cxn>
                  <a:cxn ang="0">
                    <a:pos x="443" y="303"/>
                  </a:cxn>
                  <a:cxn ang="0">
                    <a:pos x="285" y="288"/>
                  </a:cxn>
                  <a:cxn ang="0">
                    <a:pos x="150" y="274"/>
                  </a:cxn>
                  <a:cxn ang="0">
                    <a:pos x="0" y="262"/>
                  </a:cxn>
                </a:cxnLst>
                <a:rect l="0" t="0" r="r" b="b"/>
                <a:pathLst>
                  <a:path w="1266" h="306">
                    <a:moveTo>
                      <a:pt x="0" y="262"/>
                    </a:moveTo>
                    <a:lnTo>
                      <a:pt x="40" y="257"/>
                    </a:lnTo>
                    <a:lnTo>
                      <a:pt x="106" y="155"/>
                    </a:lnTo>
                    <a:lnTo>
                      <a:pt x="181" y="261"/>
                    </a:lnTo>
                    <a:lnTo>
                      <a:pt x="248" y="134"/>
                    </a:lnTo>
                    <a:lnTo>
                      <a:pt x="342" y="263"/>
                    </a:lnTo>
                    <a:lnTo>
                      <a:pt x="425" y="130"/>
                    </a:lnTo>
                    <a:lnTo>
                      <a:pt x="503" y="246"/>
                    </a:lnTo>
                    <a:lnTo>
                      <a:pt x="604" y="110"/>
                    </a:lnTo>
                    <a:lnTo>
                      <a:pt x="679" y="246"/>
                    </a:lnTo>
                    <a:lnTo>
                      <a:pt x="768" y="92"/>
                    </a:lnTo>
                    <a:lnTo>
                      <a:pt x="868" y="230"/>
                    </a:lnTo>
                    <a:lnTo>
                      <a:pt x="958" y="66"/>
                    </a:lnTo>
                    <a:lnTo>
                      <a:pt x="1034" y="230"/>
                    </a:lnTo>
                    <a:lnTo>
                      <a:pt x="1098" y="66"/>
                    </a:lnTo>
                    <a:lnTo>
                      <a:pt x="1153" y="217"/>
                    </a:lnTo>
                    <a:lnTo>
                      <a:pt x="1212" y="0"/>
                    </a:lnTo>
                    <a:lnTo>
                      <a:pt x="1266" y="174"/>
                    </a:lnTo>
                    <a:lnTo>
                      <a:pt x="1251" y="188"/>
                    </a:lnTo>
                    <a:lnTo>
                      <a:pt x="1225" y="212"/>
                    </a:lnTo>
                    <a:lnTo>
                      <a:pt x="1189" y="233"/>
                    </a:lnTo>
                    <a:lnTo>
                      <a:pt x="1145" y="247"/>
                    </a:lnTo>
                    <a:lnTo>
                      <a:pt x="1090" y="265"/>
                    </a:lnTo>
                    <a:lnTo>
                      <a:pt x="1050" y="276"/>
                    </a:lnTo>
                    <a:lnTo>
                      <a:pt x="1006" y="284"/>
                    </a:lnTo>
                    <a:lnTo>
                      <a:pt x="956" y="291"/>
                    </a:lnTo>
                    <a:lnTo>
                      <a:pt x="883" y="300"/>
                    </a:lnTo>
                    <a:lnTo>
                      <a:pt x="802" y="303"/>
                    </a:lnTo>
                    <a:lnTo>
                      <a:pt x="696" y="306"/>
                    </a:lnTo>
                    <a:lnTo>
                      <a:pt x="576" y="306"/>
                    </a:lnTo>
                    <a:lnTo>
                      <a:pt x="443" y="303"/>
                    </a:lnTo>
                    <a:lnTo>
                      <a:pt x="285" y="288"/>
                    </a:lnTo>
                    <a:lnTo>
                      <a:pt x="150" y="274"/>
                    </a:lnTo>
                    <a:lnTo>
                      <a:pt x="0" y="262"/>
                    </a:lnTo>
                    <a:close/>
                  </a:path>
                </a:pathLst>
              </a:custGeom>
              <a:solidFill>
                <a:srgbClr val="C0C0C0"/>
              </a:solidFill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14569" name="Group 233"/>
            <p:cNvGrpSpPr>
              <a:grpSpLocks/>
            </p:cNvGrpSpPr>
            <p:nvPr/>
          </p:nvGrpSpPr>
          <p:grpSpPr bwMode="auto">
            <a:xfrm>
              <a:off x="1624" y="3379"/>
              <a:ext cx="2707" cy="252"/>
              <a:chOff x="1624" y="2762"/>
              <a:chExt cx="2707" cy="252"/>
            </a:xfrm>
          </p:grpSpPr>
          <p:sp>
            <p:nvSpPr>
              <p:cNvPr id="14570" name="Freeform 234"/>
              <p:cNvSpPr>
                <a:spLocks/>
              </p:cNvSpPr>
              <p:nvPr/>
            </p:nvSpPr>
            <p:spPr bwMode="auto">
              <a:xfrm>
                <a:off x="1624" y="2762"/>
                <a:ext cx="2707" cy="246"/>
              </a:xfrm>
              <a:custGeom>
                <a:avLst/>
                <a:gdLst/>
                <a:ahLst/>
                <a:cxnLst>
                  <a:cxn ang="0">
                    <a:pos x="90" y="50"/>
                  </a:cxn>
                  <a:cxn ang="0">
                    <a:pos x="161" y="125"/>
                  </a:cxn>
                  <a:cxn ang="0">
                    <a:pos x="185" y="129"/>
                  </a:cxn>
                  <a:cxn ang="0">
                    <a:pos x="240" y="138"/>
                  </a:cxn>
                  <a:cxn ang="0">
                    <a:pos x="336" y="150"/>
                  </a:cxn>
                  <a:cxn ang="0">
                    <a:pos x="407" y="117"/>
                  </a:cxn>
                  <a:cxn ang="0">
                    <a:pos x="431" y="117"/>
                  </a:cxn>
                  <a:cxn ang="0">
                    <a:pos x="521" y="125"/>
                  </a:cxn>
                  <a:cxn ang="0">
                    <a:pos x="604" y="25"/>
                  </a:cxn>
                  <a:cxn ang="0">
                    <a:pos x="695" y="58"/>
                  </a:cxn>
                  <a:cxn ang="0">
                    <a:pos x="725" y="108"/>
                  </a:cxn>
                  <a:cxn ang="0">
                    <a:pos x="796" y="92"/>
                  </a:cxn>
                  <a:cxn ang="0">
                    <a:pos x="820" y="46"/>
                  </a:cxn>
                  <a:cxn ang="0">
                    <a:pos x="826" y="96"/>
                  </a:cxn>
                  <a:cxn ang="0">
                    <a:pos x="898" y="100"/>
                  </a:cxn>
                  <a:cxn ang="0">
                    <a:pos x="928" y="117"/>
                  </a:cxn>
                  <a:cxn ang="0">
                    <a:pos x="1017" y="83"/>
                  </a:cxn>
                  <a:cxn ang="0">
                    <a:pos x="1065" y="104"/>
                  </a:cxn>
                  <a:cxn ang="0">
                    <a:pos x="1156" y="33"/>
                  </a:cxn>
                  <a:cxn ang="0">
                    <a:pos x="1180" y="100"/>
                  </a:cxn>
                  <a:cxn ang="0">
                    <a:pos x="1240" y="54"/>
                  </a:cxn>
                  <a:cxn ang="0">
                    <a:pos x="1270" y="121"/>
                  </a:cxn>
                  <a:cxn ang="0">
                    <a:pos x="1336" y="129"/>
                  </a:cxn>
                  <a:cxn ang="0">
                    <a:pos x="1414" y="67"/>
                  </a:cxn>
                  <a:cxn ang="0">
                    <a:pos x="1485" y="125"/>
                  </a:cxn>
                  <a:cxn ang="0">
                    <a:pos x="1527" y="38"/>
                  </a:cxn>
                  <a:cxn ang="0">
                    <a:pos x="1600" y="33"/>
                  </a:cxn>
                  <a:cxn ang="0">
                    <a:pos x="1660" y="92"/>
                  </a:cxn>
                  <a:cxn ang="0">
                    <a:pos x="1719" y="108"/>
                  </a:cxn>
                  <a:cxn ang="0">
                    <a:pos x="1785" y="121"/>
                  </a:cxn>
                  <a:cxn ang="0">
                    <a:pos x="1863" y="121"/>
                  </a:cxn>
                  <a:cxn ang="0">
                    <a:pos x="1928" y="117"/>
                  </a:cxn>
                  <a:cxn ang="0">
                    <a:pos x="2000" y="60"/>
                  </a:cxn>
                  <a:cxn ang="0">
                    <a:pos x="2037" y="79"/>
                  </a:cxn>
                  <a:cxn ang="0">
                    <a:pos x="2073" y="58"/>
                  </a:cxn>
                  <a:cxn ang="0">
                    <a:pos x="2180" y="17"/>
                  </a:cxn>
                  <a:cxn ang="0">
                    <a:pos x="2252" y="38"/>
                  </a:cxn>
                  <a:cxn ang="0">
                    <a:pos x="2324" y="108"/>
                  </a:cxn>
                  <a:cxn ang="0">
                    <a:pos x="2413" y="58"/>
                  </a:cxn>
                  <a:cxn ang="0">
                    <a:pos x="2449" y="67"/>
                  </a:cxn>
                  <a:cxn ang="0">
                    <a:pos x="2492" y="75"/>
                  </a:cxn>
                  <a:cxn ang="0">
                    <a:pos x="2534" y="63"/>
                  </a:cxn>
                  <a:cxn ang="0">
                    <a:pos x="2570" y="88"/>
                  </a:cxn>
                  <a:cxn ang="0">
                    <a:pos x="2564" y="138"/>
                  </a:cxn>
                  <a:cxn ang="0">
                    <a:pos x="2336" y="192"/>
                  </a:cxn>
                  <a:cxn ang="0">
                    <a:pos x="2012" y="217"/>
                  </a:cxn>
                  <a:cxn ang="0">
                    <a:pos x="1497" y="183"/>
                  </a:cxn>
                  <a:cxn ang="0">
                    <a:pos x="820" y="233"/>
                  </a:cxn>
                  <a:cxn ang="0">
                    <a:pos x="90" y="204"/>
                  </a:cxn>
                </a:cxnLst>
                <a:rect l="0" t="0" r="r" b="b"/>
                <a:pathLst>
                  <a:path w="2707" h="246">
                    <a:moveTo>
                      <a:pt x="113" y="108"/>
                    </a:moveTo>
                    <a:lnTo>
                      <a:pt x="0" y="75"/>
                    </a:lnTo>
                    <a:lnTo>
                      <a:pt x="119" y="92"/>
                    </a:lnTo>
                    <a:lnTo>
                      <a:pt x="90" y="50"/>
                    </a:lnTo>
                    <a:lnTo>
                      <a:pt x="131" y="83"/>
                    </a:lnTo>
                    <a:lnTo>
                      <a:pt x="131" y="50"/>
                    </a:lnTo>
                    <a:lnTo>
                      <a:pt x="155" y="104"/>
                    </a:lnTo>
                    <a:lnTo>
                      <a:pt x="161" y="125"/>
                    </a:lnTo>
                    <a:lnTo>
                      <a:pt x="191" y="67"/>
                    </a:lnTo>
                    <a:lnTo>
                      <a:pt x="191" y="54"/>
                    </a:lnTo>
                    <a:lnTo>
                      <a:pt x="197" y="113"/>
                    </a:lnTo>
                    <a:lnTo>
                      <a:pt x="185" y="129"/>
                    </a:lnTo>
                    <a:lnTo>
                      <a:pt x="240" y="96"/>
                    </a:lnTo>
                    <a:lnTo>
                      <a:pt x="258" y="71"/>
                    </a:lnTo>
                    <a:lnTo>
                      <a:pt x="258" y="113"/>
                    </a:lnTo>
                    <a:lnTo>
                      <a:pt x="240" y="138"/>
                    </a:lnTo>
                    <a:lnTo>
                      <a:pt x="306" y="108"/>
                    </a:lnTo>
                    <a:lnTo>
                      <a:pt x="318" y="75"/>
                    </a:lnTo>
                    <a:lnTo>
                      <a:pt x="324" y="121"/>
                    </a:lnTo>
                    <a:lnTo>
                      <a:pt x="336" y="150"/>
                    </a:lnTo>
                    <a:lnTo>
                      <a:pt x="365" y="83"/>
                    </a:lnTo>
                    <a:lnTo>
                      <a:pt x="371" y="113"/>
                    </a:lnTo>
                    <a:lnTo>
                      <a:pt x="407" y="100"/>
                    </a:lnTo>
                    <a:lnTo>
                      <a:pt x="407" y="117"/>
                    </a:lnTo>
                    <a:lnTo>
                      <a:pt x="449" y="92"/>
                    </a:lnTo>
                    <a:lnTo>
                      <a:pt x="497" y="92"/>
                    </a:lnTo>
                    <a:lnTo>
                      <a:pt x="449" y="104"/>
                    </a:lnTo>
                    <a:lnTo>
                      <a:pt x="431" y="117"/>
                    </a:lnTo>
                    <a:lnTo>
                      <a:pt x="467" y="117"/>
                    </a:lnTo>
                    <a:lnTo>
                      <a:pt x="509" y="108"/>
                    </a:lnTo>
                    <a:lnTo>
                      <a:pt x="485" y="125"/>
                    </a:lnTo>
                    <a:lnTo>
                      <a:pt x="521" y="125"/>
                    </a:lnTo>
                    <a:lnTo>
                      <a:pt x="580" y="104"/>
                    </a:lnTo>
                    <a:lnTo>
                      <a:pt x="551" y="38"/>
                    </a:lnTo>
                    <a:lnTo>
                      <a:pt x="604" y="96"/>
                    </a:lnTo>
                    <a:lnTo>
                      <a:pt x="604" y="25"/>
                    </a:lnTo>
                    <a:lnTo>
                      <a:pt x="628" y="104"/>
                    </a:lnTo>
                    <a:lnTo>
                      <a:pt x="677" y="42"/>
                    </a:lnTo>
                    <a:lnTo>
                      <a:pt x="683" y="0"/>
                    </a:lnTo>
                    <a:lnTo>
                      <a:pt x="695" y="58"/>
                    </a:lnTo>
                    <a:lnTo>
                      <a:pt x="658" y="108"/>
                    </a:lnTo>
                    <a:lnTo>
                      <a:pt x="719" y="96"/>
                    </a:lnTo>
                    <a:lnTo>
                      <a:pt x="773" y="108"/>
                    </a:lnTo>
                    <a:lnTo>
                      <a:pt x="725" y="108"/>
                    </a:lnTo>
                    <a:lnTo>
                      <a:pt x="695" y="121"/>
                    </a:lnTo>
                    <a:lnTo>
                      <a:pt x="713" y="133"/>
                    </a:lnTo>
                    <a:lnTo>
                      <a:pt x="790" y="117"/>
                    </a:lnTo>
                    <a:lnTo>
                      <a:pt x="796" y="92"/>
                    </a:lnTo>
                    <a:lnTo>
                      <a:pt x="773" y="79"/>
                    </a:lnTo>
                    <a:lnTo>
                      <a:pt x="737" y="75"/>
                    </a:lnTo>
                    <a:lnTo>
                      <a:pt x="796" y="75"/>
                    </a:lnTo>
                    <a:lnTo>
                      <a:pt x="820" y="46"/>
                    </a:lnTo>
                    <a:lnTo>
                      <a:pt x="868" y="33"/>
                    </a:lnTo>
                    <a:lnTo>
                      <a:pt x="820" y="63"/>
                    </a:lnTo>
                    <a:lnTo>
                      <a:pt x="820" y="75"/>
                    </a:lnTo>
                    <a:lnTo>
                      <a:pt x="826" y="96"/>
                    </a:lnTo>
                    <a:lnTo>
                      <a:pt x="844" y="108"/>
                    </a:lnTo>
                    <a:lnTo>
                      <a:pt x="868" y="83"/>
                    </a:lnTo>
                    <a:lnTo>
                      <a:pt x="868" y="121"/>
                    </a:lnTo>
                    <a:lnTo>
                      <a:pt x="898" y="100"/>
                    </a:lnTo>
                    <a:lnTo>
                      <a:pt x="898" y="79"/>
                    </a:lnTo>
                    <a:lnTo>
                      <a:pt x="874" y="67"/>
                    </a:lnTo>
                    <a:lnTo>
                      <a:pt x="934" y="83"/>
                    </a:lnTo>
                    <a:lnTo>
                      <a:pt x="928" y="117"/>
                    </a:lnTo>
                    <a:lnTo>
                      <a:pt x="964" y="113"/>
                    </a:lnTo>
                    <a:lnTo>
                      <a:pt x="982" y="88"/>
                    </a:lnTo>
                    <a:lnTo>
                      <a:pt x="988" y="108"/>
                    </a:lnTo>
                    <a:lnTo>
                      <a:pt x="1017" y="83"/>
                    </a:lnTo>
                    <a:lnTo>
                      <a:pt x="1023" y="63"/>
                    </a:lnTo>
                    <a:lnTo>
                      <a:pt x="1035" y="100"/>
                    </a:lnTo>
                    <a:lnTo>
                      <a:pt x="1017" y="117"/>
                    </a:lnTo>
                    <a:lnTo>
                      <a:pt x="1065" y="104"/>
                    </a:lnTo>
                    <a:lnTo>
                      <a:pt x="1077" y="50"/>
                    </a:lnTo>
                    <a:lnTo>
                      <a:pt x="1083" y="88"/>
                    </a:lnTo>
                    <a:lnTo>
                      <a:pt x="1101" y="54"/>
                    </a:lnTo>
                    <a:lnTo>
                      <a:pt x="1156" y="33"/>
                    </a:lnTo>
                    <a:lnTo>
                      <a:pt x="1119" y="67"/>
                    </a:lnTo>
                    <a:lnTo>
                      <a:pt x="1119" y="96"/>
                    </a:lnTo>
                    <a:lnTo>
                      <a:pt x="1144" y="108"/>
                    </a:lnTo>
                    <a:lnTo>
                      <a:pt x="1180" y="100"/>
                    </a:lnTo>
                    <a:lnTo>
                      <a:pt x="1198" y="67"/>
                    </a:lnTo>
                    <a:lnTo>
                      <a:pt x="1198" y="38"/>
                    </a:lnTo>
                    <a:lnTo>
                      <a:pt x="1222" y="75"/>
                    </a:lnTo>
                    <a:lnTo>
                      <a:pt x="1240" y="54"/>
                    </a:lnTo>
                    <a:lnTo>
                      <a:pt x="1228" y="21"/>
                    </a:lnTo>
                    <a:lnTo>
                      <a:pt x="1251" y="71"/>
                    </a:lnTo>
                    <a:lnTo>
                      <a:pt x="1234" y="113"/>
                    </a:lnTo>
                    <a:lnTo>
                      <a:pt x="1270" y="121"/>
                    </a:lnTo>
                    <a:lnTo>
                      <a:pt x="1300" y="100"/>
                    </a:lnTo>
                    <a:lnTo>
                      <a:pt x="1294" y="46"/>
                    </a:lnTo>
                    <a:lnTo>
                      <a:pt x="1336" y="96"/>
                    </a:lnTo>
                    <a:lnTo>
                      <a:pt x="1336" y="129"/>
                    </a:lnTo>
                    <a:lnTo>
                      <a:pt x="1378" y="67"/>
                    </a:lnTo>
                    <a:lnTo>
                      <a:pt x="1378" y="46"/>
                    </a:lnTo>
                    <a:lnTo>
                      <a:pt x="1384" y="125"/>
                    </a:lnTo>
                    <a:lnTo>
                      <a:pt x="1414" y="67"/>
                    </a:lnTo>
                    <a:lnTo>
                      <a:pt x="1497" y="29"/>
                    </a:lnTo>
                    <a:lnTo>
                      <a:pt x="1432" y="83"/>
                    </a:lnTo>
                    <a:lnTo>
                      <a:pt x="1444" y="121"/>
                    </a:lnTo>
                    <a:lnTo>
                      <a:pt x="1485" y="125"/>
                    </a:lnTo>
                    <a:lnTo>
                      <a:pt x="1509" y="92"/>
                    </a:lnTo>
                    <a:lnTo>
                      <a:pt x="1497" y="83"/>
                    </a:lnTo>
                    <a:lnTo>
                      <a:pt x="1521" y="100"/>
                    </a:lnTo>
                    <a:lnTo>
                      <a:pt x="1527" y="38"/>
                    </a:lnTo>
                    <a:lnTo>
                      <a:pt x="1545" y="100"/>
                    </a:lnTo>
                    <a:lnTo>
                      <a:pt x="1575" y="29"/>
                    </a:lnTo>
                    <a:lnTo>
                      <a:pt x="1569" y="0"/>
                    </a:lnTo>
                    <a:lnTo>
                      <a:pt x="1600" y="33"/>
                    </a:lnTo>
                    <a:lnTo>
                      <a:pt x="1575" y="133"/>
                    </a:lnTo>
                    <a:lnTo>
                      <a:pt x="1636" y="79"/>
                    </a:lnTo>
                    <a:lnTo>
                      <a:pt x="1642" y="29"/>
                    </a:lnTo>
                    <a:lnTo>
                      <a:pt x="1660" y="92"/>
                    </a:lnTo>
                    <a:lnTo>
                      <a:pt x="1624" y="150"/>
                    </a:lnTo>
                    <a:lnTo>
                      <a:pt x="1701" y="100"/>
                    </a:lnTo>
                    <a:lnTo>
                      <a:pt x="1707" y="54"/>
                    </a:lnTo>
                    <a:lnTo>
                      <a:pt x="1719" y="108"/>
                    </a:lnTo>
                    <a:lnTo>
                      <a:pt x="1749" y="96"/>
                    </a:lnTo>
                    <a:lnTo>
                      <a:pt x="1743" y="46"/>
                    </a:lnTo>
                    <a:lnTo>
                      <a:pt x="1785" y="100"/>
                    </a:lnTo>
                    <a:lnTo>
                      <a:pt x="1785" y="121"/>
                    </a:lnTo>
                    <a:lnTo>
                      <a:pt x="1821" y="63"/>
                    </a:lnTo>
                    <a:lnTo>
                      <a:pt x="1791" y="38"/>
                    </a:lnTo>
                    <a:lnTo>
                      <a:pt x="1869" y="75"/>
                    </a:lnTo>
                    <a:lnTo>
                      <a:pt x="1863" y="121"/>
                    </a:lnTo>
                    <a:lnTo>
                      <a:pt x="1905" y="75"/>
                    </a:lnTo>
                    <a:lnTo>
                      <a:pt x="1893" y="129"/>
                    </a:lnTo>
                    <a:lnTo>
                      <a:pt x="1934" y="75"/>
                    </a:lnTo>
                    <a:lnTo>
                      <a:pt x="1928" y="117"/>
                    </a:lnTo>
                    <a:lnTo>
                      <a:pt x="1970" y="81"/>
                    </a:lnTo>
                    <a:lnTo>
                      <a:pt x="1955" y="31"/>
                    </a:lnTo>
                    <a:lnTo>
                      <a:pt x="1985" y="92"/>
                    </a:lnTo>
                    <a:lnTo>
                      <a:pt x="2000" y="60"/>
                    </a:lnTo>
                    <a:lnTo>
                      <a:pt x="2006" y="113"/>
                    </a:lnTo>
                    <a:lnTo>
                      <a:pt x="2022" y="67"/>
                    </a:lnTo>
                    <a:lnTo>
                      <a:pt x="2031" y="33"/>
                    </a:lnTo>
                    <a:lnTo>
                      <a:pt x="2037" y="79"/>
                    </a:lnTo>
                    <a:lnTo>
                      <a:pt x="2067" y="15"/>
                    </a:lnTo>
                    <a:lnTo>
                      <a:pt x="2118" y="2"/>
                    </a:lnTo>
                    <a:lnTo>
                      <a:pt x="2073" y="29"/>
                    </a:lnTo>
                    <a:lnTo>
                      <a:pt x="2073" y="58"/>
                    </a:lnTo>
                    <a:lnTo>
                      <a:pt x="2111" y="35"/>
                    </a:lnTo>
                    <a:lnTo>
                      <a:pt x="2093" y="63"/>
                    </a:lnTo>
                    <a:lnTo>
                      <a:pt x="2106" y="102"/>
                    </a:lnTo>
                    <a:lnTo>
                      <a:pt x="2180" y="17"/>
                    </a:lnTo>
                    <a:lnTo>
                      <a:pt x="2162" y="117"/>
                    </a:lnTo>
                    <a:lnTo>
                      <a:pt x="2222" y="17"/>
                    </a:lnTo>
                    <a:lnTo>
                      <a:pt x="2210" y="113"/>
                    </a:lnTo>
                    <a:lnTo>
                      <a:pt x="2252" y="38"/>
                    </a:lnTo>
                    <a:lnTo>
                      <a:pt x="2252" y="121"/>
                    </a:lnTo>
                    <a:lnTo>
                      <a:pt x="2288" y="71"/>
                    </a:lnTo>
                    <a:lnTo>
                      <a:pt x="2294" y="117"/>
                    </a:lnTo>
                    <a:lnTo>
                      <a:pt x="2324" y="108"/>
                    </a:lnTo>
                    <a:lnTo>
                      <a:pt x="2330" y="71"/>
                    </a:lnTo>
                    <a:lnTo>
                      <a:pt x="2348" y="104"/>
                    </a:lnTo>
                    <a:lnTo>
                      <a:pt x="2371" y="63"/>
                    </a:lnTo>
                    <a:lnTo>
                      <a:pt x="2413" y="58"/>
                    </a:lnTo>
                    <a:lnTo>
                      <a:pt x="2383" y="75"/>
                    </a:lnTo>
                    <a:lnTo>
                      <a:pt x="2383" y="100"/>
                    </a:lnTo>
                    <a:lnTo>
                      <a:pt x="2425" y="96"/>
                    </a:lnTo>
                    <a:lnTo>
                      <a:pt x="2449" y="67"/>
                    </a:lnTo>
                    <a:lnTo>
                      <a:pt x="2425" y="42"/>
                    </a:lnTo>
                    <a:lnTo>
                      <a:pt x="2473" y="71"/>
                    </a:lnTo>
                    <a:lnTo>
                      <a:pt x="2473" y="100"/>
                    </a:lnTo>
                    <a:lnTo>
                      <a:pt x="2492" y="75"/>
                    </a:lnTo>
                    <a:lnTo>
                      <a:pt x="2473" y="17"/>
                    </a:lnTo>
                    <a:lnTo>
                      <a:pt x="2528" y="83"/>
                    </a:lnTo>
                    <a:lnTo>
                      <a:pt x="2528" y="92"/>
                    </a:lnTo>
                    <a:lnTo>
                      <a:pt x="2534" y="63"/>
                    </a:lnTo>
                    <a:lnTo>
                      <a:pt x="2564" y="38"/>
                    </a:lnTo>
                    <a:lnTo>
                      <a:pt x="2629" y="38"/>
                    </a:lnTo>
                    <a:lnTo>
                      <a:pt x="2576" y="58"/>
                    </a:lnTo>
                    <a:lnTo>
                      <a:pt x="2570" y="88"/>
                    </a:lnTo>
                    <a:lnTo>
                      <a:pt x="2623" y="71"/>
                    </a:lnTo>
                    <a:lnTo>
                      <a:pt x="2707" y="88"/>
                    </a:lnTo>
                    <a:lnTo>
                      <a:pt x="2605" y="96"/>
                    </a:lnTo>
                    <a:lnTo>
                      <a:pt x="2564" y="138"/>
                    </a:lnTo>
                    <a:lnTo>
                      <a:pt x="2558" y="167"/>
                    </a:lnTo>
                    <a:lnTo>
                      <a:pt x="2371" y="188"/>
                    </a:lnTo>
                    <a:lnTo>
                      <a:pt x="2360" y="163"/>
                    </a:lnTo>
                    <a:lnTo>
                      <a:pt x="2336" y="192"/>
                    </a:lnTo>
                    <a:lnTo>
                      <a:pt x="2240" y="204"/>
                    </a:lnTo>
                    <a:lnTo>
                      <a:pt x="2228" y="179"/>
                    </a:lnTo>
                    <a:lnTo>
                      <a:pt x="2216" y="208"/>
                    </a:lnTo>
                    <a:lnTo>
                      <a:pt x="2012" y="217"/>
                    </a:lnTo>
                    <a:lnTo>
                      <a:pt x="2018" y="183"/>
                    </a:lnTo>
                    <a:lnTo>
                      <a:pt x="1970" y="221"/>
                    </a:lnTo>
                    <a:lnTo>
                      <a:pt x="1485" y="213"/>
                    </a:lnTo>
                    <a:lnTo>
                      <a:pt x="1497" y="183"/>
                    </a:lnTo>
                    <a:lnTo>
                      <a:pt x="1408" y="167"/>
                    </a:lnTo>
                    <a:lnTo>
                      <a:pt x="1354" y="200"/>
                    </a:lnTo>
                    <a:lnTo>
                      <a:pt x="1336" y="221"/>
                    </a:lnTo>
                    <a:lnTo>
                      <a:pt x="820" y="233"/>
                    </a:lnTo>
                    <a:lnTo>
                      <a:pt x="773" y="196"/>
                    </a:lnTo>
                    <a:lnTo>
                      <a:pt x="574" y="204"/>
                    </a:lnTo>
                    <a:lnTo>
                      <a:pt x="509" y="246"/>
                    </a:lnTo>
                    <a:lnTo>
                      <a:pt x="90" y="204"/>
                    </a:lnTo>
                    <a:lnTo>
                      <a:pt x="96" y="146"/>
                    </a:lnTo>
                    <a:lnTo>
                      <a:pt x="113" y="108"/>
                    </a:lnTo>
                    <a:close/>
                  </a:path>
                </a:pathLst>
              </a:custGeom>
              <a:solidFill>
                <a:srgbClr val="00AE00"/>
              </a:solidFill>
              <a:ln w="12700">
                <a:solidFill>
                  <a:srgbClr val="037C0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4571" name="Freeform 235"/>
              <p:cNvSpPr>
                <a:spLocks/>
              </p:cNvSpPr>
              <p:nvPr/>
            </p:nvSpPr>
            <p:spPr bwMode="auto">
              <a:xfrm>
                <a:off x="1717" y="2906"/>
                <a:ext cx="1408" cy="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9"/>
                  </a:cxn>
                  <a:cxn ang="0">
                    <a:pos x="426" y="108"/>
                  </a:cxn>
                  <a:cxn ang="0">
                    <a:pos x="492" y="57"/>
                  </a:cxn>
                  <a:cxn ang="0">
                    <a:pos x="684" y="57"/>
                  </a:cxn>
                  <a:cxn ang="0">
                    <a:pos x="729" y="93"/>
                  </a:cxn>
                  <a:cxn ang="0">
                    <a:pos x="1240" y="90"/>
                  </a:cxn>
                  <a:cxn ang="0">
                    <a:pos x="1273" y="51"/>
                  </a:cxn>
                  <a:cxn ang="0">
                    <a:pos x="1318" y="24"/>
                  </a:cxn>
                  <a:cxn ang="0">
                    <a:pos x="1408" y="36"/>
                  </a:cxn>
                  <a:cxn ang="0">
                    <a:pos x="1390" y="78"/>
                  </a:cxn>
                </a:cxnLst>
                <a:rect l="0" t="0" r="r" b="b"/>
                <a:pathLst>
                  <a:path w="1408" h="108">
                    <a:moveTo>
                      <a:pt x="3" y="0"/>
                    </a:moveTo>
                    <a:lnTo>
                      <a:pt x="0" y="69"/>
                    </a:lnTo>
                    <a:lnTo>
                      <a:pt x="426" y="108"/>
                    </a:lnTo>
                    <a:lnTo>
                      <a:pt x="492" y="57"/>
                    </a:lnTo>
                    <a:lnTo>
                      <a:pt x="684" y="57"/>
                    </a:lnTo>
                    <a:lnTo>
                      <a:pt x="729" y="93"/>
                    </a:lnTo>
                    <a:lnTo>
                      <a:pt x="1240" y="90"/>
                    </a:lnTo>
                    <a:lnTo>
                      <a:pt x="1273" y="51"/>
                    </a:lnTo>
                    <a:lnTo>
                      <a:pt x="1318" y="24"/>
                    </a:lnTo>
                    <a:lnTo>
                      <a:pt x="1408" y="36"/>
                    </a:lnTo>
                    <a:lnTo>
                      <a:pt x="1390" y="78"/>
                    </a:lnTo>
                  </a:path>
                </a:pathLst>
              </a:custGeom>
              <a:noFill/>
              <a:ln w="76200">
                <a:solidFill>
                  <a:srgbClr val="00AE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4572" name="Freeform 236"/>
              <p:cNvSpPr>
                <a:spLocks/>
              </p:cNvSpPr>
              <p:nvPr/>
            </p:nvSpPr>
            <p:spPr bwMode="auto">
              <a:xfrm>
                <a:off x="3137" y="2927"/>
                <a:ext cx="1047" cy="57"/>
              </a:xfrm>
              <a:custGeom>
                <a:avLst/>
                <a:gdLst/>
                <a:ahLst/>
                <a:cxnLst>
                  <a:cxn ang="0">
                    <a:pos x="0" y="51"/>
                  </a:cxn>
                  <a:cxn ang="0">
                    <a:pos x="462" y="57"/>
                  </a:cxn>
                  <a:cxn ang="0">
                    <a:pos x="504" y="21"/>
                  </a:cxn>
                  <a:cxn ang="0">
                    <a:pos x="498" y="51"/>
                  </a:cxn>
                  <a:cxn ang="0">
                    <a:pos x="705" y="45"/>
                  </a:cxn>
                  <a:cxn ang="0">
                    <a:pos x="717" y="15"/>
                  </a:cxn>
                  <a:cxn ang="0">
                    <a:pos x="726" y="45"/>
                  </a:cxn>
                  <a:cxn ang="0">
                    <a:pos x="822" y="27"/>
                  </a:cxn>
                  <a:cxn ang="0">
                    <a:pos x="843" y="0"/>
                  </a:cxn>
                  <a:cxn ang="0">
                    <a:pos x="858" y="30"/>
                  </a:cxn>
                  <a:cxn ang="0">
                    <a:pos x="1047" y="3"/>
                  </a:cxn>
                </a:cxnLst>
                <a:rect l="0" t="0" r="r" b="b"/>
                <a:pathLst>
                  <a:path w="1047" h="57">
                    <a:moveTo>
                      <a:pt x="0" y="51"/>
                    </a:moveTo>
                    <a:lnTo>
                      <a:pt x="462" y="57"/>
                    </a:lnTo>
                    <a:lnTo>
                      <a:pt x="504" y="21"/>
                    </a:lnTo>
                    <a:lnTo>
                      <a:pt x="498" y="51"/>
                    </a:lnTo>
                    <a:lnTo>
                      <a:pt x="705" y="45"/>
                    </a:lnTo>
                    <a:lnTo>
                      <a:pt x="717" y="15"/>
                    </a:lnTo>
                    <a:lnTo>
                      <a:pt x="726" y="45"/>
                    </a:lnTo>
                    <a:lnTo>
                      <a:pt x="822" y="27"/>
                    </a:lnTo>
                    <a:lnTo>
                      <a:pt x="843" y="0"/>
                    </a:lnTo>
                    <a:lnTo>
                      <a:pt x="858" y="30"/>
                    </a:lnTo>
                    <a:lnTo>
                      <a:pt x="1047" y="3"/>
                    </a:lnTo>
                  </a:path>
                </a:pathLst>
              </a:custGeom>
              <a:noFill/>
              <a:ln w="76200">
                <a:solidFill>
                  <a:srgbClr val="00AE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</p:grpSp>
        <p:sp>
          <p:nvSpPr>
            <p:cNvPr id="14573" name="Oval 237"/>
            <p:cNvSpPr>
              <a:spLocks noChangeArrowheads="1"/>
            </p:cNvSpPr>
            <p:nvPr/>
          </p:nvSpPr>
          <p:spPr bwMode="auto">
            <a:xfrm>
              <a:off x="2880" y="2880"/>
              <a:ext cx="336" cy="192"/>
            </a:xfrm>
            <a:prstGeom prst="ellipse">
              <a:avLst/>
            </a:prstGeom>
            <a:solidFill>
              <a:srgbClr val="FF5050"/>
            </a:solidFill>
            <a:ln w="9525">
              <a:solidFill>
                <a:srgbClr val="FF505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14574" name="Oval 238"/>
            <p:cNvSpPr>
              <a:spLocks noChangeArrowheads="1"/>
            </p:cNvSpPr>
            <p:nvPr/>
          </p:nvSpPr>
          <p:spPr bwMode="auto">
            <a:xfrm>
              <a:off x="2880" y="3216"/>
              <a:ext cx="288" cy="96"/>
            </a:xfrm>
            <a:prstGeom prst="ellipse">
              <a:avLst/>
            </a:prstGeom>
            <a:solidFill>
              <a:srgbClr val="FF5050"/>
            </a:solidFill>
            <a:ln w="9525">
              <a:solidFill>
                <a:srgbClr val="FF505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ru-RU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144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44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14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 descr="f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CF775-0CAE-4423-805F-390A4BF35462}" type="slidenum">
              <a:rPr lang="ru-RU" smtClean="0"/>
              <a:pPr/>
              <a:t>5</a:t>
            </a:fld>
            <a:endParaRPr lang="ru-RU"/>
          </a:p>
        </p:txBody>
      </p:sp>
      <p:pic>
        <p:nvPicPr>
          <p:cNvPr id="3" name="Рисунок 2" descr="04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1137" y="2735253"/>
            <a:ext cx="685800" cy="504825"/>
          </a:xfrm>
          <a:prstGeom prst="rect">
            <a:avLst/>
          </a:prstGeom>
        </p:spPr>
      </p:pic>
      <p:pic>
        <p:nvPicPr>
          <p:cNvPr id="4" name="Рисунок 3" descr="04.gif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580215" y="3903669"/>
            <a:ext cx="685800" cy="504825"/>
          </a:xfrm>
          <a:prstGeom prst="rect">
            <a:avLst/>
          </a:prstGeom>
        </p:spPr>
      </p:pic>
      <p:pic>
        <p:nvPicPr>
          <p:cNvPr id="5" name="Рисунок 4" descr="04.gif"/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FF000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6945345" y="5437215"/>
            <a:ext cx="685800" cy="504825"/>
          </a:xfrm>
          <a:prstGeom prst="rect">
            <a:avLst/>
          </a:prstGeom>
        </p:spPr>
      </p:pic>
      <p:sp>
        <p:nvSpPr>
          <p:cNvPr id="6" name="Штриховая стрелка вправо 5"/>
          <p:cNvSpPr/>
          <p:nvPr/>
        </p:nvSpPr>
        <p:spPr>
          <a:xfrm flipH="1">
            <a:off x="7500915" y="2406636"/>
            <a:ext cx="1643085" cy="766773"/>
          </a:xfrm>
          <a:prstGeom prst="striped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Старт </a:t>
            </a:r>
            <a:endParaRPr lang="ru-RU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Штриховая стрелка вправо 6"/>
          <p:cNvSpPr/>
          <p:nvPr/>
        </p:nvSpPr>
        <p:spPr>
          <a:xfrm flipH="1">
            <a:off x="7500915" y="3757617"/>
            <a:ext cx="1643085" cy="766773"/>
          </a:xfrm>
          <a:prstGeom prst="stripedRigh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Старт </a:t>
            </a:r>
            <a:endParaRPr lang="ru-RU" dirty="0"/>
          </a:p>
        </p:txBody>
      </p:sp>
      <p:sp>
        <p:nvSpPr>
          <p:cNvPr id="8" name="Штриховая стрелка вправо 7"/>
          <p:cNvSpPr/>
          <p:nvPr/>
        </p:nvSpPr>
        <p:spPr>
          <a:xfrm flipH="1">
            <a:off x="7500915" y="5583267"/>
            <a:ext cx="1643085" cy="766773"/>
          </a:xfrm>
          <a:prstGeom prst="stripedRightArrow">
            <a:avLst/>
          </a:prstGeom>
          <a:solidFill>
            <a:srgbClr val="FFB48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Старт </a:t>
            </a:r>
            <a:endParaRPr lang="ru-RU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04908" y="361908"/>
            <a:ext cx="6046976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ru-RU" dirty="0" smtClean="0"/>
              <a:t>Запускайте улиток стрелками соответствующего цвета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-0.00208 C -0.01233 -0.00023 -0.04844 0.00093 -0.07396 0.00972 C -0.09931 0.01827 -0.12153 0.05041 -0.15243 0.05041 C -0.18351 0.05041 -0.22656 0.02428 -0.25972 0.00972 C -0.29288 -0.00508 -0.32118 -0.03907 -0.35104 -0.03768 C -0.38108 -0.03606 -0.41094 0.01873 -0.43924 0.01827 C -0.46736 0.01781 -0.50729 -0.03121 -0.52066 -0.04069 " pathEditMode="relative" rAng="0" ptsTypes="aaaaa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000" y="7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1.32948E-6 C -0.01268 -0.01503 -0.02552 -0.03006 -0.04462 -0.01272 C -0.06372 0.00462 -0.09323 0.07653 -0.11424 0.10358 C -0.13542 0.13063 -0.1559 0.15422 -0.17136 0.15005 C -0.18698 0.14589 -0.19271 0.10427 -0.20781 0.07815 C -0.22309 0.05202 -0.24497 0.01179 -0.26337 -0.00648 C -0.28195 -0.02474 -0.30261 -0.03654 -0.31893 -0.03168 C -0.33524 -0.02682 -0.35035 0.00693 -0.36181 0.02312 C -0.37327 0.0393 -0.36719 0.07283 -0.38733 0.06543 C -0.40764 0.05803 -0.46077 0.00092 -0.48247 -0.02128 C -0.50417 -0.04347 -0.5033 -0.05434 -0.51736 -0.06775 C -0.53143 -0.08116 -0.55052 -0.08948 -0.56667 -0.10151 C -0.58281 -0.11353 -0.60625 -0.13341 -0.61424 -0.13966 " pathEditMode="relative" ptsTypes="aaaaaaaaaaaaA">
                                      <p:cBhvr>
                                        <p:cTn id="11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27778E-6 4.16185E-6 C -0.01216 0.01433 -0.02431 0.02867 -0.03334 0.02751 C -0.04237 0.02635 -0.0474 0.01179 -0.054 -0.00648 C -0.0606 -0.02474 -0.06615 -0.06752 -0.07292 -0.08255 C -0.07969 -0.09758 -0.08594 -0.1022 -0.09514 -0.09734 C -0.10435 -0.09249 -0.12223 -0.06729 -0.12865 -0.05295 C -0.13508 -0.03862 -0.13178 -0.03029 -0.13334 -0.01064 C -0.13508 0.00901 -0.129 0.0541 -0.13803 0.06543 C -0.14705 0.07676 -0.16962 0.06266 -0.18733 0.05711 C -0.20504 0.05156 -0.23074 0.03583 -0.24445 0.03167 C -0.25817 0.02751 -0.26008 0.03445 -0.2698 0.03167 C -0.27952 0.0289 -0.29185 0.02982 -0.30313 0.01479 C -0.31442 -0.00023 -0.32883 -0.03862 -0.33803 -0.05919 C -0.34723 -0.07977 -0.34896 -0.09989 -0.35869 -0.10798 C -0.36841 -0.11607 -0.38421 -0.12532 -0.39671 -0.10798 C -0.40921 -0.09064 -0.42362 -0.02659 -0.43334 -0.0044 C -0.44306 0.0178 -0.44567 0.01849 -0.45556 0.0252 C -0.46563 0.0319 -0.479 0.03468 -0.49358 0.03583 C -0.50834 0.03699 -0.52726 0.04323 -0.54289 0.03167 C -0.55851 0.02011 -0.57674 -0.02336 -0.58733 -0.03399 C -0.59792 -0.04463 -0.59567 -0.03654 -0.60626 -0.03168 C -0.61685 -0.02682 -0.63768 -0.01573 -0.6507 -0.0044 C -0.66372 0.00693 -0.67657 0.02312 -0.68403 0.03583 C -0.6915 0.04855 -0.69324 0.06196 -0.69514 0.0719 C -0.69705 0.08185 -0.69619 0.08832 -0.69514 0.09503 " pathEditMode="relative" ptsTypes="aaaaaaaaaaaaaaaaaaaaaaaaA">
                                      <p:cBhvr>
                                        <p:cTn id="1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Пустыня" descr="j040722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2" name="Пробка"/>
          <p:cNvGrpSpPr/>
          <p:nvPr/>
        </p:nvGrpSpPr>
        <p:grpSpPr>
          <a:xfrm rot="2633435">
            <a:off x="2372726" y="4359366"/>
            <a:ext cx="273768" cy="357190"/>
            <a:chOff x="3468688" y="1142984"/>
            <a:chExt cx="349250" cy="465189"/>
          </a:xfrm>
        </p:grpSpPr>
        <p:sp>
          <p:nvSpPr>
            <p:cNvPr id="52" name="Freeform 58"/>
            <p:cNvSpPr>
              <a:spLocks/>
            </p:cNvSpPr>
            <p:nvPr/>
          </p:nvSpPr>
          <p:spPr bwMode="auto">
            <a:xfrm>
              <a:off x="3487738" y="1357298"/>
              <a:ext cx="330200" cy="209550"/>
            </a:xfrm>
            <a:custGeom>
              <a:avLst/>
              <a:gdLst/>
              <a:ahLst/>
              <a:cxnLst>
                <a:cxn ang="0">
                  <a:pos x="0" y="21"/>
                </a:cxn>
                <a:cxn ang="0">
                  <a:pos x="21" y="247"/>
                </a:cxn>
                <a:cxn ang="0">
                  <a:pos x="416" y="262"/>
                </a:cxn>
                <a:cxn ang="0">
                  <a:pos x="395" y="49"/>
                </a:cxn>
                <a:cxn ang="0">
                  <a:pos x="346" y="0"/>
                </a:cxn>
                <a:cxn ang="0">
                  <a:pos x="0" y="21"/>
                </a:cxn>
                <a:cxn ang="0">
                  <a:pos x="0" y="21"/>
                </a:cxn>
              </a:cxnLst>
              <a:rect l="0" t="0" r="r" b="b"/>
              <a:pathLst>
                <a:path w="416" h="262">
                  <a:moveTo>
                    <a:pt x="0" y="21"/>
                  </a:moveTo>
                  <a:lnTo>
                    <a:pt x="21" y="247"/>
                  </a:lnTo>
                  <a:lnTo>
                    <a:pt x="416" y="262"/>
                  </a:lnTo>
                  <a:lnTo>
                    <a:pt x="395" y="49"/>
                  </a:lnTo>
                  <a:lnTo>
                    <a:pt x="346" y="0"/>
                  </a:lnTo>
                  <a:lnTo>
                    <a:pt x="0" y="21"/>
                  </a:lnTo>
                  <a:lnTo>
                    <a:pt x="0" y="21"/>
                  </a:lnTo>
                  <a:close/>
                </a:path>
              </a:pathLst>
            </a:custGeom>
            <a:solidFill>
              <a:srgbClr val="F58578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3" name="Freeform 59"/>
            <p:cNvSpPr>
              <a:spLocks/>
            </p:cNvSpPr>
            <p:nvPr/>
          </p:nvSpPr>
          <p:spPr bwMode="auto">
            <a:xfrm>
              <a:off x="3676650" y="1428736"/>
              <a:ext cx="52387" cy="173038"/>
            </a:xfrm>
            <a:custGeom>
              <a:avLst/>
              <a:gdLst/>
              <a:ahLst/>
              <a:cxnLst>
                <a:cxn ang="0">
                  <a:pos x="0" y="29"/>
                </a:cxn>
                <a:cxn ang="0">
                  <a:pos x="16" y="219"/>
                </a:cxn>
                <a:cxn ang="0">
                  <a:pos x="65" y="0"/>
                </a:cxn>
                <a:cxn ang="0">
                  <a:pos x="0" y="29"/>
                </a:cxn>
                <a:cxn ang="0">
                  <a:pos x="0" y="29"/>
                </a:cxn>
              </a:cxnLst>
              <a:rect l="0" t="0" r="r" b="b"/>
              <a:pathLst>
                <a:path w="65" h="219">
                  <a:moveTo>
                    <a:pt x="0" y="29"/>
                  </a:moveTo>
                  <a:lnTo>
                    <a:pt x="16" y="219"/>
                  </a:lnTo>
                  <a:lnTo>
                    <a:pt x="65" y="0"/>
                  </a:lnTo>
                  <a:lnTo>
                    <a:pt x="0" y="29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rgbClr val="FAB8A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4" name="Freeform 60"/>
            <p:cNvSpPr>
              <a:spLocks/>
            </p:cNvSpPr>
            <p:nvPr/>
          </p:nvSpPr>
          <p:spPr bwMode="auto">
            <a:xfrm>
              <a:off x="3475038" y="1357298"/>
              <a:ext cx="139700" cy="225425"/>
            </a:xfrm>
            <a:custGeom>
              <a:avLst/>
              <a:gdLst/>
              <a:ahLst/>
              <a:cxnLst>
                <a:cxn ang="0">
                  <a:pos x="177" y="50"/>
                </a:cxn>
                <a:cxn ang="0">
                  <a:pos x="171" y="283"/>
                </a:cxn>
                <a:cxn ang="0">
                  <a:pos x="15" y="276"/>
                </a:cxn>
                <a:cxn ang="0">
                  <a:pos x="0" y="0"/>
                </a:cxn>
                <a:cxn ang="0">
                  <a:pos x="177" y="50"/>
                </a:cxn>
                <a:cxn ang="0">
                  <a:pos x="177" y="50"/>
                </a:cxn>
              </a:cxnLst>
              <a:rect l="0" t="0" r="r" b="b"/>
              <a:pathLst>
                <a:path w="177" h="283">
                  <a:moveTo>
                    <a:pt x="177" y="50"/>
                  </a:moveTo>
                  <a:lnTo>
                    <a:pt x="171" y="283"/>
                  </a:lnTo>
                  <a:lnTo>
                    <a:pt x="15" y="276"/>
                  </a:lnTo>
                  <a:lnTo>
                    <a:pt x="0" y="0"/>
                  </a:lnTo>
                  <a:lnTo>
                    <a:pt x="177" y="50"/>
                  </a:lnTo>
                  <a:lnTo>
                    <a:pt x="177" y="50"/>
                  </a:lnTo>
                  <a:close/>
                </a:path>
              </a:pathLst>
            </a:custGeom>
            <a:solidFill>
              <a:srgbClr val="94524A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5" name="Freeform 61"/>
            <p:cNvSpPr>
              <a:spLocks/>
            </p:cNvSpPr>
            <p:nvPr/>
          </p:nvSpPr>
          <p:spPr bwMode="auto">
            <a:xfrm>
              <a:off x="3497263" y="1142984"/>
              <a:ext cx="309562" cy="314325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0" y="358"/>
                </a:cxn>
                <a:cxn ang="0">
                  <a:pos x="390" y="398"/>
                </a:cxn>
                <a:cxn ang="0">
                  <a:pos x="304" y="29"/>
                </a:cxn>
                <a:cxn ang="0">
                  <a:pos x="14" y="0"/>
                </a:cxn>
                <a:cxn ang="0">
                  <a:pos x="14" y="0"/>
                </a:cxn>
              </a:cxnLst>
              <a:rect l="0" t="0" r="r" b="b"/>
              <a:pathLst>
                <a:path w="390" h="398">
                  <a:moveTo>
                    <a:pt x="14" y="0"/>
                  </a:moveTo>
                  <a:lnTo>
                    <a:pt x="0" y="358"/>
                  </a:lnTo>
                  <a:lnTo>
                    <a:pt x="390" y="398"/>
                  </a:lnTo>
                  <a:lnTo>
                    <a:pt x="304" y="29"/>
                  </a:lnTo>
                  <a:lnTo>
                    <a:pt x="14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F99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6" name="Freeform 62"/>
            <p:cNvSpPr>
              <a:spLocks/>
            </p:cNvSpPr>
            <p:nvPr/>
          </p:nvSpPr>
          <p:spPr bwMode="auto">
            <a:xfrm>
              <a:off x="3497263" y="1142984"/>
              <a:ext cx="123825" cy="293688"/>
            </a:xfrm>
            <a:custGeom>
              <a:avLst/>
              <a:gdLst/>
              <a:ahLst/>
              <a:cxnLst>
                <a:cxn ang="0">
                  <a:pos x="156" y="44"/>
                </a:cxn>
                <a:cxn ang="0">
                  <a:pos x="128" y="369"/>
                </a:cxn>
                <a:cxn ang="0">
                  <a:pos x="0" y="356"/>
                </a:cxn>
                <a:cxn ang="0">
                  <a:pos x="0" y="0"/>
                </a:cxn>
                <a:cxn ang="0">
                  <a:pos x="156" y="44"/>
                </a:cxn>
                <a:cxn ang="0">
                  <a:pos x="156" y="44"/>
                </a:cxn>
              </a:cxnLst>
              <a:rect l="0" t="0" r="r" b="b"/>
              <a:pathLst>
                <a:path w="156" h="369">
                  <a:moveTo>
                    <a:pt x="156" y="44"/>
                  </a:moveTo>
                  <a:lnTo>
                    <a:pt x="128" y="369"/>
                  </a:lnTo>
                  <a:lnTo>
                    <a:pt x="0" y="356"/>
                  </a:lnTo>
                  <a:lnTo>
                    <a:pt x="0" y="0"/>
                  </a:lnTo>
                  <a:lnTo>
                    <a:pt x="156" y="44"/>
                  </a:lnTo>
                  <a:lnTo>
                    <a:pt x="156" y="44"/>
                  </a:lnTo>
                  <a:close/>
                </a:path>
              </a:pathLst>
            </a:custGeom>
            <a:solidFill>
              <a:srgbClr val="94524A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7" name="Freeform 73"/>
            <p:cNvSpPr>
              <a:spLocks/>
            </p:cNvSpPr>
            <p:nvPr/>
          </p:nvSpPr>
          <p:spPr bwMode="auto">
            <a:xfrm>
              <a:off x="3468688" y="1500173"/>
              <a:ext cx="338137" cy="108000"/>
            </a:xfrm>
            <a:custGeom>
              <a:avLst/>
              <a:gdLst/>
              <a:ahLst/>
              <a:cxnLst>
                <a:cxn ang="0">
                  <a:pos x="27" y="0"/>
                </a:cxn>
                <a:cxn ang="0">
                  <a:pos x="426" y="0"/>
                </a:cxn>
                <a:cxn ang="0">
                  <a:pos x="426" y="86"/>
                </a:cxn>
                <a:cxn ang="0">
                  <a:pos x="0" y="86"/>
                </a:cxn>
                <a:cxn ang="0">
                  <a:pos x="27" y="0"/>
                </a:cxn>
                <a:cxn ang="0">
                  <a:pos x="27" y="0"/>
                </a:cxn>
              </a:cxnLst>
              <a:rect l="0" t="0" r="r" b="b"/>
              <a:pathLst>
                <a:path w="426" h="86">
                  <a:moveTo>
                    <a:pt x="27" y="0"/>
                  </a:moveTo>
                  <a:lnTo>
                    <a:pt x="426" y="0"/>
                  </a:lnTo>
                  <a:lnTo>
                    <a:pt x="426" y="86"/>
                  </a:lnTo>
                  <a:lnTo>
                    <a:pt x="0" y="86"/>
                  </a:lnTo>
                  <a:lnTo>
                    <a:pt x="27" y="0"/>
                  </a:lnTo>
                  <a:lnTo>
                    <a:pt x="27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8" name="Freeform 81"/>
            <p:cNvSpPr>
              <a:spLocks/>
            </p:cNvSpPr>
            <p:nvPr/>
          </p:nvSpPr>
          <p:spPr bwMode="auto">
            <a:xfrm>
              <a:off x="3649663" y="1189021"/>
              <a:ext cx="66675" cy="214313"/>
            </a:xfrm>
            <a:custGeom>
              <a:avLst/>
              <a:gdLst/>
              <a:ahLst/>
              <a:cxnLst>
                <a:cxn ang="0">
                  <a:pos x="0" y="8"/>
                </a:cxn>
                <a:cxn ang="0">
                  <a:pos x="29" y="270"/>
                </a:cxn>
                <a:cxn ang="0">
                  <a:pos x="84" y="0"/>
                </a:cxn>
                <a:cxn ang="0">
                  <a:pos x="0" y="8"/>
                </a:cxn>
                <a:cxn ang="0">
                  <a:pos x="0" y="8"/>
                </a:cxn>
              </a:cxnLst>
              <a:rect l="0" t="0" r="r" b="b"/>
              <a:pathLst>
                <a:path w="84" h="270">
                  <a:moveTo>
                    <a:pt x="0" y="8"/>
                  </a:moveTo>
                  <a:lnTo>
                    <a:pt x="29" y="270"/>
                  </a:lnTo>
                  <a:lnTo>
                    <a:pt x="84" y="0"/>
                  </a:lnTo>
                  <a:lnTo>
                    <a:pt x="0" y="8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FFCC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" name="Freeform 82"/>
            <p:cNvSpPr>
              <a:spLocks/>
            </p:cNvSpPr>
            <p:nvPr/>
          </p:nvSpPr>
          <p:spPr bwMode="auto">
            <a:xfrm>
              <a:off x="3468688" y="1142984"/>
              <a:ext cx="338137" cy="431800"/>
            </a:xfrm>
            <a:custGeom>
              <a:avLst/>
              <a:gdLst/>
              <a:ahLst/>
              <a:cxnLst>
                <a:cxn ang="0">
                  <a:pos x="0" y="544"/>
                </a:cxn>
                <a:cxn ang="0">
                  <a:pos x="0" y="0"/>
                </a:cxn>
                <a:cxn ang="0">
                  <a:pos x="426" y="0"/>
                </a:cxn>
                <a:cxn ang="0">
                  <a:pos x="426" y="544"/>
                </a:cxn>
                <a:cxn ang="0">
                  <a:pos x="340" y="544"/>
                </a:cxn>
                <a:cxn ang="0">
                  <a:pos x="340" y="105"/>
                </a:cxn>
                <a:cxn ang="0">
                  <a:pos x="86" y="105"/>
                </a:cxn>
                <a:cxn ang="0">
                  <a:pos x="86" y="460"/>
                </a:cxn>
                <a:cxn ang="0">
                  <a:pos x="0" y="544"/>
                </a:cxn>
                <a:cxn ang="0">
                  <a:pos x="0" y="544"/>
                </a:cxn>
              </a:cxnLst>
              <a:rect l="0" t="0" r="r" b="b"/>
              <a:pathLst>
                <a:path w="426" h="544">
                  <a:moveTo>
                    <a:pt x="0" y="544"/>
                  </a:moveTo>
                  <a:lnTo>
                    <a:pt x="0" y="0"/>
                  </a:lnTo>
                  <a:lnTo>
                    <a:pt x="426" y="0"/>
                  </a:lnTo>
                  <a:lnTo>
                    <a:pt x="426" y="544"/>
                  </a:lnTo>
                  <a:lnTo>
                    <a:pt x="340" y="544"/>
                  </a:lnTo>
                  <a:lnTo>
                    <a:pt x="340" y="105"/>
                  </a:lnTo>
                  <a:lnTo>
                    <a:pt x="86" y="105"/>
                  </a:lnTo>
                  <a:lnTo>
                    <a:pt x="86" y="460"/>
                  </a:lnTo>
                  <a:lnTo>
                    <a:pt x="0" y="544"/>
                  </a:lnTo>
                  <a:lnTo>
                    <a:pt x="0" y="54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3" name="Бутылка"/>
          <p:cNvGrpSpPr/>
          <p:nvPr/>
        </p:nvGrpSpPr>
        <p:grpSpPr>
          <a:xfrm rot="2633435">
            <a:off x="992788" y="4261821"/>
            <a:ext cx="1143008" cy="2500306"/>
            <a:chOff x="2928938" y="2179638"/>
            <a:chExt cx="1419225" cy="3116263"/>
          </a:xfrm>
        </p:grpSpPr>
        <p:sp>
          <p:nvSpPr>
            <p:cNvPr id="61" name="Freeform 57"/>
            <p:cNvSpPr>
              <a:spLocks/>
            </p:cNvSpPr>
            <p:nvPr/>
          </p:nvSpPr>
          <p:spPr bwMode="auto">
            <a:xfrm>
              <a:off x="3063875" y="2179638"/>
              <a:ext cx="1185862" cy="3048000"/>
            </a:xfrm>
            <a:custGeom>
              <a:avLst/>
              <a:gdLst/>
              <a:ahLst/>
              <a:cxnLst>
                <a:cxn ang="0">
                  <a:pos x="511" y="47"/>
                </a:cxn>
                <a:cxn ang="0">
                  <a:pos x="426" y="1365"/>
                </a:cxn>
                <a:cxn ang="0">
                  <a:pos x="0" y="1790"/>
                </a:cxn>
                <a:cxn ang="0">
                  <a:pos x="0" y="3839"/>
                </a:cxn>
                <a:cxn ang="0">
                  <a:pos x="1495" y="3839"/>
                </a:cxn>
                <a:cxn ang="0">
                  <a:pos x="1448" y="3617"/>
                </a:cxn>
                <a:cxn ang="0">
                  <a:pos x="1448" y="1707"/>
                </a:cxn>
                <a:cxn ang="0">
                  <a:pos x="1022" y="1365"/>
                </a:cxn>
                <a:cxn ang="0">
                  <a:pos x="937" y="0"/>
                </a:cxn>
                <a:cxn ang="0">
                  <a:pos x="511" y="47"/>
                </a:cxn>
                <a:cxn ang="0">
                  <a:pos x="511" y="47"/>
                </a:cxn>
              </a:cxnLst>
              <a:rect l="0" t="0" r="r" b="b"/>
              <a:pathLst>
                <a:path w="1495" h="3839">
                  <a:moveTo>
                    <a:pt x="511" y="47"/>
                  </a:moveTo>
                  <a:lnTo>
                    <a:pt x="426" y="1365"/>
                  </a:lnTo>
                  <a:lnTo>
                    <a:pt x="0" y="1790"/>
                  </a:lnTo>
                  <a:lnTo>
                    <a:pt x="0" y="3839"/>
                  </a:lnTo>
                  <a:lnTo>
                    <a:pt x="1495" y="3839"/>
                  </a:lnTo>
                  <a:lnTo>
                    <a:pt x="1448" y="3617"/>
                  </a:lnTo>
                  <a:lnTo>
                    <a:pt x="1448" y="1707"/>
                  </a:lnTo>
                  <a:lnTo>
                    <a:pt x="1022" y="1365"/>
                  </a:lnTo>
                  <a:lnTo>
                    <a:pt x="937" y="0"/>
                  </a:lnTo>
                  <a:lnTo>
                    <a:pt x="511" y="47"/>
                  </a:lnTo>
                  <a:lnTo>
                    <a:pt x="511" y="47"/>
                  </a:lnTo>
                  <a:close/>
                </a:path>
              </a:pathLst>
            </a:custGeom>
            <a:solidFill>
              <a:srgbClr val="A6F2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2" name="Freeform 63"/>
            <p:cNvSpPr>
              <a:spLocks/>
            </p:cNvSpPr>
            <p:nvPr/>
          </p:nvSpPr>
          <p:spPr bwMode="auto">
            <a:xfrm>
              <a:off x="3043238" y="2397125"/>
              <a:ext cx="920750" cy="2840038"/>
            </a:xfrm>
            <a:custGeom>
              <a:avLst/>
              <a:gdLst/>
              <a:ahLst/>
              <a:cxnLst>
                <a:cxn ang="0">
                  <a:pos x="749" y="58"/>
                </a:cxn>
                <a:cxn ang="0">
                  <a:pos x="686" y="616"/>
                </a:cxn>
                <a:cxn ang="0">
                  <a:pos x="736" y="1219"/>
                </a:cxn>
                <a:cxn ang="0">
                  <a:pos x="388" y="1609"/>
                </a:cxn>
                <a:cxn ang="0">
                  <a:pos x="377" y="3323"/>
                </a:cxn>
                <a:cxn ang="0">
                  <a:pos x="1159" y="3487"/>
                </a:cxn>
                <a:cxn ang="0">
                  <a:pos x="0" y="3578"/>
                </a:cxn>
                <a:cxn ang="0">
                  <a:pos x="42" y="1438"/>
                </a:cxn>
                <a:cxn ang="0">
                  <a:pos x="437" y="1071"/>
                </a:cxn>
                <a:cxn ang="0">
                  <a:pos x="544" y="0"/>
                </a:cxn>
                <a:cxn ang="0">
                  <a:pos x="749" y="58"/>
                </a:cxn>
                <a:cxn ang="0">
                  <a:pos x="749" y="58"/>
                </a:cxn>
              </a:cxnLst>
              <a:rect l="0" t="0" r="r" b="b"/>
              <a:pathLst>
                <a:path w="1159" h="3578">
                  <a:moveTo>
                    <a:pt x="749" y="58"/>
                  </a:moveTo>
                  <a:lnTo>
                    <a:pt x="686" y="616"/>
                  </a:lnTo>
                  <a:lnTo>
                    <a:pt x="736" y="1219"/>
                  </a:lnTo>
                  <a:lnTo>
                    <a:pt x="388" y="1609"/>
                  </a:lnTo>
                  <a:lnTo>
                    <a:pt x="377" y="3323"/>
                  </a:lnTo>
                  <a:lnTo>
                    <a:pt x="1159" y="3487"/>
                  </a:lnTo>
                  <a:lnTo>
                    <a:pt x="0" y="3578"/>
                  </a:lnTo>
                  <a:lnTo>
                    <a:pt x="42" y="1438"/>
                  </a:lnTo>
                  <a:lnTo>
                    <a:pt x="437" y="1071"/>
                  </a:lnTo>
                  <a:lnTo>
                    <a:pt x="544" y="0"/>
                  </a:lnTo>
                  <a:lnTo>
                    <a:pt x="749" y="58"/>
                  </a:lnTo>
                  <a:lnTo>
                    <a:pt x="749" y="58"/>
                  </a:lnTo>
                  <a:close/>
                </a:path>
              </a:pathLst>
            </a:custGeom>
            <a:solidFill>
              <a:srgbClr val="00CC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3" name="Freeform 64"/>
            <p:cNvSpPr>
              <a:spLocks/>
            </p:cNvSpPr>
            <p:nvPr/>
          </p:nvSpPr>
          <p:spPr bwMode="auto">
            <a:xfrm>
              <a:off x="3165475" y="2408238"/>
              <a:ext cx="1050925" cy="2811463"/>
            </a:xfrm>
            <a:custGeom>
              <a:avLst/>
              <a:gdLst/>
              <a:ahLst/>
              <a:cxnLst>
                <a:cxn ang="0">
                  <a:pos x="652" y="44"/>
                </a:cxn>
                <a:cxn ang="0">
                  <a:pos x="715" y="631"/>
                </a:cxn>
                <a:cxn ang="0">
                  <a:pos x="715" y="1148"/>
                </a:cxn>
                <a:cxn ang="0">
                  <a:pos x="1161" y="1509"/>
                </a:cxn>
                <a:cxn ang="0">
                  <a:pos x="1133" y="3379"/>
                </a:cxn>
                <a:cxn ang="0">
                  <a:pos x="228" y="3465"/>
                </a:cxn>
                <a:cxn ang="0">
                  <a:pos x="0" y="3494"/>
                </a:cxn>
                <a:cxn ang="0">
                  <a:pos x="1302" y="3543"/>
                </a:cxn>
                <a:cxn ang="0">
                  <a:pos x="1325" y="1395"/>
                </a:cxn>
                <a:cxn ang="0">
                  <a:pos x="893" y="1127"/>
                </a:cxn>
                <a:cxn ang="0">
                  <a:pos x="821" y="0"/>
                </a:cxn>
                <a:cxn ang="0">
                  <a:pos x="652" y="44"/>
                </a:cxn>
                <a:cxn ang="0">
                  <a:pos x="652" y="44"/>
                </a:cxn>
              </a:cxnLst>
              <a:rect l="0" t="0" r="r" b="b"/>
              <a:pathLst>
                <a:path w="1325" h="3543">
                  <a:moveTo>
                    <a:pt x="652" y="44"/>
                  </a:moveTo>
                  <a:lnTo>
                    <a:pt x="715" y="631"/>
                  </a:lnTo>
                  <a:lnTo>
                    <a:pt x="715" y="1148"/>
                  </a:lnTo>
                  <a:lnTo>
                    <a:pt x="1161" y="1509"/>
                  </a:lnTo>
                  <a:lnTo>
                    <a:pt x="1133" y="3379"/>
                  </a:lnTo>
                  <a:lnTo>
                    <a:pt x="228" y="3465"/>
                  </a:lnTo>
                  <a:lnTo>
                    <a:pt x="0" y="3494"/>
                  </a:lnTo>
                  <a:lnTo>
                    <a:pt x="1302" y="3543"/>
                  </a:lnTo>
                  <a:lnTo>
                    <a:pt x="1325" y="1395"/>
                  </a:lnTo>
                  <a:lnTo>
                    <a:pt x="893" y="1127"/>
                  </a:lnTo>
                  <a:lnTo>
                    <a:pt x="821" y="0"/>
                  </a:lnTo>
                  <a:lnTo>
                    <a:pt x="652" y="44"/>
                  </a:lnTo>
                  <a:lnTo>
                    <a:pt x="652" y="44"/>
                  </a:lnTo>
                  <a:close/>
                </a:path>
              </a:pathLst>
            </a:custGeom>
            <a:solidFill>
              <a:srgbClr val="00CC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4" name="Freeform 65"/>
            <p:cNvSpPr>
              <a:spLocks/>
            </p:cNvSpPr>
            <p:nvPr/>
          </p:nvSpPr>
          <p:spPr bwMode="auto">
            <a:xfrm>
              <a:off x="3014663" y="2390775"/>
              <a:ext cx="1201737" cy="2797175"/>
            </a:xfrm>
            <a:custGeom>
              <a:avLst/>
              <a:gdLst/>
              <a:ahLst/>
              <a:cxnLst>
                <a:cxn ang="0">
                  <a:pos x="1515" y="3486"/>
                </a:cxn>
                <a:cxn ang="0">
                  <a:pos x="304" y="3408"/>
                </a:cxn>
                <a:cxn ang="0">
                  <a:pos x="276" y="1538"/>
                </a:cxn>
                <a:cxn ang="0">
                  <a:pos x="694" y="1197"/>
                </a:cxn>
                <a:cxn ang="0">
                  <a:pos x="658" y="644"/>
                </a:cxn>
                <a:cxn ang="0">
                  <a:pos x="764" y="15"/>
                </a:cxn>
                <a:cxn ang="0">
                  <a:pos x="538" y="0"/>
                </a:cxn>
                <a:cxn ang="0">
                  <a:pos x="502" y="1127"/>
                </a:cxn>
                <a:cxn ang="0">
                  <a:pos x="0" y="1517"/>
                </a:cxn>
                <a:cxn ang="0">
                  <a:pos x="42" y="3522"/>
                </a:cxn>
                <a:cxn ang="0">
                  <a:pos x="1515" y="3486"/>
                </a:cxn>
                <a:cxn ang="0">
                  <a:pos x="1515" y="3486"/>
                </a:cxn>
              </a:cxnLst>
              <a:rect l="0" t="0" r="r" b="b"/>
              <a:pathLst>
                <a:path w="1515" h="3522">
                  <a:moveTo>
                    <a:pt x="1515" y="3486"/>
                  </a:moveTo>
                  <a:lnTo>
                    <a:pt x="304" y="3408"/>
                  </a:lnTo>
                  <a:lnTo>
                    <a:pt x="276" y="1538"/>
                  </a:lnTo>
                  <a:lnTo>
                    <a:pt x="694" y="1197"/>
                  </a:lnTo>
                  <a:lnTo>
                    <a:pt x="658" y="644"/>
                  </a:lnTo>
                  <a:lnTo>
                    <a:pt x="764" y="15"/>
                  </a:lnTo>
                  <a:lnTo>
                    <a:pt x="538" y="0"/>
                  </a:lnTo>
                  <a:lnTo>
                    <a:pt x="502" y="1127"/>
                  </a:lnTo>
                  <a:lnTo>
                    <a:pt x="0" y="1517"/>
                  </a:lnTo>
                  <a:lnTo>
                    <a:pt x="42" y="3522"/>
                  </a:lnTo>
                  <a:lnTo>
                    <a:pt x="1515" y="3486"/>
                  </a:lnTo>
                  <a:lnTo>
                    <a:pt x="1515" y="3486"/>
                  </a:lnTo>
                  <a:close/>
                </a:path>
              </a:pathLst>
            </a:custGeom>
            <a:solidFill>
              <a:srgbClr val="0099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5" name="Freeform 70"/>
            <p:cNvSpPr>
              <a:spLocks/>
            </p:cNvSpPr>
            <p:nvPr/>
          </p:nvSpPr>
          <p:spPr bwMode="auto">
            <a:xfrm>
              <a:off x="2928938" y="2179638"/>
              <a:ext cx="742950" cy="3116263"/>
            </a:xfrm>
            <a:custGeom>
              <a:avLst/>
              <a:gdLst/>
              <a:ahLst/>
              <a:cxnLst>
                <a:cxn ang="0">
                  <a:pos x="608" y="0"/>
                </a:cxn>
                <a:cxn ang="0">
                  <a:pos x="595" y="254"/>
                </a:cxn>
                <a:cxn ang="0">
                  <a:pos x="509" y="937"/>
                </a:cxn>
                <a:cxn ang="0">
                  <a:pos x="509" y="1365"/>
                </a:cxn>
                <a:cxn ang="0">
                  <a:pos x="84" y="1707"/>
                </a:cxn>
                <a:cxn ang="0">
                  <a:pos x="84" y="3668"/>
                </a:cxn>
                <a:cxn ang="0">
                  <a:pos x="0" y="3925"/>
                </a:cxn>
                <a:cxn ang="0">
                  <a:pos x="169" y="3925"/>
                </a:cxn>
                <a:cxn ang="0">
                  <a:pos x="255" y="3668"/>
                </a:cxn>
                <a:cxn ang="0">
                  <a:pos x="255" y="1790"/>
                </a:cxn>
                <a:cxn ang="0">
                  <a:pos x="680" y="1450"/>
                </a:cxn>
                <a:cxn ang="0">
                  <a:pos x="680" y="937"/>
                </a:cxn>
                <a:cxn ang="0">
                  <a:pos x="766" y="254"/>
                </a:cxn>
                <a:cxn ang="0">
                  <a:pos x="766" y="85"/>
                </a:cxn>
                <a:cxn ang="0">
                  <a:pos x="937" y="85"/>
                </a:cxn>
                <a:cxn ang="0">
                  <a:pos x="937" y="0"/>
                </a:cxn>
                <a:cxn ang="0">
                  <a:pos x="608" y="0"/>
                </a:cxn>
                <a:cxn ang="0">
                  <a:pos x="608" y="0"/>
                </a:cxn>
              </a:cxnLst>
              <a:rect l="0" t="0" r="r" b="b"/>
              <a:pathLst>
                <a:path w="937" h="3925">
                  <a:moveTo>
                    <a:pt x="608" y="0"/>
                  </a:moveTo>
                  <a:lnTo>
                    <a:pt x="595" y="254"/>
                  </a:lnTo>
                  <a:lnTo>
                    <a:pt x="509" y="937"/>
                  </a:lnTo>
                  <a:lnTo>
                    <a:pt x="509" y="1365"/>
                  </a:lnTo>
                  <a:lnTo>
                    <a:pt x="84" y="1707"/>
                  </a:lnTo>
                  <a:lnTo>
                    <a:pt x="84" y="3668"/>
                  </a:lnTo>
                  <a:lnTo>
                    <a:pt x="0" y="3925"/>
                  </a:lnTo>
                  <a:lnTo>
                    <a:pt x="169" y="3925"/>
                  </a:lnTo>
                  <a:lnTo>
                    <a:pt x="255" y="3668"/>
                  </a:lnTo>
                  <a:lnTo>
                    <a:pt x="255" y="1790"/>
                  </a:lnTo>
                  <a:lnTo>
                    <a:pt x="680" y="1450"/>
                  </a:lnTo>
                  <a:lnTo>
                    <a:pt x="680" y="937"/>
                  </a:lnTo>
                  <a:lnTo>
                    <a:pt x="766" y="254"/>
                  </a:lnTo>
                  <a:lnTo>
                    <a:pt x="766" y="85"/>
                  </a:lnTo>
                  <a:lnTo>
                    <a:pt x="937" y="85"/>
                  </a:lnTo>
                  <a:lnTo>
                    <a:pt x="937" y="0"/>
                  </a:lnTo>
                  <a:lnTo>
                    <a:pt x="608" y="0"/>
                  </a:lnTo>
                  <a:lnTo>
                    <a:pt x="608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6" name="Freeform 71"/>
            <p:cNvSpPr>
              <a:spLocks/>
            </p:cNvSpPr>
            <p:nvPr/>
          </p:nvSpPr>
          <p:spPr bwMode="auto">
            <a:xfrm>
              <a:off x="3605213" y="2179638"/>
              <a:ext cx="742950" cy="3116263"/>
            </a:xfrm>
            <a:custGeom>
              <a:avLst/>
              <a:gdLst/>
              <a:ahLst/>
              <a:cxnLst>
                <a:cxn ang="0">
                  <a:pos x="327" y="0"/>
                </a:cxn>
                <a:cxn ang="0">
                  <a:pos x="340" y="254"/>
                </a:cxn>
                <a:cxn ang="0">
                  <a:pos x="426" y="937"/>
                </a:cxn>
                <a:cxn ang="0">
                  <a:pos x="426" y="1365"/>
                </a:cxn>
                <a:cxn ang="0">
                  <a:pos x="851" y="1707"/>
                </a:cxn>
                <a:cxn ang="0">
                  <a:pos x="851" y="3668"/>
                </a:cxn>
                <a:cxn ang="0">
                  <a:pos x="937" y="3925"/>
                </a:cxn>
                <a:cxn ang="0">
                  <a:pos x="766" y="3925"/>
                </a:cxn>
                <a:cxn ang="0">
                  <a:pos x="680" y="3668"/>
                </a:cxn>
                <a:cxn ang="0">
                  <a:pos x="680" y="1790"/>
                </a:cxn>
                <a:cxn ang="0">
                  <a:pos x="255" y="1450"/>
                </a:cxn>
                <a:cxn ang="0">
                  <a:pos x="255" y="937"/>
                </a:cxn>
                <a:cxn ang="0">
                  <a:pos x="169" y="254"/>
                </a:cxn>
                <a:cxn ang="0">
                  <a:pos x="169" y="85"/>
                </a:cxn>
                <a:cxn ang="0">
                  <a:pos x="0" y="85"/>
                </a:cxn>
                <a:cxn ang="0">
                  <a:pos x="0" y="0"/>
                </a:cxn>
                <a:cxn ang="0">
                  <a:pos x="327" y="0"/>
                </a:cxn>
                <a:cxn ang="0">
                  <a:pos x="327" y="0"/>
                </a:cxn>
              </a:cxnLst>
              <a:rect l="0" t="0" r="r" b="b"/>
              <a:pathLst>
                <a:path w="937" h="3925">
                  <a:moveTo>
                    <a:pt x="327" y="0"/>
                  </a:moveTo>
                  <a:lnTo>
                    <a:pt x="340" y="254"/>
                  </a:lnTo>
                  <a:lnTo>
                    <a:pt x="426" y="937"/>
                  </a:lnTo>
                  <a:lnTo>
                    <a:pt x="426" y="1365"/>
                  </a:lnTo>
                  <a:lnTo>
                    <a:pt x="851" y="1707"/>
                  </a:lnTo>
                  <a:lnTo>
                    <a:pt x="851" y="3668"/>
                  </a:lnTo>
                  <a:lnTo>
                    <a:pt x="937" y="3925"/>
                  </a:lnTo>
                  <a:lnTo>
                    <a:pt x="766" y="3925"/>
                  </a:lnTo>
                  <a:lnTo>
                    <a:pt x="680" y="3668"/>
                  </a:lnTo>
                  <a:lnTo>
                    <a:pt x="680" y="1790"/>
                  </a:lnTo>
                  <a:lnTo>
                    <a:pt x="255" y="1450"/>
                  </a:lnTo>
                  <a:lnTo>
                    <a:pt x="255" y="937"/>
                  </a:lnTo>
                  <a:lnTo>
                    <a:pt x="169" y="254"/>
                  </a:lnTo>
                  <a:lnTo>
                    <a:pt x="169" y="85"/>
                  </a:lnTo>
                  <a:lnTo>
                    <a:pt x="0" y="85"/>
                  </a:lnTo>
                  <a:lnTo>
                    <a:pt x="0" y="0"/>
                  </a:lnTo>
                  <a:lnTo>
                    <a:pt x="327" y="0"/>
                  </a:lnTo>
                  <a:lnTo>
                    <a:pt x="327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7" name="Freeform 72"/>
            <p:cNvSpPr>
              <a:spLocks/>
            </p:cNvSpPr>
            <p:nvPr/>
          </p:nvSpPr>
          <p:spPr bwMode="auto">
            <a:xfrm>
              <a:off x="2928938" y="5159375"/>
              <a:ext cx="1419225" cy="136525"/>
            </a:xfrm>
            <a:custGeom>
              <a:avLst/>
              <a:gdLst/>
              <a:ahLst/>
              <a:cxnLst>
                <a:cxn ang="0">
                  <a:pos x="0" y="171"/>
                </a:cxn>
                <a:cxn ang="0">
                  <a:pos x="1788" y="171"/>
                </a:cxn>
                <a:cxn ang="0">
                  <a:pos x="1617" y="0"/>
                </a:cxn>
                <a:cxn ang="0">
                  <a:pos x="169" y="0"/>
                </a:cxn>
                <a:cxn ang="0">
                  <a:pos x="0" y="171"/>
                </a:cxn>
                <a:cxn ang="0">
                  <a:pos x="0" y="171"/>
                </a:cxn>
              </a:cxnLst>
              <a:rect l="0" t="0" r="r" b="b"/>
              <a:pathLst>
                <a:path w="1788" h="171">
                  <a:moveTo>
                    <a:pt x="0" y="171"/>
                  </a:moveTo>
                  <a:lnTo>
                    <a:pt x="1788" y="171"/>
                  </a:lnTo>
                  <a:lnTo>
                    <a:pt x="1617" y="0"/>
                  </a:lnTo>
                  <a:lnTo>
                    <a:pt x="169" y="0"/>
                  </a:lnTo>
                  <a:lnTo>
                    <a:pt x="0" y="171"/>
                  </a:lnTo>
                  <a:lnTo>
                    <a:pt x="0" y="17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8" name="Freeform 79"/>
            <p:cNvSpPr>
              <a:spLocks/>
            </p:cNvSpPr>
            <p:nvPr/>
          </p:nvSpPr>
          <p:spPr bwMode="auto">
            <a:xfrm>
              <a:off x="3654425" y="2532063"/>
              <a:ext cx="61912" cy="7937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467"/>
                </a:cxn>
                <a:cxn ang="0">
                  <a:pos x="23" y="1000"/>
                </a:cxn>
                <a:cxn ang="0">
                  <a:pos x="78" y="327"/>
                </a:cxn>
                <a:cxn ang="0">
                  <a:pos x="49" y="7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78" h="1000">
                  <a:moveTo>
                    <a:pt x="0" y="0"/>
                  </a:moveTo>
                  <a:lnTo>
                    <a:pt x="0" y="467"/>
                  </a:lnTo>
                  <a:lnTo>
                    <a:pt x="23" y="1000"/>
                  </a:lnTo>
                  <a:lnTo>
                    <a:pt x="78" y="327"/>
                  </a:lnTo>
                  <a:lnTo>
                    <a:pt x="49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9" name="Freeform 80"/>
            <p:cNvSpPr>
              <a:spLocks/>
            </p:cNvSpPr>
            <p:nvPr/>
          </p:nvSpPr>
          <p:spPr bwMode="auto">
            <a:xfrm>
              <a:off x="3806825" y="3397250"/>
              <a:ext cx="195262" cy="1468438"/>
            </a:xfrm>
            <a:custGeom>
              <a:avLst/>
              <a:gdLst/>
              <a:ahLst/>
              <a:cxnLst>
                <a:cxn ang="0">
                  <a:pos x="140" y="249"/>
                </a:cxn>
                <a:cxn ang="0">
                  <a:pos x="234" y="1849"/>
                </a:cxn>
                <a:cxn ang="0">
                  <a:pos x="247" y="234"/>
                </a:cxn>
                <a:cxn ang="0">
                  <a:pos x="0" y="0"/>
                </a:cxn>
                <a:cxn ang="0">
                  <a:pos x="140" y="249"/>
                </a:cxn>
                <a:cxn ang="0">
                  <a:pos x="140" y="249"/>
                </a:cxn>
              </a:cxnLst>
              <a:rect l="0" t="0" r="r" b="b"/>
              <a:pathLst>
                <a:path w="247" h="1849">
                  <a:moveTo>
                    <a:pt x="140" y="249"/>
                  </a:moveTo>
                  <a:lnTo>
                    <a:pt x="234" y="1849"/>
                  </a:lnTo>
                  <a:lnTo>
                    <a:pt x="247" y="234"/>
                  </a:lnTo>
                  <a:lnTo>
                    <a:pt x="0" y="0"/>
                  </a:lnTo>
                  <a:lnTo>
                    <a:pt x="140" y="249"/>
                  </a:lnTo>
                  <a:lnTo>
                    <a:pt x="140" y="24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pic>
        <p:nvPicPr>
          <p:cNvPr id="72" name="Кусок песка" descr="j0407223.jpg"/>
          <p:cNvPicPr>
            <a:picLocks noChangeAspect="1"/>
          </p:cNvPicPr>
          <p:nvPr/>
        </p:nvPicPr>
        <p:blipFill>
          <a:blip r:embed="rId3"/>
          <a:srcRect l="6945" t="86458" r="61806"/>
          <a:stretch>
            <a:fillRect/>
          </a:stretch>
        </p:blipFill>
        <p:spPr>
          <a:xfrm>
            <a:off x="0" y="6000768"/>
            <a:ext cx="3214646" cy="928694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3" name="Джин" descr="1"/>
          <p:cNvPicPr>
            <a:picLocks noChangeAspect="1" noChangeArrowheads="1" noCrop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 rot="3626154">
            <a:off x="836745" y="5008505"/>
            <a:ext cx="1147683" cy="1285883"/>
          </a:xfrm>
          <a:prstGeom prst="rect">
            <a:avLst/>
          </a:prstGeom>
          <a:noFill/>
        </p:spPr>
      </p:pic>
      <p:pic>
        <p:nvPicPr>
          <p:cNvPr id="74" name="Голубь" descr="C:\Documents and Settings\Света\Мои документы\Мои рисунки\Организатор клипов (Microsoft)\j0236249.gif"/>
          <p:cNvPicPr>
            <a:picLocks noChangeAspect="1" noChangeArrowheads="1" noCrop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144000" y="873090"/>
            <a:ext cx="762000" cy="390525"/>
          </a:xfrm>
          <a:prstGeom prst="rect">
            <a:avLst/>
          </a:prstGeom>
          <a:noFill/>
        </p:spPr>
      </p:pic>
      <p:sp>
        <p:nvSpPr>
          <p:cNvPr id="28" name="Прямоугольник 2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Месяц 28"/>
          <p:cNvSpPr/>
          <p:nvPr/>
        </p:nvSpPr>
        <p:spPr>
          <a:xfrm rot="19309253" flipH="1">
            <a:off x="8037216" y="180159"/>
            <a:ext cx="364983" cy="705633"/>
          </a:xfrm>
          <a:prstGeom prst="moon">
            <a:avLst/>
          </a:prstGeom>
          <a:solidFill>
            <a:srgbClr val="FFFF9F">
              <a:alpha val="74902"/>
            </a:srgbClr>
          </a:solidFill>
          <a:ln>
            <a:noFill/>
          </a:ln>
          <a:effectLst>
            <a:glow rad="228600">
              <a:srgbClr val="FFFFB3">
                <a:alpha val="40000"/>
              </a:srgb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4.07407E-6 C 0.02899 -0.04259 0.05799 -0.08518 0.0776 -0.08055 C 0.09722 -0.07592 0.10885 -0.02939 0.1184 0.02824 C 0.12795 0.08588 0.12969 0.22107 0.13542 0.26505 C 0.14115 0.30903 0.14948 0.28704 0.15312 0.29283 " pathEditMode="relative" rAng="0" ptsTypes="aaa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7" y="112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0" presetClass="path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7.5E-6 -7.40741E-7 C 0.04531 -0.04884 0.09062 -0.09745 0.11579 -0.15092 C 0.14097 -0.20439 0.14427 -0.28263 0.15138 -0.32106 C 0.1585 -0.35949 0.15815 -0.37013 0.15798 -0.38078 " pathEditMode="relative" ptsTypes="aaaA">
                                      <p:cBhvr>
                                        <p:cTn id="16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3900000">
                                      <p:cBhvr>
                                        <p:cTn id="18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100"/>
                            </p:stCondLst>
                            <p:childTnLst>
                              <p:par>
                                <p:cTn id="20" presetID="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" dur="50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55 0.00208 C -0.00209 0.00347 -0.00799 0.00508 -0.01528 0.0074 C -0.02327 0.01387 -0.03351 0.01179 -0.04167 0.0178 C -0.06372 0.02127 -0.1158 0.03792 -0.14775 0.02844 C -0.17657 0.01664 -0.20382 -0.02012 -0.23351 -0.04139 C -0.26476 -0.04 -0.30643 -0.1022 -0.32848 -0.09619 C -0.35955 -0.09041 -0.39879 0.02196 -0.44393 0.01942 C -0.48299 0.01988 -0.54393 -0.09364 -0.57726 -0.09619 C -0.60834 -0.10706 -0.66077 0.10867 -0.71302 0.10011 C -0.775 0.11075 -0.79063 -0.06359 -0.82726 -0.06983 C -0.86893 -0.07099 -0.89861 -0.00093 -0.93212 0.00601 C -0.95139 0.00716 -0.97726 -0.01943 -0.99653 -0.01896 C -1.00556 0.0037 -1.02396 0.01526 -1.04341 0.0215 C -1.05903 0.03375 -1.04618 0.02497 -1.08907 0.02497 " pathEditMode="relative" rAng="0" ptsTypes="ffffffffffffff">
                                      <p:cBhvr>
                                        <p:cTn id="25" dur="5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47" y="0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91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</p:bldLst>
  </p:timing>
</p:sld>
</file>

<file path=ppt/theme/theme1.xml><?xml version="1.0" encoding="utf-8"?>
<a:theme xmlns:a="http://schemas.openxmlformats.org/drawingml/2006/main" name="Оформление по умолчанию">
  <a:themeElements>
    <a:clrScheme name="Оформление по умолчанию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Оформление по умолчанию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Оформление по умолчанию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1198</TotalTime>
  <Words>81</Words>
  <Application>Microsoft Office PowerPoint</Application>
  <PresentationFormat>Экран (4:3)</PresentationFormat>
  <Paragraphs>20</Paragraphs>
  <Slides>6</Slides>
  <Notes>2</Notes>
  <HiddenSlides>0</HiddenSlides>
  <MMClips>0</MMClips>
  <ScaleCrop>false</ScaleCrop>
  <HeadingPairs>
    <vt:vector size="6" baseType="variant"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8" baseType="lpstr">
      <vt:lpstr>Оформление по умолчанию</vt:lpstr>
      <vt:lpstr>Clip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Home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Образец анимации</dc:title>
  <dc:creator>lex</dc:creator>
  <cp:lastModifiedBy>PAE</cp:lastModifiedBy>
  <cp:revision>152</cp:revision>
  <dcterms:created xsi:type="dcterms:W3CDTF">2004-01-31T18:54:48Z</dcterms:created>
  <dcterms:modified xsi:type="dcterms:W3CDTF">2018-04-04T08:54:51Z</dcterms:modified>
</cp:coreProperties>
</file>