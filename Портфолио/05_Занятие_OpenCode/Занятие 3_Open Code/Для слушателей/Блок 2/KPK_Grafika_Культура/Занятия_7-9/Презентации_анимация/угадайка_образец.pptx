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wav" ContentType="audio/wav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7" r:id="rId3"/>
    <p:sldId id="260" r:id="rId4"/>
  </p:sldIdLst>
  <p:sldSz cx="9144000" cy="6858000" type="screen4x3"/>
  <p:notesSz cx="6858000" cy="9144000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napVertSplitter="1">
    <p:restoredLeft sz="15620"/>
    <p:restoredTop sz="94660"/>
  </p:normalViewPr>
  <p:slideViewPr>
    <p:cSldViewPr>
      <p:cViewPr varScale="1">
        <p:scale>
          <a:sx n="84" d="100"/>
          <a:sy n="84" d="100"/>
        </p:scale>
        <p:origin x="1426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85A7B0D-5645-4FB6-AA62-98424539018A}" type="slidenum">
              <a:rPr lang="ru-RU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45ACE9F-C31A-489E-A9A3-8DB99D33429F}" type="slidenum">
              <a:rPr lang="ru-RU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4A96669-5523-4ED7-97A0-2AB62407FFE7}" type="slidenum">
              <a:rPr lang="ru-RU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B0D4F99-98C7-48D3-A778-08F8B8389EB8}" type="slidenum">
              <a:rPr lang="ru-RU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46FFCBB-9EAC-4F58-A794-50288BD36AF8}" type="slidenum">
              <a:rPr lang="ru-RU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22EFF93-A990-4F53-929C-AF62052F52EC}" type="slidenum">
              <a:rPr lang="ru-RU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F359EF-1221-43EC-B03D-DCC7FC822BE2}" type="slidenum">
              <a:rPr lang="ru-RU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5AFCC1D-E09F-4758-A05E-5CEFF8C7C880}" type="slidenum">
              <a:rPr lang="ru-RU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F8F8908-691C-4F6A-9D6B-A689F08ACAFA}" type="slidenum">
              <a:rPr lang="ru-RU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3AF542-86EB-4E3E-B232-14B555B4DDEA}" type="slidenum">
              <a:rPr lang="ru-RU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571ADC3-A5A3-4810-94F4-25BCE33537D4}" type="slidenum">
              <a:rPr lang="ru-RU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gi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Образец заголовка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ru-RU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ru-RU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6C25EBCB-686B-483A-8EA2-CDB253CB0A5D}" type="slidenum">
              <a:rPr lang="ru-RU"/>
              <a:pPr/>
              <a:t>‹#›</a:t>
            </a:fld>
            <a:endParaRPr lang="ru-RU"/>
          </a:p>
        </p:txBody>
      </p:sp>
      <p:sp>
        <p:nvSpPr>
          <p:cNvPr id="1035" name="WordArt 11"/>
          <p:cNvSpPr>
            <a:spLocks noChangeArrowheads="1" noChangeShapeType="1" noTextEdit="1"/>
          </p:cNvSpPr>
          <p:nvPr userDrawn="1"/>
        </p:nvSpPr>
        <p:spPr bwMode="auto">
          <a:xfrm>
            <a:off x="584200" y="838200"/>
            <a:ext cx="3124200" cy="89535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ru-RU" sz="3200" kern="10">
                <a:ln w="12700">
                  <a:solidFill>
                    <a:srgbClr val="EAEAEA"/>
                  </a:solidFill>
                  <a:round/>
                  <a:headEnd/>
                  <a:tailEnd/>
                </a:ln>
                <a:gradFill rotWithShape="0"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0" scaled="1"/>
                </a:gradFill>
                <a:effectLst>
                  <a:outerShdw dist="35921" dir="2700000" sy="50000" kx="2115830" algn="bl" rotWithShape="0">
                    <a:srgbClr val="C0C0C0"/>
                  </a:outerShdw>
                </a:effectLst>
              </a:rPr>
              <a:t>Ответьте на вопрос</a:t>
            </a:r>
          </a:p>
        </p:txBody>
      </p:sp>
      <p:pic>
        <p:nvPicPr>
          <p:cNvPr id="1036" name="Picture 12" descr="11"/>
          <p:cNvPicPr>
            <a:picLocks noChangeAspect="1" noChangeArrowheads="1" noCrop="1"/>
          </p:cNvPicPr>
          <p:nvPr userDrawn="1"/>
        </p:nvPicPr>
        <p:blipFill>
          <a:blip r:embed="rId13"/>
          <a:srcRect/>
          <a:stretch>
            <a:fillRect/>
          </a:stretch>
        </p:blipFill>
        <p:spPr bwMode="auto">
          <a:xfrm>
            <a:off x="3779838" y="549275"/>
            <a:ext cx="1524000" cy="809625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" Target="slide2.xml"/><Relationship Id="rId1" Type="http://schemas.openxmlformats.org/officeDocument/2006/relationships/slideLayout" Target="../slideLayouts/slideLayout7.xml"/><Relationship Id="rId6" Type="http://schemas.openxmlformats.org/officeDocument/2006/relationships/audio" Target="../media/audio3.wav"/><Relationship Id="rId5" Type="http://schemas.openxmlformats.org/officeDocument/2006/relationships/audio" Target="../media/audio2.wav"/><Relationship Id="rId4" Type="http://schemas.openxmlformats.org/officeDocument/2006/relationships/slide" Target="slide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audio4.wav"/><Relationship Id="rId2" Type="http://schemas.openxmlformats.org/officeDocument/2006/relationships/slide" Target="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8" name="Text Box 8"/>
          <p:cNvSpPr txBox="1">
            <a:spLocks noChangeArrowheads="1"/>
          </p:cNvSpPr>
          <p:nvPr/>
        </p:nvSpPr>
        <p:spPr bwMode="auto">
          <a:xfrm>
            <a:off x="762000" y="5927725"/>
            <a:ext cx="83058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0" hangingPunct="0"/>
            <a:r>
              <a:rPr lang="ru-RU" sz="2000" b="1">
                <a:solidFill>
                  <a:srgbClr val="070739"/>
                </a:solidFill>
                <a:latin typeface="Times New Roman" pitchFamily="18" charset="0"/>
              </a:rPr>
              <a:t>Укажите объект, содержащий правильный ответ.</a:t>
            </a:r>
            <a:endParaRPr lang="ru-RU" sz="2400" b="1">
              <a:latin typeface="Times New Roman" pitchFamily="18" charset="0"/>
            </a:endParaRPr>
          </a:p>
        </p:txBody>
      </p:sp>
      <p:sp>
        <p:nvSpPr>
          <p:cNvPr id="5135" name="AutoShape 15">
            <a:hlinkClick r:id="rId2" action="ppaction://hlinksldjump">
              <a:snd r:embed="rId3" name="drumroll.wav"/>
            </a:hlinkClick>
          </p:cNvPr>
          <p:cNvSpPr>
            <a:spLocks noChangeArrowheads="1"/>
          </p:cNvSpPr>
          <p:nvPr/>
        </p:nvSpPr>
        <p:spPr bwMode="auto">
          <a:xfrm>
            <a:off x="1187450" y="3886200"/>
            <a:ext cx="2133600" cy="1752600"/>
          </a:xfrm>
          <a:prstGeom prst="star24">
            <a:avLst>
              <a:gd name="adj" fmla="val 37500"/>
            </a:avLst>
          </a:prstGeom>
          <a:gradFill rotWithShape="0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ru-RU" sz="3200">
                <a:latin typeface="Arial Black" pitchFamily="34" charset="0"/>
              </a:rPr>
              <a:t>10</a:t>
            </a:r>
          </a:p>
        </p:txBody>
      </p:sp>
      <p:sp>
        <p:nvSpPr>
          <p:cNvPr id="5136" name="AutoShape 16">
            <a:hlinkClick r:id="rId4" action="ppaction://hlinksldjump">
              <a:snd r:embed="rId5" name="applause.wav"/>
            </a:hlinkClick>
          </p:cNvPr>
          <p:cNvSpPr>
            <a:spLocks noChangeArrowheads="1"/>
          </p:cNvSpPr>
          <p:nvPr/>
        </p:nvSpPr>
        <p:spPr bwMode="auto">
          <a:xfrm>
            <a:off x="3851275" y="3886200"/>
            <a:ext cx="2057400" cy="1752600"/>
          </a:xfrm>
          <a:prstGeom prst="star32">
            <a:avLst>
              <a:gd name="adj" fmla="val 37500"/>
            </a:avLst>
          </a:prstGeom>
          <a:gradFill rotWithShape="0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ru-RU" sz="3200">
                <a:latin typeface="Arial Black" pitchFamily="34" charset="0"/>
              </a:rPr>
              <a:t>5</a:t>
            </a:r>
          </a:p>
        </p:txBody>
      </p:sp>
      <p:sp>
        <p:nvSpPr>
          <p:cNvPr id="5137" name="AutoShape 17">
            <a:hlinkClick r:id="rId2" action="ppaction://hlinksldjump">
              <a:snd r:embed="rId6" name="laser.wav"/>
            </a:hlinkClick>
          </p:cNvPr>
          <p:cNvSpPr>
            <a:spLocks noChangeArrowheads="1"/>
          </p:cNvSpPr>
          <p:nvPr/>
        </p:nvSpPr>
        <p:spPr bwMode="auto">
          <a:xfrm>
            <a:off x="6534150" y="3962400"/>
            <a:ext cx="2286000" cy="1600200"/>
          </a:xfrm>
          <a:prstGeom prst="star16">
            <a:avLst>
              <a:gd name="adj" fmla="val 37500"/>
            </a:avLst>
          </a:prstGeom>
          <a:gradFill rotWithShape="0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ru-RU" sz="3200">
                <a:latin typeface="Arial Black" pitchFamily="34" charset="0"/>
              </a:rPr>
              <a:t>11</a:t>
            </a:r>
          </a:p>
        </p:txBody>
      </p:sp>
      <p:sp>
        <p:nvSpPr>
          <p:cNvPr id="5152" name="Text Box 32"/>
          <p:cNvSpPr txBox="1">
            <a:spLocks noChangeArrowheads="1"/>
          </p:cNvSpPr>
          <p:nvPr/>
        </p:nvSpPr>
        <p:spPr bwMode="auto">
          <a:xfrm>
            <a:off x="755650" y="2276475"/>
            <a:ext cx="7924800" cy="669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ru-RU" sz="1900" dirty="0">
                <a:latin typeface="Arial Black" pitchFamily="34" charset="0"/>
              </a:rPr>
              <a:t>Над рекой летели птицы: лебедь, щука, две синицы, два стрижа и пять угрей. Сколько птиц</a:t>
            </a:r>
            <a:r>
              <a:rPr lang="en-US" sz="1900" dirty="0">
                <a:latin typeface="Arial Black" pitchFamily="34" charset="0"/>
              </a:rPr>
              <a:t>,</a:t>
            </a:r>
            <a:r>
              <a:rPr lang="ru-RU" sz="1900" dirty="0">
                <a:latin typeface="Arial Black" pitchFamily="34" charset="0"/>
              </a:rPr>
              <a:t> скажи скорей! </a:t>
            </a: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515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515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515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3480"/>
                            </p:stCondLst>
                            <p:childTnLst>
                              <p:par>
                                <p:cTn id="11" presetID="1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3" dur="2000"/>
                                        <p:tgtEl>
                                          <p:spTgt spid="5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480"/>
                            </p:stCondLst>
                            <p:childTnLst>
                              <p:par>
                                <p:cTn id="15" presetID="1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7" dur="2000"/>
                                        <p:tgtEl>
                                          <p:spTgt spid="5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7480"/>
                            </p:stCondLst>
                            <p:childTnLst>
                              <p:par>
                                <p:cTn id="19" presetID="1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21" dur="20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9480"/>
                            </p:stCondLst>
                            <p:childTnLst>
                              <p:par>
                                <p:cTn id="2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5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8" grpId="0" autoUpdateAnimBg="0"/>
      <p:bldP spid="5135" grpId="0" animBg="1"/>
      <p:bldP spid="5136" grpId="0" animBg="1"/>
      <p:bldP spid="5137" grpId="0" animBg="1"/>
      <p:bldP spid="515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7" name="AutoShape 5"/>
          <p:cNvSpPr>
            <a:spLocks noChangeArrowheads="1"/>
          </p:cNvSpPr>
          <p:nvPr/>
        </p:nvSpPr>
        <p:spPr bwMode="auto">
          <a:xfrm>
            <a:off x="1187450" y="3886200"/>
            <a:ext cx="2133600" cy="1752600"/>
          </a:xfrm>
          <a:prstGeom prst="star24">
            <a:avLst>
              <a:gd name="adj" fmla="val 37500"/>
            </a:avLst>
          </a:prstGeom>
          <a:gradFill rotWithShape="0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ru-RU" sz="3200">
                <a:latin typeface="Arial Black" pitchFamily="34" charset="0"/>
              </a:rPr>
              <a:t>10</a:t>
            </a:r>
          </a:p>
        </p:txBody>
      </p:sp>
      <p:sp>
        <p:nvSpPr>
          <p:cNvPr id="3078" name="AutoShape 6"/>
          <p:cNvSpPr>
            <a:spLocks noChangeArrowheads="1"/>
          </p:cNvSpPr>
          <p:nvPr/>
        </p:nvSpPr>
        <p:spPr bwMode="auto">
          <a:xfrm>
            <a:off x="3851275" y="3886200"/>
            <a:ext cx="2057400" cy="1752600"/>
          </a:xfrm>
          <a:prstGeom prst="star32">
            <a:avLst>
              <a:gd name="adj" fmla="val 37500"/>
            </a:avLst>
          </a:prstGeom>
          <a:gradFill rotWithShape="0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ru-RU" sz="3200">
                <a:latin typeface="Arial Black" pitchFamily="34" charset="0"/>
              </a:rPr>
              <a:t>5</a:t>
            </a:r>
          </a:p>
        </p:txBody>
      </p:sp>
      <p:sp>
        <p:nvSpPr>
          <p:cNvPr id="3079" name="AutoShape 7"/>
          <p:cNvSpPr>
            <a:spLocks noChangeArrowheads="1"/>
          </p:cNvSpPr>
          <p:nvPr/>
        </p:nvSpPr>
        <p:spPr bwMode="auto">
          <a:xfrm>
            <a:off x="6534150" y="3962400"/>
            <a:ext cx="2286000" cy="1600200"/>
          </a:xfrm>
          <a:prstGeom prst="star16">
            <a:avLst>
              <a:gd name="adj" fmla="val 37500"/>
            </a:avLst>
          </a:prstGeom>
          <a:gradFill rotWithShape="0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ru-RU" sz="3200">
                <a:latin typeface="Arial Black" pitchFamily="34" charset="0"/>
              </a:rPr>
              <a:t>11</a:t>
            </a:r>
          </a:p>
        </p:txBody>
      </p:sp>
      <p:sp>
        <p:nvSpPr>
          <p:cNvPr id="3081" name="Text Box 9"/>
          <p:cNvSpPr txBox="1">
            <a:spLocks noChangeArrowheads="1"/>
          </p:cNvSpPr>
          <p:nvPr/>
        </p:nvSpPr>
        <p:spPr bwMode="auto">
          <a:xfrm>
            <a:off x="755650" y="2276475"/>
            <a:ext cx="7924800" cy="669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ru-RU" sz="1900">
                <a:latin typeface="Arial Black" pitchFamily="34" charset="0"/>
              </a:rPr>
              <a:t>Над рекой летели птицы: лебедь, щука, две синицы, два стрижа и пять угрей. Сколько птиц</a:t>
            </a:r>
            <a:r>
              <a:rPr lang="en-US" sz="1900">
                <a:latin typeface="Arial Black" pitchFamily="34" charset="0"/>
              </a:rPr>
              <a:t>,</a:t>
            </a:r>
            <a:r>
              <a:rPr lang="ru-RU" sz="1900">
                <a:latin typeface="Arial Black" pitchFamily="34" charset="0"/>
              </a:rPr>
              <a:t> скажи скорей! </a:t>
            </a:r>
          </a:p>
        </p:txBody>
      </p:sp>
      <p:sp>
        <p:nvSpPr>
          <p:cNvPr id="3082" name="Text Box 10"/>
          <p:cNvSpPr txBox="1">
            <a:spLocks noChangeArrowheads="1"/>
          </p:cNvSpPr>
          <p:nvPr/>
        </p:nvSpPr>
        <p:spPr bwMode="auto">
          <a:xfrm>
            <a:off x="2667000" y="5780088"/>
            <a:ext cx="4724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ru-RU" sz="2400" dirty="0">
                <a:solidFill>
                  <a:srgbClr val="FF0000"/>
                </a:solidFill>
                <a:latin typeface="Times New Roman" pitchFamily="18" charset="0"/>
              </a:rPr>
              <a:t>Неправильно, попробуйте еще раз.</a:t>
            </a:r>
          </a:p>
        </p:txBody>
      </p:sp>
      <p:sp>
        <p:nvSpPr>
          <p:cNvPr id="3083" name="Text Box 11">
            <a:hlinkClick r:id="rId2" action="ppaction://hlinksldjump" tooltip="Ещё раз?"/>
          </p:cNvPr>
          <p:cNvSpPr txBox="1">
            <a:spLocks noChangeArrowheads="1"/>
          </p:cNvSpPr>
          <p:nvPr/>
        </p:nvSpPr>
        <p:spPr bwMode="auto">
          <a:xfrm>
            <a:off x="3687763" y="6162675"/>
            <a:ext cx="2219325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ru-RU" sz="2000" b="1" dirty="0">
                <a:solidFill>
                  <a:srgbClr val="070739"/>
                </a:solidFill>
                <a:latin typeface="Times New Roman" pitchFamily="18" charset="0"/>
                <a:hlinkClick r:id="" action="ppaction://hlinkshowjump?jump=firstslide">
                  <a:snd r:embed="rId3" name="chimes.wav"/>
                </a:hlinkClick>
              </a:rPr>
              <a:t>Повторный</a:t>
            </a:r>
            <a:r>
              <a:rPr lang="ru-RU" b="1" dirty="0">
                <a:solidFill>
                  <a:srgbClr val="FF7C8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hlinkClick r:id="" action="ppaction://hlinkshowjump?jump=firstslide">
                  <a:snd r:embed="rId3" name="chimes.wav"/>
                </a:hlinkClick>
              </a:rPr>
              <a:t> </a:t>
            </a:r>
            <a:r>
              <a:rPr lang="ru-RU" sz="2000" b="1" dirty="0">
                <a:solidFill>
                  <a:srgbClr val="070739"/>
                </a:solidFill>
                <a:latin typeface="Times New Roman" pitchFamily="18" charset="0"/>
                <a:hlinkClick r:id="" action="ppaction://hlinkshowjump?jump=firstslide">
                  <a:snd r:embed="rId3" name="chimes.wav"/>
                </a:hlinkClick>
              </a:rPr>
              <a:t>ответ</a:t>
            </a:r>
            <a:endParaRPr lang="ru-RU" sz="2000" b="1" dirty="0">
              <a:solidFill>
                <a:srgbClr val="070739"/>
              </a:solidFill>
              <a:latin typeface="Times New Roman" pitchFamily="18" charset="0"/>
            </a:endParaRP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xit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6" dur="2000"/>
                                        <p:tgtEl>
                                          <p:spTgt spid="30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2000"/>
                                        <p:tgtEl>
                                          <p:spTgt spid="30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/>
                                        <p:tgtEl>
                                          <p:spTgt spid="30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2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2" dur="2000"/>
                                        <p:tgtEl>
                                          <p:spTgt spid="3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82" grpId="0" autoUpdateAnimBg="0"/>
      <p:bldP spid="308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2" name="Text Box 8"/>
          <p:cNvSpPr txBox="1">
            <a:spLocks noChangeArrowheads="1"/>
          </p:cNvSpPr>
          <p:nvPr/>
        </p:nvSpPr>
        <p:spPr bwMode="auto">
          <a:xfrm>
            <a:off x="1857356" y="5857892"/>
            <a:ext cx="47418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hangingPunct="0"/>
            <a:r>
              <a:rPr lang="ru-RU" sz="2400" dirty="0">
                <a:solidFill>
                  <a:schemeClr val="accent2"/>
                </a:solidFill>
                <a:latin typeface="Times New Roman" pitchFamily="18" charset="0"/>
              </a:rPr>
              <a:t>Вы правильно ответили на вопрос!</a:t>
            </a:r>
          </a:p>
        </p:txBody>
      </p:sp>
      <p:sp>
        <p:nvSpPr>
          <p:cNvPr id="6155" name="AutoShape 11"/>
          <p:cNvSpPr>
            <a:spLocks noChangeArrowheads="1"/>
          </p:cNvSpPr>
          <p:nvPr/>
        </p:nvSpPr>
        <p:spPr bwMode="auto">
          <a:xfrm>
            <a:off x="1187450" y="3886200"/>
            <a:ext cx="2133600" cy="1752600"/>
          </a:xfrm>
          <a:prstGeom prst="star24">
            <a:avLst>
              <a:gd name="adj" fmla="val 37500"/>
            </a:avLst>
          </a:prstGeom>
          <a:gradFill rotWithShape="0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ru-RU" sz="3200">
                <a:latin typeface="Arial Black" pitchFamily="34" charset="0"/>
              </a:rPr>
              <a:t>10</a:t>
            </a:r>
          </a:p>
        </p:txBody>
      </p:sp>
      <p:sp>
        <p:nvSpPr>
          <p:cNvPr id="6156" name="AutoShape 12"/>
          <p:cNvSpPr>
            <a:spLocks noChangeArrowheads="1"/>
          </p:cNvSpPr>
          <p:nvPr/>
        </p:nvSpPr>
        <p:spPr bwMode="auto">
          <a:xfrm>
            <a:off x="3851275" y="3886200"/>
            <a:ext cx="2057400" cy="1752600"/>
          </a:xfrm>
          <a:prstGeom prst="star32">
            <a:avLst>
              <a:gd name="adj" fmla="val 37500"/>
            </a:avLst>
          </a:prstGeom>
          <a:gradFill rotWithShape="0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ru-RU" sz="3200">
                <a:latin typeface="Arial Black" pitchFamily="34" charset="0"/>
              </a:rPr>
              <a:t>5</a:t>
            </a:r>
          </a:p>
        </p:txBody>
      </p:sp>
      <p:sp>
        <p:nvSpPr>
          <p:cNvPr id="6157" name="AutoShape 13"/>
          <p:cNvSpPr>
            <a:spLocks noChangeArrowheads="1"/>
          </p:cNvSpPr>
          <p:nvPr/>
        </p:nvSpPr>
        <p:spPr bwMode="auto">
          <a:xfrm>
            <a:off x="6534150" y="3962400"/>
            <a:ext cx="2286000" cy="1600200"/>
          </a:xfrm>
          <a:prstGeom prst="star16">
            <a:avLst>
              <a:gd name="adj" fmla="val 37500"/>
            </a:avLst>
          </a:prstGeom>
          <a:gradFill rotWithShape="0">
            <a:gsLst>
              <a:gs pos="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0" hangingPunct="0"/>
            <a:r>
              <a:rPr lang="ru-RU" sz="3200">
                <a:latin typeface="Arial Black" pitchFamily="34" charset="0"/>
              </a:rPr>
              <a:t>11</a:t>
            </a:r>
          </a:p>
        </p:txBody>
      </p:sp>
      <p:sp>
        <p:nvSpPr>
          <p:cNvPr id="6158" name="Text Box 14"/>
          <p:cNvSpPr txBox="1">
            <a:spLocks noChangeArrowheads="1"/>
          </p:cNvSpPr>
          <p:nvPr/>
        </p:nvSpPr>
        <p:spPr bwMode="auto">
          <a:xfrm>
            <a:off x="755650" y="2276475"/>
            <a:ext cx="7924800" cy="669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/>
            <a:r>
              <a:rPr lang="ru-RU" sz="1900">
                <a:latin typeface="Arial Black" pitchFamily="34" charset="0"/>
              </a:rPr>
              <a:t>Над рекой летели птицы: лебедь, щука, две синицы, два стрижа и пять угрей. Сколько птиц</a:t>
            </a:r>
            <a:r>
              <a:rPr lang="en-US" sz="1900">
                <a:latin typeface="Arial Black" pitchFamily="34" charset="0"/>
              </a:rPr>
              <a:t>,</a:t>
            </a:r>
            <a:r>
              <a:rPr lang="ru-RU" sz="1900">
                <a:latin typeface="Arial Black" pitchFamily="34" charset="0"/>
              </a:rPr>
              <a:t> скажи скорей! </a:t>
            </a:r>
          </a:p>
        </p:txBody>
      </p:sp>
      <p:sp>
        <p:nvSpPr>
          <p:cNvPr id="7" name="Управляющая кнопка: настраиваемая 6">
            <a:hlinkClick r:id="" action="ppaction://hlinkshowjump?jump=endshow" highlightClick="1">
              <a:snd r:embed="rId2" name="applause.wav"/>
            </a:hlinkClick>
          </p:cNvPr>
          <p:cNvSpPr/>
          <p:nvPr/>
        </p:nvSpPr>
        <p:spPr>
          <a:xfrm>
            <a:off x="6929454" y="5786454"/>
            <a:ext cx="1500198" cy="642942"/>
          </a:xfrm>
          <a:prstGeom prst="actionButtonBlank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КОНЕЦ</a:t>
            </a:r>
            <a:endParaRPr lang="ru-RU" dirty="0"/>
          </a:p>
        </p:txBody>
      </p:sp>
      <p:sp>
        <p:nvSpPr>
          <p:cNvPr id="8" name="Управляющая кнопка: домой 7">
            <a:hlinkClick r:id="" action="ppaction://hlinkshowjump?jump=firstslide" highlightClick="1"/>
          </p:cNvPr>
          <p:cNvSpPr/>
          <p:nvPr/>
        </p:nvSpPr>
        <p:spPr>
          <a:xfrm>
            <a:off x="214282" y="5857892"/>
            <a:ext cx="1357322" cy="785818"/>
          </a:xfrm>
          <a:prstGeom prst="actionButtonHom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ransition advClick="0" advTm="10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61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61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615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19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0" fill="hold"/>
                                        <p:tgtEl>
                                          <p:spTgt spid="61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0" fill="hold"/>
                                        <p:tgtEl>
                                          <p:spTgt spid="61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52" grpId="0" autoUpdateAnimBg="0"/>
      <p:bldP spid="6156" grpId="0" animBg="1"/>
    </p:bldLst>
  </p:timing>
</p:sld>
</file>

<file path=ppt/theme/theme1.xml><?xml version="1.0" encoding="utf-8"?>
<a:theme xmlns:a="http://schemas.openxmlformats.org/drawingml/2006/main" name="Оформление по умолчанию">
  <a:themeElements>
    <a:clrScheme name="Оформление по умолчанию 13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0066"/>
      </a:hlink>
      <a:folHlink>
        <a:srgbClr val="99CC00"/>
      </a:folHlink>
    </a:clrScheme>
    <a:fontScheme name="Оформление по умолчанию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Оформление по умолчанию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0066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213</TotalTime>
  <Words>103</Words>
  <Application>Microsoft Office PowerPoint</Application>
  <PresentationFormat>Экран (4:3)</PresentationFormat>
  <Paragraphs>17</Paragraphs>
  <Slides>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</vt:i4>
      </vt:variant>
    </vt:vector>
  </HeadingPairs>
  <TitlesOfParts>
    <vt:vector size="7" baseType="lpstr">
      <vt:lpstr>Arial</vt:lpstr>
      <vt:lpstr>Arial Black</vt:lpstr>
      <vt:lpstr>Times New Roman</vt:lpstr>
      <vt:lpstr>Оформление по умолчанию</vt:lpstr>
      <vt:lpstr>Презентация PowerPoint</vt:lpstr>
      <vt:lpstr>Презентация PowerPoint</vt:lpstr>
      <vt:lpstr>Презентация PowerPoint</vt:lpstr>
    </vt:vector>
  </TitlesOfParts>
  <Company>Bur&amp;Co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Burenin</dc:creator>
  <cp:lastModifiedBy>user</cp:lastModifiedBy>
  <cp:revision>26</cp:revision>
  <dcterms:created xsi:type="dcterms:W3CDTF">2004-07-12T19:53:49Z</dcterms:created>
  <dcterms:modified xsi:type="dcterms:W3CDTF">2025-05-25T12:33:03Z</dcterms:modified>
</cp:coreProperties>
</file>