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removePersonalInfoOnSave="1" saveSubsetFonts="1">
  <p:sldMasterIdLst>
    <p:sldMasterId id="2147483806" r:id="rId2"/>
  </p:sldMasterIdLst>
  <p:notesMasterIdLst>
    <p:notesMasterId r:id="rId7"/>
  </p:notesMasterIdLst>
  <p:handoutMasterIdLst>
    <p:handoutMasterId r:id="rId8"/>
  </p:handoutMasterIdLst>
  <p:sldIdLst>
    <p:sldId id="349" r:id="rId3"/>
    <p:sldId id="257" r:id="rId4"/>
    <p:sldId id="374" r:id="rId5"/>
    <p:sldId id="375" r:id="rId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Стиль из темы 1 - акцент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73" autoAdjust="0"/>
  </p:normalViewPr>
  <p:slideViewPr>
    <p:cSldViewPr snapToGrid="0" showGuides="1">
      <p:cViewPr varScale="1">
        <p:scale>
          <a:sx n="70" d="100"/>
          <a:sy n="70" d="100"/>
        </p:scale>
        <p:origin x="1386" y="72"/>
      </p:cViewPr>
      <p:guideLst>
        <p:guide orient="horz" pos="2160"/>
        <p:guide pos="384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howGuides="1">
      <p:cViewPr varScale="1">
        <p:scale>
          <a:sx n="85" d="100"/>
          <a:sy n="85" d="100"/>
        </p:scale>
        <p:origin x="1578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Master" Target="slideMasters/slide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4.xml"/><Relationship Id="rId11" Type="http://schemas.openxmlformats.org/officeDocument/2006/relationships/theme" Target="theme/theme1.xml"/><Relationship Id="rId5" Type="http://schemas.openxmlformats.org/officeDocument/2006/relationships/slide" Target="slides/slide3.xml"/><Relationship Id="rId10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 dirty="0"/>
          </a:p>
        </p:txBody>
      </p:sp>
      <p:sp>
        <p:nvSpPr>
          <p:cNvPr id="3" name="Дата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447117E-D58A-422A-A81B-362E9F2EA265}" type="datetimeFigureOut">
              <a:rPr lang="ru-RU" smtClean="0"/>
              <a:pPr/>
              <a:t>28.09.2024</a:t>
            </a:fld>
            <a:endParaRPr lang="ru-RU" dirty="0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 dirty="0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A438575-B761-4121-A7E4-457BB626566A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2396465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 noProof="0" dirty="0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1552672-2D72-42C2-B0B5-4CADDCB794C9}" type="datetimeFigureOut">
              <a:rPr lang="ru-RU" noProof="0" smtClean="0"/>
              <a:pPr/>
              <a:t>28.09.2024</a:t>
            </a:fld>
            <a:endParaRPr lang="ru-RU" noProof="0" dirty="0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noProof="0" dirty="0" smtClean="0"/>
              <a:t>Образец текста</a:t>
            </a:r>
          </a:p>
          <a:p>
            <a:pPr lvl="1"/>
            <a:r>
              <a:rPr lang="ru-RU" noProof="0" dirty="0" smtClean="0"/>
              <a:t>Второй уровень</a:t>
            </a:r>
          </a:p>
          <a:p>
            <a:pPr lvl="2"/>
            <a:r>
              <a:rPr lang="ru-RU" noProof="0" dirty="0" smtClean="0"/>
              <a:t>Третий уровень</a:t>
            </a:r>
          </a:p>
          <a:p>
            <a:pPr lvl="3"/>
            <a:r>
              <a:rPr lang="ru-RU" noProof="0" dirty="0" smtClean="0"/>
              <a:t>Четвертый уровень</a:t>
            </a:r>
          </a:p>
          <a:p>
            <a:pPr lvl="4"/>
            <a:r>
              <a:rPr lang="ru-RU" noProof="0" dirty="0" smtClean="0"/>
              <a:t>Пятый уровень</a:t>
            </a:r>
            <a:endParaRPr lang="ru-RU" noProof="0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 noProof="0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54BA502-DDEA-4552-B72A-9C62FF6620C8}" type="slidenum">
              <a:rPr lang="ru-RU" noProof="0" smtClean="0"/>
              <a:pPr/>
              <a:t>‹#›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21521340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42416" y="2514601"/>
            <a:ext cx="6600451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42416" y="4777380"/>
            <a:ext cx="6600451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noProof="0" dirty="0"/>
          </a:p>
        </p:txBody>
      </p:sp>
      <p:sp>
        <p:nvSpPr>
          <p:cNvPr id="9" name="Freeform 8"/>
          <p:cNvSpPr/>
          <p:nvPr/>
        </p:nvSpPr>
        <p:spPr bwMode="auto">
          <a:xfrm>
            <a:off x="-31719" y="4321158"/>
            <a:ext cx="1395473" cy="781781"/>
          </a:xfrm>
          <a:custGeom>
            <a:avLst/>
            <a:gdLst/>
            <a:ahLst/>
            <a:cxnLst/>
            <a:rect l="l" t="t" r="r" b="b"/>
            <a:pathLst>
              <a:path w="8042" h="10000">
                <a:moveTo>
                  <a:pt x="5799" y="10000"/>
                </a:moveTo>
                <a:cubicBezTo>
                  <a:pt x="5880" y="10000"/>
                  <a:pt x="5934" y="9940"/>
                  <a:pt x="5961" y="9880"/>
                </a:cubicBezTo>
                <a:cubicBezTo>
                  <a:pt x="5961" y="9820"/>
                  <a:pt x="5988" y="9820"/>
                  <a:pt x="5988" y="9820"/>
                </a:cubicBezTo>
                <a:lnTo>
                  <a:pt x="8042" y="5260"/>
                </a:lnTo>
                <a:cubicBezTo>
                  <a:pt x="8096" y="5140"/>
                  <a:pt x="8096" y="4901"/>
                  <a:pt x="8042" y="4721"/>
                </a:cubicBezTo>
                <a:lnTo>
                  <a:pt x="5988" y="221"/>
                </a:lnTo>
                <a:cubicBezTo>
                  <a:pt x="5988" y="160"/>
                  <a:pt x="5961" y="160"/>
                  <a:pt x="5961" y="160"/>
                </a:cubicBezTo>
                <a:cubicBezTo>
                  <a:pt x="5934" y="101"/>
                  <a:pt x="5880" y="41"/>
                  <a:pt x="5799" y="41"/>
                </a:cubicBezTo>
                <a:lnTo>
                  <a:pt x="18" y="0"/>
                </a:lnTo>
                <a:cubicBezTo>
                  <a:pt x="12" y="3330"/>
                  <a:pt x="6" y="6661"/>
                  <a:pt x="0" y="9991"/>
                </a:cubicBezTo>
                <a:lnTo>
                  <a:pt x="5799" y="10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23334" y="4529541"/>
            <a:ext cx="584978" cy="365125"/>
          </a:xfrm>
        </p:spPr>
        <p:txBody>
          <a:bodyPr/>
          <a:lstStyle/>
          <a:p>
            <a:fld id="{A1BD9D6C-B21A-4AFF-BD71-9CA00C1F4281}" type="slidenum">
              <a:rPr lang="ru-RU" noProof="0" smtClean="0"/>
              <a:pPr/>
              <a:t>‹#›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14030415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1" y="624110"/>
            <a:ext cx="6589199" cy="1280890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2415" y="2133600"/>
            <a:ext cx="6591985" cy="3777622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noProof="0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D9D6C-B21A-4AFF-BD71-9CA00C1F4281}" type="slidenum">
              <a:rPr lang="ru-RU" noProof="0" smtClean="0"/>
              <a:pPr/>
              <a:t>‹#›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42114522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074562"/>
            <a:ext cx="6591985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3581400"/>
            <a:ext cx="659198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noProof="0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A1BD9D6C-B21A-4AFF-BD71-9CA00C1F4281}" type="slidenum">
              <a:rPr lang="ru-RU" noProof="0" smtClean="0"/>
              <a:pPr/>
              <a:t>‹#›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30077590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42416" y="2136706"/>
            <a:ext cx="3197531" cy="3767397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37307" y="2136706"/>
            <a:ext cx="3197093" cy="3767397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 noProof="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noProof="0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787783"/>
            <a:ext cx="584978" cy="365125"/>
          </a:xfrm>
        </p:spPr>
        <p:txBody>
          <a:bodyPr/>
          <a:lstStyle/>
          <a:p>
            <a:fld id="{A1BD9D6C-B21A-4AFF-BD71-9CA00C1F4281}" type="slidenum">
              <a:rPr lang="ru-RU" noProof="0" smtClean="0"/>
              <a:pPr/>
              <a:t>‹#›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32256832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65352" y="2226626"/>
            <a:ext cx="287459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942415" y="2802888"/>
            <a:ext cx="3197532" cy="3105703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6154" y="2223398"/>
            <a:ext cx="28732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333715" y="2799660"/>
            <a:ext cx="3195680" cy="3105703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 noProof="0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noProof="0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787783"/>
            <a:ext cx="584978" cy="365125"/>
          </a:xfrm>
        </p:spPr>
        <p:txBody>
          <a:bodyPr/>
          <a:lstStyle/>
          <a:p>
            <a:fld id="{A1BD9D6C-B21A-4AFF-BD71-9CA00C1F4281}" type="slidenum">
              <a:rPr lang="ru-RU" noProof="0" smtClean="0"/>
              <a:pPr/>
              <a:t>‹#›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17137978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 noProof="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noProof="0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D9D6C-B21A-4AFF-BD71-9CA00C1F4281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7" name="Управляющая кнопка: далее 6">
            <a:hlinkClick r:id="" action="ppaction://hlinkshowjump?jump=nextslide" highlightClick="1"/>
          </p:cNvPr>
          <p:cNvSpPr/>
          <p:nvPr userDrawn="1"/>
        </p:nvSpPr>
        <p:spPr>
          <a:xfrm>
            <a:off x="8217725" y="6317673"/>
            <a:ext cx="926275" cy="540327"/>
          </a:xfrm>
          <a:prstGeom prst="actionButtonForwardNex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171631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 noProof="0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noProof="0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D9D6C-B21A-4AFF-BD71-9CA00C1F4281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410689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46088"/>
            <a:ext cx="2629584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43494" y="446089"/>
            <a:ext cx="3790906" cy="5414963"/>
          </a:xfrm>
        </p:spPr>
        <p:txBody>
          <a:bodyPr anchor="ctr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1598613"/>
            <a:ext cx="2629584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 noProof="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noProof="0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D9D6C-B21A-4AFF-BD71-9CA00C1F4281}" type="slidenum">
              <a:rPr lang="ru-RU" noProof="0" smtClean="0"/>
              <a:pPr/>
              <a:t>‹#›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28470759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800600"/>
            <a:ext cx="6591985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42415" y="634965"/>
            <a:ext cx="6591985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367338"/>
            <a:ext cx="6591985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 noProof="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noProof="0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A1BD9D6C-B21A-4AFF-BD71-9CA00C1F4281}" type="slidenum">
              <a:rPr lang="ru-RU" noProof="0" smtClean="0"/>
              <a:pPr/>
              <a:t>‹#›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29705642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609600"/>
            <a:ext cx="6591985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noProof="0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A1BD9D6C-B21A-4AFF-BD71-9CA00C1F4281}" type="slidenum">
              <a:rPr lang="ru-RU" noProof="0" smtClean="0"/>
              <a:pPr/>
              <a:t>‹#›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882449389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15972" y="3505200"/>
            <a:ext cx="5653888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noProof="0" dirty="0"/>
          </a:p>
        </p:txBody>
      </p:sp>
      <p:sp>
        <p:nvSpPr>
          <p:cNvPr id="19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A1BD9D6C-B21A-4AFF-BD71-9CA00C1F4281}" type="slidenum">
              <a:rPr lang="ru-RU" noProof="0" smtClean="0"/>
              <a:pPr/>
              <a:t>‹#›</a:t>
            </a:fld>
            <a:endParaRPr lang="ru-RU" noProof="0" dirty="0"/>
          </a:p>
        </p:txBody>
      </p:sp>
      <p:sp>
        <p:nvSpPr>
          <p:cNvPr id="14" name="TextBox 13"/>
          <p:cNvSpPr txBox="1"/>
          <p:nvPr/>
        </p:nvSpPr>
        <p:spPr>
          <a:xfrm>
            <a:off x="1808316" y="64800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9533" y="290530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105856052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438401"/>
            <a:ext cx="6591985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 noProof="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noProof="0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A1BD9D6C-B21A-4AFF-BD71-9CA00C1F4281}" type="slidenum">
              <a:rPr lang="ru-RU" noProof="0" smtClean="0"/>
              <a:pPr/>
              <a:t>‹#›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1145525676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688292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688292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 noProof="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noProof="0" dirty="0"/>
          </a:p>
        </p:txBody>
      </p:sp>
      <p:sp>
        <p:nvSpPr>
          <p:cNvPr id="2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A1BD9D6C-B21A-4AFF-BD71-9CA00C1F4281}" type="slidenum">
              <a:rPr lang="ru-RU" noProof="0" smtClean="0"/>
              <a:pPr/>
              <a:t>‹#›</a:t>
            </a:fld>
            <a:endParaRPr lang="ru-RU" noProof="0" dirty="0"/>
          </a:p>
        </p:txBody>
      </p:sp>
      <p:sp>
        <p:nvSpPr>
          <p:cNvPr id="11" name="TextBox 10"/>
          <p:cNvSpPr txBox="1"/>
          <p:nvPr/>
        </p:nvSpPr>
        <p:spPr>
          <a:xfrm>
            <a:off x="1808316" y="64800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69533" y="290530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469500854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6" y="627407"/>
            <a:ext cx="6591984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591985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 noProof="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noProof="0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A1BD9D6C-B21A-4AFF-BD71-9CA00C1F4281}" type="slidenum">
              <a:rPr lang="ru-RU" noProof="0" smtClean="0"/>
              <a:pPr/>
              <a:t>‹#›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3833211110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noProof="0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D9D6C-B21A-4AFF-BD71-9CA00C1F4281}" type="slidenum">
              <a:rPr lang="ru-RU" noProof="0" smtClean="0"/>
              <a:pPr/>
              <a:t>‹#›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256098261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78535" y="627406"/>
            <a:ext cx="1656132" cy="5283817"/>
          </a:xfrm>
        </p:spPr>
        <p:txBody>
          <a:bodyPr vert="eaVert" anchor="ctr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42416" y="627406"/>
            <a:ext cx="4716348" cy="5283817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noProof="0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D9D6C-B21A-4AFF-BD71-9CA00C1F4281}" type="slidenum">
              <a:rPr lang="ru-RU" noProof="0" smtClean="0"/>
              <a:pPr/>
              <a:t>‹#›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27172817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Group 35"/>
          <p:cNvGrpSpPr/>
          <p:nvPr/>
        </p:nvGrpSpPr>
        <p:grpSpPr>
          <a:xfrm>
            <a:off x="1" y="228600"/>
            <a:ext cx="1981200" cy="6638628"/>
            <a:chOff x="2487613" y="285750"/>
            <a:chExt cx="2428875" cy="5654676"/>
          </a:xfrm>
        </p:grpSpPr>
        <p:sp>
          <p:nvSpPr>
            <p:cNvPr id="37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8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9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0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1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2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3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4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5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6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7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8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49" name="Group 48"/>
          <p:cNvGrpSpPr/>
          <p:nvPr/>
        </p:nvGrpSpPr>
        <p:grpSpPr>
          <a:xfrm>
            <a:off x="20421" y="285"/>
            <a:ext cx="1952272" cy="6852968"/>
            <a:chOff x="6627813" y="195717"/>
            <a:chExt cx="1952625" cy="5678034"/>
          </a:xfrm>
        </p:grpSpPr>
        <p:sp>
          <p:nvSpPr>
            <p:cNvPr id="50" name="Freeform 27"/>
            <p:cNvSpPr/>
            <p:nvPr/>
          </p:nvSpPr>
          <p:spPr bwMode="auto">
            <a:xfrm>
              <a:off x="6627813" y="195717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1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2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3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4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5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6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7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8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9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60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61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62" name="Rectangle 6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2133600"/>
            <a:ext cx="6591985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772400" y="6135089"/>
            <a:ext cx="766380" cy="3701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42415" y="6135809"/>
            <a:ext cx="57164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11228" y="787783"/>
            <a:ext cx="58497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A1BD9D6C-B21A-4AFF-BD71-9CA00C1F4281}" type="slidenum">
              <a:rPr lang="ru-RU" noProof="0" smtClean="0"/>
              <a:pPr/>
              <a:t>‹#›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30409481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7" r:id="rId1"/>
    <p:sldLayoutId id="2147483808" r:id="rId2"/>
    <p:sldLayoutId id="2147483809" r:id="rId3"/>
    <p:sldLayoutId id="2147483810" r:id="rId4"/>
    <p:sldLayoutId id="2147483811" r:id="rId5"/>
    <p:sldLayoutId id="2147483812" r:id="rId6"/>
    <p:sldLayoutId id="2147483813" r:id="rId7"/>
    <p:sldLayoutId id="2147483814" r:id="rId8"/>
    <p:sldLayoutId id="2147483815" r:id="rId9"/>
    <p:sldLayoutId id="2147483816" r:id="rId10"/>
    <p:sldLayoutId id="2147483817" r:id="rId11"/>
    <p:sldLayoutId id="2147483818" r:id="rId12"/>
    <p:sldLayoutId id="2147483819" r:id="rId13"/>
    <p:sldLayoutId id="2147483820" r:id="rId14"/>
    <p:sldLayoutId id="2147483821" r:id="rId15"/>
    <p:sldLayoutId id="2147483822" r:id="rId16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981463" y="787826"/>
            <a:ext cx="6600451" cy="5282349"/>
          </a:xfrm>
        </p:spPr>
        <p:txBody>
          <a:bodyPr>
            <a:normAutofit fontScale="90000"/>
          </a:bodyPr>
          <a:lstStyle/>
          <a:p>
            <a:r>
              <a:rPr lang="ru-RU" sz="8000" i="0" dirty="0" smtClean="0">
                <a:latin typeface="Ametist " pitchFamily="2" charset="0"/>
              </a:rPr>
              <a:t>Способы организации</a:t>
            </a:r>
            <a:br>
              <a:rPr lang="ru-RU" sz="8000" i="0" dirty="0" smtClean="0">
                <a:latin typeface="Ametist " pitchFamily="2" charset="0"/>
              </a:rPr>
            </a:br>
            <a:r>
              <a:rPr lang="ru-RU" sz="8000" i="0" dirty="0" smtClean="0">
                <a:latin typeface="Ametist " pitchFamily="2" charset="0"/>
              </a:rPr>
              <a:t>перехода между слайдами</a:t>
            </a:r>
            <a:endParaRPr lang="ru-RU" sz="8000" i="0" dirty="0">
              <a:latin typeface="Ametist " pitchFamily="2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Номер слайда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D9D6C-B21A-4AFF-BD71-9CA00C1F4281}" type="slidenum">
              <a:rPr lang="ru-RU" noProof="0" smtClean="0"/>
              <a:pPr/>
              <a:t>2</a:t>
            </a:fld>
            <a:endParaRPr lang="ru-RU" noProof="0" dirty="0"/>
          </a:p>
        </p:txBody>
      </p:sp>
      <p:sp>
        <p:nvSpPr>
          <p:cNvPr id="11" name="Текст 62"/>
          <p:cNvSpPr txBox="1">
            <a:spLocks/>
          </p:cNvSpPr>
          <p:nvPr/>
        </p:nvSpPr>
        <p:spPr>
          <a:xfrm>
            <a:off x="3285461" y="318276"/>
            <a:ext cx="2319338" cy="914400"/>
          </a:xfrm>
          <a:prstGeom prst="rect">
            <a:avLst/>
          </a:prstGeom>
          <a:scene3d>
            <a:camera prst="orthographicFront"/>
            <a:lightRig rig="threePt" dir="t"/>
          </a:scene3d>
          <a:sp3d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  <a:scene3d>
              <a:camera prst="orthographicFront"/>
              <a:lightRig rig="threePt" dir="t"/>
            </a:scene3d>
            <a:sp3d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>
                <a:tab pos="0" algn="l"/>
              </a:tabLst>
              <a:defRPr/>
            </a:pPr>
            <a:r>
              <a:rPr kumimoji="0" lang="ru-RU" sz="2400" b="1" i="0" u="none" strike="noStrike" kern="1200" cap="none" spc="0" normalizeH="0" baseline="0" noProof="0" dirty="0" smtClean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Слайд 2</a:t>
            </a:r>
            <a:endParaRPr kumimoji="0" lang="ru-RU" sz="2400" b="1" i="0" u="none" strike="noStrike" kern="1200" cap="none" spc="0" normalizeH="0" baseline="0" noProof="0" dirty="0">
              <a:ln>
                <a:solidFill>
                  <a:schemeClr val="tx1"/>
                </a:solidFill>
              </a:ln>
              <a:solidFill>
                <a:schemeClr val="bg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Текст 63"/>
          <p:cNvSpPr txBox="1">
            <a:spLocks/>
          </p:cNvSpPr>
          <p:nvPr/>
        </p:nvSpPr>
        <p:spPr>
          <a:xfrm>
            <a:off x="765545" y="2110119"/>
            <a:ext cx="2971800" cy="914400"/>
          </a:xfrm>
          <a:prstGeom prst="rect">
            <a:avLst/>
          </a:prstGeom>
          <a:solidFill>
            <a:schemeClr val="accent2">
              <a:lumMod val="75000"/>
            </a:schemeClr>
          </a:solidFill>
          <a:ln w="25400" cap="flat" cmpd="sng" algn="ctr">
            <a:solidFill>
              <a:schemeClr val="accent2">
                <a:lumMod val="50000"/>
              </a:schemeClr>
            </a:solidFill>
            <a:prstDash val="solid"/>
          </a:ln>
          <a:scene3d>
            <a:camera prst="orthographicFront"/>
            <a:lightRig rig="threePt" dir="t"/>
          </a:scene3d>
          <a:sp3d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Autofit/>
            <a:scene3d>
              <a:camera prst="orthographicFront"/>
              <a:lightRig rig="threePt" dir="t"/>
            </a:scene3d>
            <a:sp3d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ru-RU" sz="2400" b="1" i="0" u="none" strike="noStrike" kern="1200" cap="none" spc="0" normalizeH="0" baseline="0" noProof="0" dirty="0" smtClean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Перейти на слайд 3</a:t>
            </a:r>
            <a:endParaRPr kumimoji="0" lang="ru-RU" sz="2400" b="1" i="0" u="none" strike="noStrike" kern="1200" cap="none" spc="0" normalizeH="0" baseline="0" noProof="0" dirty="0">
              <a:ln>
                <a:solidFill>
                  <a:schemeClr val="tx1"/>
                </a:solidFill>
              </a:ln>
              <a:solidFill>
                <a:schemeClr val="bg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3" name="Текст 63"/>
          <p:cNvSpPr txBox="1">
            <a:spLocks/>
          </p:cNvSpPr>
          <p:nvPr/>
        </p:nvSpPr>
        <p:spPr>
          <a:xfrm>
            <a:off x="744279" y="3476737"/>
            <a:ext cx="3040911" cy="914400"/>
          </a:xfrm>
          <a:prstGeom prst="rect">
            <a:avLst/>
          </a:prstGeom>
          <a:solidFill>
            <a:schemeClr val="bg2">
              <a:lumMod val="50000"/>
            </a:schemeClr>
          </a:solidFill>
          <a:ln w="25400" cap="flat" cmpd="sng" algn="ctr">
            <a:solidFill>
              <a:schemeClr val="bg2">
                <a:lumMod val="25000"/>
              </a:schemeClr>
            </a:solidFill>
            <a:prstDash val="solid"/>
          </a:ln>
          <a:scene3d>
            <a:camera prst="orthographicFront"/>
            <a:lightRig rig="threePt" dir="t"/>
          </a:scene3d>
          <a:sp3d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Autofit/>
            <a:scene3d>
              <a:camera prst="orthographicFront"/>
              <a:lightRig rig="threePt" dir="t"/>
            </a:scene3d>
            <a:sp3d/>
          </a:bodyPr>
          <a:lstStyle/>
          <a:p>
            <a:pPr marL="342900" marR="0" lvl="0" indent="-34290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ru-RU" sz="2400" b="1" i="0" u="none" strike="noStrike" kern="1200" cap="none" spc="0" normalizeH="0" baseline="0" noProof="0" dirty="0" smtClean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Перейти на слайд 4</a:t>
            </a:r>
            <a:endParaRPr kumimoji="0" lang="ru-RU" sz="2400" b="1" i="0" u="none" strike="noStrike" kern="1200" cap="none" spc="0" normalizeH="0" baseline="0" noProof="0" dirty="0">
              <a:ln>
                <a:solidFill>
                  <a:schemeClr val="tx1"/>
                </a:solidFill>
              </a:ln>
              <a:solidFill>
                <a:schemeClr val="bg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944677" y="2030819"/>
            <a:ext cx="472085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ru-RU" dirty="0" smtClean="0"/>
              <a:t>Выделить кнопку</a:t>
            </a:r>
          </a:p>
          <a:p>
            <a:pPr marL="342900" indent="-342900">
              <a:buAutoNum type="arabicPeriod"/>
            </a:pPr>
            <a:r>
              <a:rPr lang="ru-RU" dirty="0" smtClean="0"/>
              <a:t>Вкладка «Вставка» - Гиперссылка</a:t>
            </a:r>
          </a:p>
          <a:p>
            <a:pPr marL="342900" indent="-342900">
              <a:buAutoNum type="arabicPeriod"/>
            </a:pPr>
            <a:r>
              <a:rPr lang="ru-RU" dirty="0" smtClean="0"/>
              <a:t>Выбрать «Связать с </a:t>
            </a:r>
            <a:r>
              <a:rPr lang="en-US" dirty="0" smtClean="0"/>
              <a:t> </a:t>
            </a:r>
            <a:r>
              <a:rPr lang="ru-RU" dirty="0" smtClean="0"/>
              <a:t>местом в документе»</a:t>
            </a:r>
          </a:p>
          <a:p>
            <a:pPr marL="342900" indent="-342900">
              <a:buAutoNum type="arabicPeriod"/>
            </a:pPr>
            <a:r>
              <a:rPr lang="ru-RU" dirty="0" smtClean="0"/>
              <a:t>Указать Слайд 3</a:t>
            </a:r>
            <a:endParaRPr lang="ru-RU" dirty="0"/>
          </a:p>
        </p:txBody>
      </p:sp>
      <p:sp>
        <p:nvSpPr>
          <p:cNvPr id="7" name="TextBox 6"/>
          <p:cNvSpPr txBox="1"/>
          <p:nvPr/>
        </p:nvSpPr>
        <p:spPr>
          <a:xfrm>
            <a:off x="3902147" y="3423684"/>
            <a:ext cx="472085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ru-RU" dirty="0" smtClean="0"/>
              <a:t>Выделить кнопку</a:t>
            </a:r>
          </a:p>
          <a:p>
            <a:pPr marL="342900" indent="-342900">
              <a:buAutoNum type="arabicPeriod"/>
            </a:pPr>
            <a:r>
              <a:rPr lang="ru-RU" dirty="0" smtClean="0"/>
              <a:t>Вкладка «Вставка» - Действие</a:t>
            </a:r>
          </a:p>
          <a:p>
            <a:pPr marL="342900" indent="-342900">
              <a:buAutoNum type="arabicPeriod"/>
            </a:pPr>
            <a:r>
              <a:rPr lang="ru-RU" dirty="0" smtClean="0"/>
              <a:t>Выбрать  «Перейти по гиперссылке»</a:t>
            </a:r>
          </a:p>
          <a:p>
            <a:pPr marL="342900" indent="-342900">
              <a:buAutoNum type="arabicPeriod"/>
            </a:pPr>
            <a:r>
              <a:rPr lang="ru-RU" dirty="0" smtClean="0"/>
              <a:t>Выбрать «Слайд…»</a:t>
            </a:r>
          </a:p>
          <a:p>
            <a:pPr marL="342900" indent="-342900">
              <a:buAutoNum type="arabicPeriod"/>
            </a:pPr>
            <a:r>
              <a:rPr lang="ru-RU" dirty="0" smtClean="0"/>
              <a:t>Указать слайд 4</a:t>
            </a:r>
            <a:endParaRPr lang="ru-RU" dirty="0"/>
          </a:p>
        </p:txBody>
      </p:sp>
      <p:sp>
        <p:nvSpPr>
          <p:cNvPr id="9" name="TextBox 8"/>
          <p:cNvSpPr txBox="1"/>
          <p:nvPr/>
        </p:nvSpPr>
        <p:spPr>
          <a:xfrm>
            <a:off x="3880882" y="5124893"/>
            <a:ext cx="472085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ru-RU" dirty="0" smtClean="0"/>
              <a:t>Вкладка «Вставка» - Фигуры</a:t>
            </a:r>
          </a:p>
          <a:p>
            <a:pPr marL="342900" indent="-342900">
              <a:buAutoNum type="arabicPeriod"/>
            </a:pPr>
            <a:r>
              <a:rPr lang="ru-RU" dirty="0" smtClean="0"/>
              <a:t>Выбрать  «Управляющие кнопки»</a:t>
            </a:r>
          </a:p>
          <a:p>
            <a:pPr marL="342900" indent="-342900">
              <a:buAutoNum type="arabicPeriod"/>
            </a:pPr>
            <a:r>
              <a:rPr lang="ru-RU" dirty="0" smtClean="0"/>
              <a:t>Выбрать вариант «Далее»</a:t>
            </a:r>
          </a:p>
        </p:txBody>
      </p:sp>
    </p:spTree>
    <p:extLst>
      <p:ext uri="{BB962C8B-B14F-4D97-AF65-F5344CB8AC3E}">
        <p14:creationId xmlns:p14="http://schemas.microsoft.com/office/powerpoint/2010/main" val="3551635907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Номер слайда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D9D6C-B21A-4AFF-BD71-9CA00C1F4281}" type="slidenum">
              <a:rPr lang="ru-RU" noProof="0" smtClean="0"/>
              <a:pPr/>
              <a:t>3</a:t>
            </a:fld>
            <a:endParaRPr lang="ru-RU" noProof="0" dirty="0"/>
          </a:p>
        </p:txBody>
      </p:sp>
      <p:sp>
        <p:nvSpPr>
          <p:cNvPr id="11" name="Текст 62"/>
          <p:cNvSpPr txBox="1">
            <a:spLocks/>
          </p:cNvSpPr>
          <p:nvPr/>
        </p:nvSpPr>
        <p:spPr>
          <a:xfrm>
            <a:off x="3232299" y="2210872"/>
            <a:ext cx="2955850" cy="914400"/>
          </a:xfrm>
          <a:prstGeom prst="rect">
            <a:avLst/>
          </a:prstGeom>
          <a:scene3d>
            <a:camera prst="orthographicFront"/>
            <a:lightRig rig="threePt" dir="t"/>
          </a:scene3d>
          <a:sp3d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  <a:scene3d>
              <a:camera prst="orthographicFront"/>
              <a:lightRig rig="threePt" dir="t"/>
            </a:scene3d>
            <a:sp3d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>
                <a:tab pos="0" algn="l"/>
              </a:tabLst>
              <a:defRPr/>
            </a:pPr>
            <a:r>
              <a:rPr kumimoji="0" lang="ru-RU" sz="2400" b="1" i="0" u="none" strike="noStrike" kern="1200" cap="none" spc="0" normalizeH="0" baseline="0" noProof="0" dirty="0" smtClean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Перейти на слайд 2</a:t>
            </a:r>
            <a:endParaRPr kumimoji="0" lang="ru-RU" sz="2400" b="1" i="0" u="none" strike="noStrike" kern="1200" cap="none" spc="0" normalizeH="0" baseline="0" noProof="0" dirty="0">
              <a:ln>
                <a:solidFill>
                  <a:schemeClr val="tx1"/>
                </a:solidFill>
              </a:ln>
              <a:solidFill>
                <a:schemeClr val="bg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Текст 63"/>
          <p:cNvSpPr txBox="1">
            <a:spLocks/>
          </p:cNvSpPr>
          <p:nvPr/>
        </p:nvSpPr>
        <p:spPr>
          <a:xfrm>
            <a:off x="3179134" y="323850"/>
            <a:ext cx="2275367" cy="914400"/>
          </a:xfrm>
          <a:prstGeom prst="rect">
            <a:avLst/>
          </a:prstGeom>
          <a:solidFill>
            <a:schemeClr val="accent2">
              <a:lumMod val="75000"/>
            </a:schemeClr>
          </a:solidFill>
          <a:ln w="25400" cap="flat" cmpd="sng" algn="ctr">
            <a:solidFill>
              <a:schemeClr val="accent2">
                <a:lumMod val="50000"/>
              </a:schemeClr>
            </a:solidFill>
            <a:prstDash val="solid"/>
          </a:ln>
          <a:scene3d>
            <a:camera prst="orthographicFront"/>
            <a:lightRig rig="threePt" dir="t"/>
          </a:scene3d>
          <a:sp3d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Autofit/>
            <a:scene3d>
              <a:camera prst="orthographicFront"/>
              <a:lightRig rig="threePt" dir="t"/>
            </a:scene3d>
            <a:sp3d/>
          </a:bodyPr>
          <a:lstStyle/>
          <a:p>
            <a:pPr marL="342900" marR="0" lvl="0" indent="-34290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ru-RU" sz="2400" b="1" dirty="0" smtClean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Слайд 3</a:t>
            </a:r>
            <a:endParaRPr kumimoji="0" lang="ru-RU" sz="2400" b="1" i="0" u="none" strike="noStrike" kern="1200" cap="none" spc="0" normalizeH="0" baseline="0" noProof="0" dirty="0">
              <a:ln>
                <a:solidFill>
                  <a:schemeClr val="tx1"/>
                </a:solidFill>
              </a:ln>
              <a:solidFill>
                <a:schemeClr val="bg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3" name="Текст 63"/>
          <p:cNvSpPr txBox="1">
            <a:spLocks/>
          </p:cNvSpPr>
          <p:nvPr/>
        </p:nvSpPr>
        <p:spPr>
          <a:xfrm>
            <a:off x="3179135" y="3381043"/>
            <a:ext cx="2966483" cy="914400"/>
          </a:xfrm>
          <a:prstGeom prst="rect">
            <a:avLst/>
          </a:prstGeom>
          <a:solidFill>
            <a:schemeClr val="bg2">
              <a:lumMod val="50000"/>
            </a:schemeClr>
          </a:solidFill>
          <a:ln w="25400" cap="flat" cmpd="sng" algn="ctr">
            <a:solidFill>
              <a:schemeClr val="bg2">
                <a:lumMod val="25000"/>
              </a:schemeClr>
            </a:solidFill>
            <a:prstDash val="solid"/>
          </a:ln>
          <a:scene3d>
            <a:camera prst="orthographicFront"/>
            <a:lightRig rig="threePt" dir="t"/>
          </a:scene3d>
          <a:sp3d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Autofit/>
            <a:scene3d>
              <a:camera prst="orthographicFront"/>
              <a:lightRig rig="threePt" dir="t"/>
            </a:scene3d>
            <a:sp3d/>
          </a:bodyPr>
          <a:lstStyle/>
          <a:p>
            <a:pPr marL="342900" marR="0" lvl="0" indent="-34290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ru-RU" sz="2400" b="1" i="0" u="none" strike="noStrike" kern="1200" cap="none" spc="0" normalizeH="0" baseline="0" noProof="0" dirty="0" smtClean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Перейти на слайд 4</a:t>
            </a:r>
            <a:endParaRPr kumimoji="0" lang="ru-RU" sz="2400" b="1" i="0" u="none" strike="noStrike" kern="1200" cap="none" spc="0" normalizeH="0" baseline="0" noProof="0" dirty="0">
              <a:ln>
                <a:solidFill>
                  <a:schemeClr val="tx1"/>
                </a:solidFill>
              </a:ln>
              <a:solidFill>
                <a:schemeClr val="bg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51635907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Номер слайда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D9D6C-B21A-4AFF-BD71-9CA00C1F4281}" type="slidenum">
              <a:rPr lang="ru-RU" noProof="0" smtClean="0"/>
              <a:pPr/>
              <a:t>4</a:t>
            </a:fld>
            <a:endParaRPr lang="ru-RU" noProof="0" dirty="0"/>
          </a:p>
        </p:txBody>
      </p:sp>
      <p:sp>
        <p:nvSpPr>
          <p:cNvPr id="11" name="Текст 62"/>
          <p:cNvSpPr txBox="1">
            <a:spLocks/>
          </p:cNvSpPr>
          <p:nvPr/>
        </p:nvSpPr>
        <p:spPr>
          <a:xfrm>
            <a:off x="3115340" y="2157709"/>
            <a:ext cx="3125971" cy="914400"/>
          </a:xfrm>
          <a:prstGeom prst="rect">
            <a:avLst/>
          </a:prstGeom>
          <a:scene3d>
            <a:camera prst="orthographicFront"/>
            <a:lightRig rig="threePt" dir="t"/>
          </a:scene3d>
          <a:sp3d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  <a:scene3d>
              <a:camera prst="orthographicFront"/>
              <a:lightRig rig="threePt" dir="t"/>
            </a:scene3d>
            <a:sp3d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>
                <a:tab pos="0" algn="l"/>
              </a:tabLst>
              <a:defRPr/>
            </a:pPr>
            <a:r>
              <a:rPr kumimoji="0" lang="ru-RU" sz="2400" b="1" i="0" u="none" strike="noStrike" kern="1200" cap="none" spc="0" normalizeH="0" baseline="0" noProof="0" dirty="0" smtClean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Перейти на слайд 2</a:t>
            </a:r>
            <a:endParaRPr kumimoji="0" lang="ru-RU" sz="2400" b="1" i="0" u="none" strike="noStrike" kern="1200" cap="none" spc="0" normalizeH="0" baseline="0" noProof="0" dirty="0">
              <a:ln>
                <a:solidFill>
                  <a:schemeClr val="tx1"/>
                </a:solidFill>
              </a:ln>
              <a:solidFill>
                <a:schemeClr val="bg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Текст 63"/>
          <p:cNvSpPr txBox="1">
            <a:spLocks/>
          </p:cNvSpPr>
          <p:nvPr/>
        </p:nvSpPr>
        <p:spPr>
          <a:xfrm>
            <a:off x="3104705" y="3460455"/>
            <a:ext cx="3157872" cy="914400"/>
          </a:xfrm>
          <a:prstGeom prst="rect">
            <a:avLst/>
          </a:prstGeom>
          <a:solidFill>
            <a:schemeClr val="accent2">
              <a:lumMod val="75000"/>
            </a:schemeClr>
          </a:solidFill>
          <a:ln w="25400" cap="flat" cmpd="sng" algn="ctr">
            <a:solidFill>
              <a:schemeClr val="accent2">
                <a:lumMod val="50000"/>
              </a:schemeClr>
            </a:solidFill>
            <a:prstDash val="solid"/>
          </a:ln>
          <a:scene3d>
            <a:camera prst="orthographicFront"/>
            <a:lightRig rig="threePt" dir="t"/>
          </a:scene3d>
          <a:sp3d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Autofit/>
            <a:scene3d>
              <a:camera prst="orthographicFront"/>
              <a:lightRig rig="threePt" dir="t"/>
            </a:scene3d>
            <a:sp3d/>
          </a:bodyPr>
          <a:lstStyle/>
          <a:p>
            <a:pPr marL="342900" marR="0" lvl="0" indent="-34290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ru-RU" sz="2400" b="1" dirty="0" smtClean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Перейти на слайд 3</a:t>
            </a:r>
            <a:endParaRPr kumimoji="0" lang="ru-RU" sz="2400" b="1" i="0" u="none" strike="noStrike" kern="1200" cap="none" spc="0" normalizeH="0" baseline="0" noProof="0" dirty="0">
              <a:ln>
                <a:solidFill>
                  <a:schemeClr val="tx1"/>
                </a:solidFill>
              </a:ln>
              <a:solidFill>
                <a:schemeClr val="bg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3" name="Текст 63"/>
          <p:cNvSpPr txBox="1">
            <a:spLocks/>
          </p:cNvSpPr>
          <p:nvPr/>
        </p:nvSpPr>
        <p:spPr>
          <a:xfrm>
            <a:off x="3434316" y="191276"/>
            <a:ext cx="1743075" cy="914400"/>
          </a:xfrm>
          <a:prstGeom prst="rect">
            <a:avLst/>
          </a:prstGeom>
          <a:solidFill>
            <a:schemeClr val="bg2">
              <a:lumMod val="50000"/>
            </a:schemeClr>
          </a:solidFill>
          <a:ln w="25400" cap="flat" cmpd="sng" algn="ctr">
            <a:solidFill>
              <a:schemeClr val="bg2">
                <a:lumMod val="25000"/>
              </a:schemeClr>
            </a:solidFill>
            <a:prstDash val="solid"/>
          </a:ln>
          <a:scene3d>
            <a:camera prst="orthographicFront"/>
            <a:lightRig rig="threePt" dir="t"/>
          </a:scene3d>
          <a:sp3d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Autofit/>
            <a:scene3d>
              <a:camera prst="orthographicFront"/>
              <a:lightRig rig="threePt" dir="t"/>
            </a:scene3d>
            <a:sp3d/>
          </a:bodyPr>
          <a:lstStyle/>
          <a:p>
            <a:pPr marL="342900" marR="0" lvl="0" indent="-34290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ru-RU" sz="2400" b="1" i="0" u="none" strike="noStrike" kern="1200" cap="none" spc="0" normalizeH="0" baseline="0" noProof="0" dirty="0" smtClean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Слайд 4</a:t>
            </a:r>
            <a:endParaRPr kumimoji="0" lang="ru-RU" sz="2400" b="1" i="0" u="none" strike="noStrike" kern="1200" cap="none" spc="0" normalizeH="0" baseline="0" noProof="0" dirty="0">
              <a:ln>
                <a:solidFill>
                  <a:schemeClr val="tx1"/>
                </a:solidFill>
              </a:ln>
              <a:solidFill>
                <a:schemeClr val="bg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51635907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Легкий дым">
  <a:themeElements>
    <a:clrScheme name="Легкий дым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Легкий дым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Легкий дым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Office Theme">
  <a:themeElements>
    <a:clrScheme name="Настольная игра Colorful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FFFFFF"/>
      </a:hlink>
      <a:folHlink>
        <a:srgbClr val="656565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Настольная игра Colorful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FFFFFF"/>
      </a:hlink>
      <a:folHlink>
        <a:srgbClr val="656565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Props1.xml><?xml version="1.0" encoding="utf-8"?>
<ds:datastoreItem xmlns:ds="http://schemas.openxmlformats.org/officeDocument/2006/customXml" ds:itemID="{E53AB556-06BF-4F6C-964D-E4806431F63F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0</TotalTime>
  <Words>91</Words>
  <Application>Microsoft Office PowerPoint</Application>
  <PresentationFormat>Экран (4:3)</PresentationFormat>
  <Paragraphs>25</Paragraphs>
  <Slides>4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</vt:i4>
      </vt:variant>
    </vt:vector>
  </HeadingPairs>
  <TitlesOfParts>
    <vt:vector size="10" baseType="lpstr">
      <vt:lpstr>Ametist </vt:lpstr>
      <vt:lpstr>Arial</vt:lpstr>
      <vt:lpstr>Calibri</vt:lpstr>
      <vt:lpstr>Century Gothic</vt:lpstr>
      <vt:lpstr>Wingdings 3</vt:lpstr>
      <vt:lpstr>Легкий дым</vt:lpstr>
      <vt:lpstr>Способы организации перехода между слайдами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cp:lastModifiedBy/>
  <cp:revision>1</cp:revision>
  <dcterms:created xsi:type="dcterms:W3CDTF">2014-05-19T09:49:57Z</dcterms:created>
  <dcterms:modified xsi:type="dcterms:W3CDTF">2024-09-28T20:23:38Z</dcterms:modified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TC040012069991</vt:lpwstr>
  </property>
</Properties>
</file>