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7" r:id="rId4"/>
    <p:sldId id="298" r:id="rId5"/>
    <p:sldId id="300" r:id="rId6"/>
    <p:sldId id="299" r:id="rId7"/>
    <p:sldId id="301" r:id="rId8"/>
    <p:sldId id="302" r:id="rId9"/>
    <p:sldId id="303" r:id="rId10"/>
    <p:sldId id="304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BCBB"/>
    <a:srgbClr val="7EBBB9"/>
    <a:srgbClr val="7BBAB8"/>
    <a:srgbClr val="75B7B6"/>
    <a:srgbClr val="7CBAB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78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798CD-A3B6-46E5-9E9D-DA481A2D0A93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BCB2D-96A3-4CE5-A760-1FFEC738B29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pic>
        <p:nvPicPr>
          <p:cNvPr id="6" name="Рисунок 5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021288"/>
            <a:ext cx="748009" cy="720080"/>
          </a:xfrm>
          <a:prstGeom prst="rect">
            <a:avLst/>
          </a:prstGeom>
        </p:spPr>
      </p:pic>
      <p:pic>
        <p:nvPicPr>
          <p:cNvPr id="7" name="Рисунок 6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5991" y="6021288"/>
            <a:ext cx="748009" cy="720080"/>
          </a:xfrm>
          <a:prstGeom prst="rect">
            <a:avLst/>
          </a:prstGeom>
        </p:spPr>
      </p:pic>
      <p:sp>
        <p:nvSpPr>
          <p:cNvPr id="8" name="Прямоугольник 7"/>
          <p:cNvSpPr/>
          <p:nvPr userDrawn="1"/>
        </p:nvSpPr>
        <p:spPr>
          <a:xfrm>
            <a:off x="683568" y="6021288"/>
            <a:ext cx="18722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Учебный центр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вычислительной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техники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436096" y="6021288"/>
            <a:ext cx="30243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Компьютерные </a:t>
            </a:r>
          </a:p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технологии</a:t>
            </a:r>
          </a:p>
          <a:p>
            <a:pPr algn="r"/>
            <a:r>
              <a:rPr lang="ru-RU" sz="1400" b="1" cap="none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школьникам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55776" y="6242248"/>
            <a:ext cx="1440160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6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UCVT.ORG</a:t>
            </a:r>
            <a:endParaRPr lang="ru-RU" sz="1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580112" y="6165304"/>
            <a:ext cx="12241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612-11-22</a:t>
            </a:r>
          </a:p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612-11-33</a:t>
            </a:r>
            <a:endParaRPr lang="ru-RU" sz="1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021288"/>
            <a:ext cx="748009" cy="720080"/>
          </a:xfrm>
          <a:prstGeom prst="rect">
            <a:avLst/>
          </a:prstGeom>
        </p:spPr>
      </p:pic>
      <p:pic>
        <p:nvPicPr>
          <p:cNvPr id="6" name="Рисунок 5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5991" y="6021288"/>
            <a:ext cx="748009" cy="720080"/>
          </a:xfrm>
          <a:prstGeom prst="rect">
            <a:avLst/>
          </a:prstGeom>
        </p:spPr>
      </p:pic>
      <p:sp>
        <p:nvSpPr>
          <p:cNvPr id="7" name="Прямоугольник 6"/>
          <p:cNvSpPr/>
          <p:nvPr userDrawn="1"/>
        </p:nvSpPr>
        <p:spPr>
          <a:xfrm>
            <a:off x="683568" y="6021288"/>
            <a:ext cx="18722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Учебный центр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вычислительной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техники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5436096" y="6021288"/>
            <a:ext cx="30243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Компьютерные </a:t>
            </a:r>
          </a:p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технологии</a:t>
            </a:r>
          </a:p>
          <a:p>
            <a:pPr algn="r"/>
            <a:r>
              <a:rPr lang="ru-RU" sz="1400" b="1" cap="none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школьникам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555776" y="6242248"/>
            <a:ext cx="1440160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6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UCVT.ORG</a:t>
            </a:r>
            <a:endParaRPr lang="ru-RU" sz="1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580112" y="6165304"/>
            <a:ext cx="12241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612-11-22</a:t>
            </a:r>
          </a:p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612-11-33</a:t>
            </a:r>
            <a:endParaRPr lang="ru-RU" sz="1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021288"/>
            <a:ext cx="748009" cy="720080"/>
          </a:xfrm>
          <a:prstGeom prst="rect">
            <a:avLst/>
          </a:prstGeom>
        </p:spPr>
      </p:pic>
      <p:pic>
        <p:nvPicPr>
          <p:cNvPr id="9" name="Рисунок 8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5991" y="6021288"/>
            <a:ext cx="748009" cy="720080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683568" y="6021288"/>
            <a:ext cx="18722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Учебный центр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вычислительной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техники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436096" y="6021288"/>
            <a:ext cx="30243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Компьютерные </a:t>
            </a:r>
          </a:p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технологии</a:t>
            </a:r>
          </a:p>
          <a:p>
            <a:pPr algn="r"/>
            <a:r>
              <a:rPr lang="ru-RU" sz="1400" b="1" cap="none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школьникам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555776" y="6242248"/>
            <a:ext cx="1440160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6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UCVT.ORG</a:t>
            </a:r>
            <a:endParaRPr lang="ru-RU" sz="1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80112" y="6165304"/>
            <a:ext cx="12241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612-11-22</a:t>
            </a:r>
          </a:p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612-11-33</a:t>
            </a:r>
            <a:endParaRPr lang="ru-RU" sz="1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021288"/>
            <a:ext cx="748009" cy="720080"/>
          </a:xfrm>
          <a:prstGeom prst="rect">
            <a:avLst/>
          </a:prstGeom>
        </p:spPr>
      </p:pic>
      <p:pic>
        <p:nvPicPr>
          <p:cNvPr id="9" name="Рисунок 8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5991" y="6021288"/>
            <a:ext cx="748009" cy="720080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683568" y="6021288"/>
            <a:ext cx="18722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Учебный центр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вычислительной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техники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436096" y="6021288"/>
            <a:ext cx="30243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Компьютерные </a:t>
            </a:r>
          </a:p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технологии</a:t>
            </a:r>
          </a:p>
          <a:p>
            <a:pPr algn="r"/>
            <a:r>
              <a:rPr lang="ru-RU" sz="1400" b="1" cap="none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школьникам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555776" y="6242248"/>
            <a:ext cx="1440160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6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UCVT.ORG</a:t>
            </a:r>
            <a:endParaRPr lang="ru-RU" sz="1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80112" y="6165304"/>
            <a:ext cx="12241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612-11-22</a:t>
            </a:r>
          </a:p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612-11-33</a:t>
            </a:r>
            <a:endParaRPr lang="ru-RU" sz="1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021288"/>
            <a:ext cx="748009" cy="720080"/>
          </a:xfrm>
          <a:prstGeom prst="rect">
            <a:avLst/>
          </a:prstGeom>
        </p:spPr>
      </p:pic>
      <p:pic>
        <p:nvPicPr>
          <p:cNvPr id="8" name="Рисунок 7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5991" y="6021288"/>
            <a:ext cx="748009" cy="720080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683568" y="6021288"/>
            <a:ext cx="18722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Учебный центр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вычислительной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техники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436096" y="6021288"/>
            <a:ext cx="30243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Компьютерные </a:t>
            </a:r>
          </a:p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технологии</a:t>
            </a:r>
          </a:p>
          <a:p>
            <a:pPr algn="r"/>
            <a:r>
              <a:rPr lang="ru-RU" sz="1400" b="1" cap="none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школьникам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2555776" y="6242248"/>
            <a:ext cx="1440160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6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UCVT.ORG</a:t>
            </a:r>
            <a:endParaRPr lang="ru-RU" sz="1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580112" y="6165304"/>
            <a:ext cx="12241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612-11-22</a:t>
            </a:r>
          </a:p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612-11-33</a:t>
            </a:r>
            <a:endParaRPr lang="ru-RU" sz="1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021288"/>
            <a:ext cx="748009" cy="720080"/>
          </a:xfrm>
          <a:prstGeom prst="rect">
            <a:avLst/>
          </a:prstGeom>
        </p:spPr>
      </p:pic>
      <p:pic>
        <p:nvPicPr>
          <p:cNvPr id="8" name="Рисунок 7" descr="логотип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95991" y="6021288"/>
            <a:ext cx="748009" cy="720080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683568" y="6021288"/>
            <a:ext cx="18722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Учебный центр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вычислительной</a:t>
            </a:r>
          </a:p>
          <a:p>
            <a:pPr algn="l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техники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436096" y="6021288"/>
            <a:ext cx="30243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Компьютерные </a:t>
            </a:r>
          </a:p>
          <a:p>
            <a:pPr algn="r"/>
            <a:r>
              <a:rPr lang="ru-RU" sz="1400" b="1" cap="none" spc="50" baseline="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технологии</a:t>
            </a:r>
          </a:p>
          <a:p>
            <a:pPr algn="r"/>
            <a:r>
              <a:rPr lang="ru-RU" sz="1400" b="1" cap="none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7EBBB9"/>
                </a:solidFill>
                <a:effectLst/>
                <a:latin typeface="Franklin Gothic Demi" pitchFamily="34" charset="0"/>
              </a:rPr>
              <a:t>школьникам</a:t>
            </a:r>
            <a:endParaRPr lang="ru-RU" sz="1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7EBBB9"/>
              </a:solidFill>
              <a:effectLst/>
              <a:latin typeface="Franklin Gothic Demi" pitchFamily="34" charset="0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2555776" y="6242248"/>
            <a:ext cx="1440160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6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UCVT.ORG</a:t>
            </a:r>
            <a:endParaRPr lang="ru-RU" sz="1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580112" y="6165304"/>
            <a:ext cx="12241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612-11-22</a:t>
            </a:r>
          </a:p>
          <a:p>
            <a:pPr algn="l"/>
            <a:r>
              <a:rPr lang="en-US" sz="14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" pitchFamily="34" charset="0"/>
              </a:rPr>
              <a:t>612-11-33</a:t>
            </a:r>
            <a:endParaRPr lang="ru-RU" sz="1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72E13-E92A-4630-913A-E1BA20FE1FBA}" type="datetimeFigureOut">
              <a:rPr lang="ru-RU" smtClean="0"/>
              <a:pPr/>
              <a:t>31.10.2015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E6D5B-4AD5-49DC-BCEF-F4F75F2E2C2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BA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логотип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4282" y="285728"/>
            <a:ext cx="1064168" cy="10001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3042" y="500042"/>
            <a:ext cx="5715040" cy="429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  <a:t>РЕКОМЕНДАЦИИ </a:t>
            </a:r>
            <a:b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</a:br>
            <a: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  <a:t>ПО РАЗРАБОТКЕ </a:t>
            </a:r>
            <a:b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</a:br>
            <a: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  <a:t>ПРЕЗЕНТАЦИЙ </a:t>
            </a:r>
            <a:endParaRPr lang="ru-RU" sz="4800" spc="16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/>
          <p:cNvSpPr txBox="1">
            <a:spLocks/>
          </p:cNvSpPr>
          <p:nvPr/>
        </p:nvSpPr>
        <p:spPr>
          <a:xfrm>
            <a:off x="1403648" y="116632"/>
            <a:ext cx="6408712" cy="1008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Минимум текста и </a:t>
            </a:r>
            <a:b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минимализм в оформлении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 l="12346" r="6173"/>
          <a:stretch>
            <a:fillRect/>
          </a:stretch>
        </p:blipFill>
        <p:spPr bwMode="auto">
          <a:xfrm>
            <a:off x="2000232" y="1857364"/>
            <a:ext cx="5128837" cy="354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Содержимое 2"/>
          <p:cNvSpPr txBox="1">
            <a:spLocks/>
          </p:cNvSpPr>
          <p:nvPr/>
        </p:nvSpPr>
        <p:spPr>
          <a:xfrm>
            <a:off x="3643306" y="1214422"/>
            <a:ext cx="1806470" cy="4320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2000" dirty="0" smtClean="0"/>
              <a:t>П</a:t>
            </a:r>
            <a:r>
              <a:rPr kumimoji="0" lang="ru-RU" sz="2000" b="0" i="0" u="none" strike="noStrike" kern="1200" cap="none" spc="0" normalizeH="0" baseline="0" noProof="0" dirty="0" err="1" smtClean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равильно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1714488"/>
            <a:ext cx="5143536" cy="3857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одзаголовок 2"/>
          <p:cNvSpPr txBox="1">
            <a:spLocks/>
          </p:cNvSpPr>
          <p:nvPr/>
        </p:nvSpPr>
        <p:spPr>
          <a:xfrm>
            <a:off x="1403648" y="116632"/>
            <a:ext cx="6408712" cy="1008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Минимум текста и </a:t>
            </a:r>
            <a:b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минимализм в оформлении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Содержимое 2"/>
          <p:cNvSpPr txBox="1">
            <a:spLocks/>
          </p:cNvSpPr>
          <p:nvPr/>
        </p:nvSpPr>
        <p:spPr>
          <a:xfrm>
            <a:off x="3643306" y="1214422"/>
            <a:ext cx="1806470" cy="4320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Неправильно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2"/>
          <p:cNvSpPr txBox="1">
            <a:spLocks/>
          </p:cNvSpPr>
          <p:nvPr/>
        </p:nvSpPr>
        <p:spPr>
          <a:xfrm>
            <a:off x="1428728" y="1214422"/>
            <a:ext cx="6286544" cy="35004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7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ru-RU" sz="2000" dirty="0" smtClean="0"/>
              <a:t>Дизайн слайда не должен мешать восприятию информации.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ru-RU" sz="2000" dirty="0" smtClean="0"/>
              <a:t>Слайды должны быть оформлены в едином стиле.</a:t>
            </a:r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ru-RU" sz="2000" dirty="0" smtClean="0"/>
              <a:t>Элементы оформления (маркеры списков, сноски, кнопки) должны быть выполнены в едином стиле.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ru-RU" sz="2000" dirty="0" smtClean="0"/>
              <a:t>Стиль должен соответствовать содержанию.</a:t>
            </a:r>
            <a:endParaRPr lang="en-US" sz="20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lang="ru-RU" sz="20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lang="ru-RU" sz="20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428728" y="285728"/>
            <a:ext cx="6408712" cy="7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Единый стиль оформления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/>
          <p:cNvSpPr txBox="1">
            <a:spLocks/>
          </p:cNvSpPr>
          <p:nvPr/>
        </p:nvSpPr>
        <p:spPr>
          <a:xfrm>
            <a:off x="1428728" y="285728"/>
            <a:ext cx="6408712" cy="1143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Отсутствие анимации ради анимации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1571604" y="2500306"/>
            <a:ext cx="6500858" cy="32147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Не используйте анимацию ради украшения. Только если это нужно по смыслу.</a:t>
            </a:r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ru-RU" sz="2000" dirty="0" smtClean="0"/>
              <a:t>Никогда не используйте анимацию в заголовках слайда.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ru-RU" sz="2000" dirty="0" smtClean="0"/>
              <a:t>Осторожно используйте анимацию текста. Никогда не используйте вращение, мигание, скачки текста.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2143108" y="1714488"/>
            <a:ext cx="4786346" cy="642942"/>
          </a:xfrm>
          <a:prstGeom prst="wedgeRoundRectCallout">
            <a:avLst>
              <a:gd name="adj1" fmla="val 4523"/>
              <a:gd name="adj2" fmla="val -126082"/>
              <a:gd name="adj3" fmla="val 16667"/>
            </a:avLst>
          </a:prstGeom>
          <a:solidFill>
            <a:srgbClr val="80BCB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Раздражает?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/>
          <p:cNvSpPr txBox="1">
            <a:spLocks/>
          </p:cNvSpPr>
          <p:nvPr/>
        </p:nvSpPr>
        <p:spPr>
          <a:xfrm>
            <a:off x="1428728" y="285728"/>
            <a:ext cx="6408712" cy="7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Наличие контактных данных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1928794" y="1928802"/>
            <a:ext cx="4786346" cy="1571636"/>
          </a:xfrm>
          <a:prstGeom prst="wedgeRoundRectCallout">
            <a:avLst>
              <a:gd name="adj1" fmla="val -3664"/>
              <a:gd name="adj2" fmla="val 205921"/>
              <a:gd name="adj3" fmla="val 16667"/>
            </a:avLst>
          </a:prstGeom>
          <a:solidFill>
            <a:srgbClr val="80BCB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Если на слайде достаточно места, то наличие контактных данных докладчика или организации будет не лишним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/>
          <p:cNvSpPr txBox="1">
            <a:spLocks/>
          </p:cNvSpPr>
          <p:nvPr/>
        </p:nvSpPr>
        <p:spPr>
          <a:xfrm>
            <a:off x="1428728" y="285728"/>
            <a:ext cx="6408712" cy="7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Нумерация слайда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1928794" y="1928802"/>
            <a:ext cx="4786346" cy="1571636"/>
          </a:xfrm>
          <a:prstGeom prst="wedgeRoundRectCallout">
            <a:avLst>
              <a:gd name="adj1" fmla="val -3664"/>
              <a:gd name="adj2" fmla="val 205921"/>
              <a:gd name="adj3" fmla="val 16667"/>
            </a:avLst>
          </a:prstGeom>
          <a:solidFill>
            <a:srgbClr val="80BCB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Нумерация слайда облегчит Вам доклад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7686" y="621508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-7-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/>
          <p:cNvSpPr txBox="1">
            <a:spLocks/>
          </p:cNvSpPr>
          <p:nvPr/>
        </p:nvSpPr>
        <p:spPr>
          <a:xfrm>
            <a:off x="1428728" y="285728"/>
            <a:ext cx="6408712" cy="7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Тайминг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7686" y="621508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-7-</a:t>
            </a:r>
            <a:endParaRPr lang="ru-RU" dirty="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>
          <a:xfrm>
            <a:off x="3000364" y="1071546"/>
            <a:ext cx="5000660" cy="38576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Удобно делать </a:t>
            </a:r>
            <a:r>
              <a:rPr kumimoji="0" lang="ru-RU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тайминг</a:t>
            </a: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из расчета 1 кадр на 1 - 2 минуты выступления.</a:t>
            </a:r>
          </a:p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Если презентация не сопровождается докладом, то оптимальное время кадра</a:t>
            </a:r>
            <a:b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10-30 сек.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9" name="Picture 2" descr="C:\Users\Justaman\Desktop\timer-ic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2285992"/>
            <a:ext cx="1944703" cy="19447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/>
          <p:cNvSpPr txBox="1">
            <a:spLocks/>
          </p:cNvSpPr>
          <p:nvPr/>
        </p:nvSpPr>
        <p:spPr>
          <a:xfrm>
            <a:off x="1428728" y="285728"/>
            <a:ext cx="6408712" cy="7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Навигация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7686" y="621508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-7-</a:t>
            </a:r>
            <a:endParaRPr lang="ru-RU" dirty="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>
          <a:xfrm>
            <a:off x="1285852" y="928670"/>
            <a:ext cx="6500858" cy="38576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6088" marR="0" lvl="0" indent="-3571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>
                <a:tab pos="534988" algn="l"/>
              </a:tabLst>
              <a:defRPr/>
            </a:pP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Если презентация не</a:t>
            </a:r>
            <a:r>
              <a:rPr lang="ru-RU" sz="2800" baseline="0" dirty="0" smtClean="0"/>
              <a:t>линейная,</a:t>
            </a:r>
            <a:r>
              <a:rPr lang="ru-RU" sz="2800" dirty="0" smtClean="0"/>
              <a:t> т.е. имеется меню – запретите смену слайдов по щелчку мыши</a:t>
            </a: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6088" indent="-357188">
              <a:spcBef>
                <a:spcPct val="20000"/>
              </a:spcBef>
              <a:buFont typeface="Wingdings" pitchFamily="2" charset="2"/>
              <a:buChar char="ü"/>
              <a:tabLst>
                <a:tab pos="534988" algn="l"/>
              </a:tabLst>
            </a:pPr>
            <a:r>
              <a:rPr lang="ru-RU" sz="2800" dirty="0" smtClean="0"/>
              <a:t>Навигация не должна вызывать вопросов. Используйте поясняющие надписи и подсказки.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/>
          <p:cNvSpPr txBox="1">
            <a:spLocks/>
          </p:cNvSpPr>
          <p:nvPr/>
        </p:nvSpPr>
        <p:spPr>
          <a:xfrm>
            <a:off x="1428728" y="285728"/>
            <a:ext cx="6408712" cy="74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000" b="1" noProof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Список используемых материалов</a:t>
            </a:r>
            <a:endParaRPr kumimoji="0" lang="ru-RU" sz="3000" b="1" i="0" u="none" strike="noStrike" kern="120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7686" y="621508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-7-</a:t>
            </a:r>
            <a:endParaRPr lang="ru-RU" dirty="0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>
          <a:xfrm>
            <a:off x="1357290" y="1285860"/>
            <a:ext cx="6500858" cy="38576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8900" marR="0" lvl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>
                <a:tab pos="534988" algn="l"/>
              </a:tabLst>
              <a:defRPr/>
            </a:pPr>
            <a:r>
              <a:rPr lang="ru-RU" sz="2800" dirty="0" smtClean="0"/>
              <a:t>Указывайте на последнем слайде источники информации, используемой Вами в презентации</a:t>
            </a: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1344</TotalTime>
  <Words>193</Words>
  <Application>Microsoft Office PowerPoint</Application>
  <PresentationFormat>Экран (4:3)</PresentationFormat>
  <Paragraphs>35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Ershova</dc:creator>
  <cp:lastModifiedBy>Julia</cp:lastModifiedBy>
  <cp:revision>131</cp:revision>
  <dcterms:created xsi:type="dcterms:W3CDTF">2015-04-23T10:00:29Z</dcterms:created>
  <dcterms:modified xsi:type="dcterms:W3CDTF">2015-10-30T22:33:40Z</dcterms:modified>
</cp:coreProperties>
</file>