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7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27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93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63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71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68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76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47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894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54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59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0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7E462-F1DE-4C59-A002-11642420E926}" type="datetimeFigureOut">
              <a:rPr lang="ru-RU" smtClean="0"/>
              <a:t>10.05.2018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7A63F-C04B-4C19-9243-8247F19A16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75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Животное-живое существо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092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9506" y="2996952"/>
            <a:ext cx="3943324" cy="1015663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6000" dirty="0" smtClean="0"/>
              <a:t>ЖИВОТНОЕ</a:t>
            </a:r>
            <a:endParaRPr lang="ru-RU" sz="6000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1412776"/>
            <a:ext cx="1930337" cy="70788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4000" dirty="0" smtClean="0"/>
              <a:t>ДЫШИТ</a:t>
            </a:r>
            <a:endParaRPr lang="ru-RU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5849064" y="1448981"/>
            <a:ext cx="2389372" cy="70788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4000" dirty="0" smtClean="0"/>
              <a:t>ПИТАЕТСЯ</a:t>
            </a:r>
            <a:endParaRPr lang="ru-RU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5320952"/>
            <a:ext cx="3724994" cy="70788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4000" dirty="0" smtClean="0"/>
              <a:t>ПЕРЕДВИГАЕТСЯ</a:t>
            </a:r>
            <a:endParaRPr lang="ru-RU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5868144" y="5013176"/>
            <a:ext cx="2991460" cy="132343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4000" dirty="0" smtClean="0"/>
              <a:t>ВЫВОДИТ </a:t>
            </a:r>
          </a:p>
          <a:p>
            <a:r>
              <a:rPr lang="ru-RU" sz="4000" dirty="0" smtClean="0"/>
              <a:t>ПОТОМСТВО</a:t>
            </a:r>
            <a:endParaRPr lang="ru-RU" sz="4000" dirty="0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474057" y="2348880"/>
            <a:ext cx="873807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H="1">
            <a:off x="6156176" y="2348880"/>
            <a:ext cx="576064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H="1">
            <a:off x="3119506" y="4012615"/>
            <a:ext cx="660406" cy="1308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endCxn id="7" idx="0"/>
          </p:cNvCxnSpPr>
          <p:nvPr/>
        </p:nvCxnSpPr>
        <p:spPr>
          <a:xfrm>
            <a:off x="6156176" y="4012615"/>
            <a:ext cx="1207698" cy="1000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601492" y="1268760"/>
            <a:ext cx="3096344" cy="1103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5550662" y="1411655"/>
            <a:ext cx="302433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611560" y="5320952"/>
            <a:ext cx="396044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5849064" y="5013175"/>
            <a:ext cx="3010539" cy="132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41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40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</Words>
  <Application>Microsoft Office PowerPoint</Application>
  <PresentationFormat>Экран (4:3)</PresentationFormat>
  <Paragraphs>7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Животное-живое существо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Животное-живое существо</dc:title>
  <dc:creator>teacher</dc:creator>
  <cp:lastModifiedBy>teacher</cp:lastModifiedBy>
  <cp:revision>1</cp:revision>
  <dcterms:created xsi:type="dcterms:W3CDTF">2018-05-10T07:58:25Z</dcterms:created>
  <dcterms:modified xsi:type="dcterms:W3CDTF">2018-05-10T08:06:41Z</dcterms:modified>
</cp:coreProperties>
</file>