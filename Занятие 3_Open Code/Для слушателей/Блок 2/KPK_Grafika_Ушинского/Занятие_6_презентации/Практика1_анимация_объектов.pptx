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44" r:id="rId2"/>
  </p:sldMasterIdLst>
  <p:notesMasterIdLst>
    <p:notesMasterId r:id="rId7"/>
  </p:notesMasterIdLst>
  <p:sldIdLst>
    <p:sldId id="257" r:id="rId3"/>
    <p:sldId id="256" r:id="rId4"/>
    <p:sldId id="258" r:id="rId5"/>
    <p:sldId id="259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B4A6"/>
    <a:srgbClr val="FCBA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05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632AB4-E563-4CA6-B981-1B14389AAEA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7C6A8A-E508-48D7-8A60-78C3825149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379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4059F1-5292-458C-92CB-CF562685BF51}" type="slidenum">
              <a:rPr lang="ru-RU"/>
              <a:pPr/>
              <a:t>1</a:t>
            </a:fld>
            <a:endParaRPr lang="ru-RU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	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Заголовок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16" name="Дата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7" name="Содержимое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9" name="Дата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4" name="Содержимое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25" name="Текст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8" name="Содержимое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Заголовок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24" name="Нижний колонтитул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Заголовок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Содержимое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29" name="Нижний колонтитул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1" name="Дата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DA1A2463-53C8-4704-B278-AD0FF076C365}" type="datetimeFigureOut">
              <a:rPr lang="ru-RU" smtClean="0"/>
              <a:pPr/>
              <a:t>04.04.2018</a:t>
            </a:fld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FBFD4175-DFAC-4CE9-9356-625A3033E79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3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A6B20-8B8C-4E8B-B4F7-80262B2DBC65}" type="slidenum">
              <a:rPr lang="ru-RU"/>
              <a:pPr/>
              <a:t>1</a:t>
            </a:fld>
            <a:endParaRPr lang="ru-RU"/>
          </a:p>
        </p:txBody>
      </p:sp>
      <p:grpSp>
        <p:nvGrpSpPr>
          <p:cNvPr id="2" name="Group 669"/>
          <p:cNvGrpSpPr>
            <a:grpSpLocks/>
          </p:cNvGrpSpPr>
          <p:nvPr/>
        </p:nvGrpSpPr>
        <p:grpSpPr bwMode="auto">
          <a:xfrm>
            <a:off x="3024188" y="1733550"/>
            <a:ext cx="3051175" cy="3135313"/>
            <a:chOff x="612" y="1616"/>
            <a:chExt cx="1922" cy="1975"/>
          </a:xfrm>
        </p:grpSpPr>
        <p:grpSp>
          <p:nvGrpSpPr>
            <p:cNvPr id="3" name="Group 87"/>
            <p:cNvGrpSpPr>
              <a:grpSpLocks/>
            </p:cNvGrpSpPr>
            <p:nvPr/>
          </p:nvGrpSpPr>
          <p:grpSpPr bwMode="auto">
            <a:xfrm>
              <a:off x="612" y="1616"/>
              <a:ext cx="1922" cy="1975"/>
              <a:chOff x="1916" y="1178"/>
              <a:chExt cx="1922" cy="1975"/>
            </a:xfrm>
          </p:grpSpPr>
          <p:grpSp>
            <p:nvGrpSpPr>
              <p:cNvPr id="4" name="Group 88"/>
              <p:cNvGrpSpPr>
                <a:grpSpLocks/>
              </p:cNvGrpSpPr>
              <p:nvPr/>
            </p:nvGrpSpPr>
            <p:grpSpPr bwMode="auto">
              <a:xfrm>
                <a:off x="1916" y="1273"/>
                <a:ext cx="1879" cy="1880"/>
                <a:chOff x="1916" y="1273"/>
                <a:chExt cx="1879" cy="1880"/>
              </a:xfrm>
            </p:grpSpPr>
            <p:sp>
              <p:nvSpPr>
                <p:cNvPr id="6233" name="Freeform 89"/>
                <p:cNvSpPr>
                  <a:spLocks/>
                </p:cNvSpPr>
                <p:nvPr/>
              </p:nvSpPr>
              <p:spPr bwMode="auto">
                <a:xfrm>
                  <a:off x="2103" y="1460"/>
                  <a:ext cx="1505" cy="1506"/>
                </a:xfrm>
                <a:custGeom>
                  <a:avLst/>
                  <a:gdLst/>
                  <a:ahLst/>
                  <a:cxnLst>
                    <a:cxn ang="0">
                      <a:pos x="418" y="0"/>
                    </a:cxn>
                    <a:cxn ang="0">
                      <a:pos x="1087" y="0"/>
                    </a:cxn>
                    <a:cxn ang="0">
                      <a:pos x="1505" y="419"/>
                    </a:cxn>
                    <a:cxn ang="0">
                      <a:pos x="1505" y="1087"/>
                    </a:cxn>
                    <a:cxn ang="0">
                      <a:pos x="1087" y="1506"/>
                    </a:cxn>
                    <a:cxn ang="0">
                      <a:pos x="418" y="1506"/>
                    </a:cxn>
                    <a:cxn ang="0">
                      <a:pos x="0" y="1087"/>
                    </a:cxn>
                    <a:cxn ang="0">
                      <a:pos x="0" y="419"/>
                    </a:cxn>
                    <a:cxn ang="0">
                      <a:pos x="418" y="0"/>
                    </a:cxn>
                  </a:cxnLst>
                  <a:rect l="0" t="0" r="r" b="b"/>
                  <a:pathLst>
                    <a:path w="1505" h="1506">
                      <a:moveTo>
                        <a:pt x="418" y="0"/>
                      </a:moveTo>
                      <a:lnTo>
                        <a:pt x="1087" y="0"/>
                      </a:lnTo>
                      <a:lnTo>
                        <a:pt x="1505" y="419"/>
                      </a:lnTo>
                      <a:lnTo>
                        <a:pt x="1505" y="1087"/>
                      </a:lnTo>
                      <a:lnTo>
                        <a:pt x="1087" y="1506"/>
                      </a:lnTo>
                      <a:lnTo>
                        <a:pt x="418" y="1506"/>
                      </a:lnTo>
                      <a:lnTo>
                        <a:pt x="0" y="1087"/>
                      </a:lnTo>
                      <a:lnTo>
                        <a:pt x="0" y="419"/>
                      </a:lnTo>
                      <a:lnTo>
                        <a:pt x="418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34" name="Freeform 90"/>
                <p:cNvSpPr>
                  <a:spLocks/>
                </p:cNvSpPr>
                <p:nvPr/>
              </p:nvSpPr>
              <p:spPr bwMode="auto">
                <a:xfrm>
                  <a:off x="1916" y="1273"/>
                  <a:ext cx="609" cy="609"/>
                </a:xfrm>
                <a:custGeom>
                  <a:avLst/>
                  <a:gdLst/>
                  <a:ahLst/>
                  <a:cxnLst>
                    <a:cxn ang="0">
                      <a:pos x="522" y="0"/>
                    </a:cxn>
                    <a:cxn ang="0">
                      <a:pos x="609" y="191"/>
                    </a:cxn>
                    <a:cxn ang="0">
                      <a:pos x="191" y="609"/>
                    </a:cxn>
                    <a:cxn ang="0">
                      <a:pos x="0" y="523"/>
                    </a:cxn>
                    <a:cxn ang="0">
                      <a:pos x="522" y="0"/>
                    </a:cxn>
                  </a:cxnLst>
                  <a:rect l="0" t="0" r="r" b="b"/>
                  <a:pathLst>
                    <a:path w="609" h="609">
                      <a:moveTo>
                        <a:pt x="522" y="0"/>
                      </a:moveTo>
                      <a:lnTo>
                        <a:pt x="609" y="191"/>
                      </a:lnTo>
                      <a:lnTo>
                        <a:pt x="191" y="609"/>
                      </a:lnTo>
                      <a:lnTo>
                        <a:pt x="0" y="523"/>
                      </a:lnTo>
                      <a:lnTo>
                        <a:pt x="522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35" name="Freeform 91"/>
                <p:cNvSpPr>
                  <a:spLocks/>
                </p:cNvSpPr>
                <p:nvPr/>
              </p:nvSpPr>
              <p:spPr bwMode="auto">
                <a:xfrm>
                  <a:off x="2438" y="1273"/>
                  <a:ext cx="834" cy="19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87" y="191"/>
                    </a:cxn>
                    <a:cxn ang="0">
                      <a:pos x="748" y="191"/>
                    </a:cxn>
                    <a:cxn ang="0">
                      <a:pos x="834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834" h="191">
                      <a:moveTo>
                        <a:pt x="0" y="0"/>
                      </a:moveTo>
                      <a:lnTo>
                        <a:pt x="87" y="191"/>
                      </a:lnTo>
                      <a:lnTo>
                        <a:pt x="748" y="191"/>
                      </a:lnTo>
                      <a:lnTo>
                        <a:pt x="83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36" name="Freeform 92"/>
                <p:cNvSpPr>
                  <a:spLocks/>
                </p:cNvSpPr>
                <p:nvPr/>
              </p:nvSpPr>
              <p:spPr bwMode="auto">
                <a:xfrm>
                  <a:off x="3186" y="1273"/>
                  <a:ext cx="609" cy="609"/>
                </a:xfrm>
                <a:custGeom>
                  <a:avLst/>
                  <a:gdLst/>
                  <a:ahLst/>
                  <a:cxnLst>
                    <a:cxn ang="0">
                      <a:pos x="86" y="0"/>
                    </a:cxn>
                    <a:cxn ang="0">
                      <a:pos x="0" y="191"/>
                    </a:cxn>
                    <a:cxn ang="0">
                      <a:pos x="418" y="609"/>
                    </a:cxn>
                    <a:cxn ang="0">
                      <a:pos x="609" y="523"/>
                    </a:cxn>
                    <a:cxn ang="0">
                      <a:pos x="86" y="0"/>
                    </a:cxn>
                  </a:cxnLst>
                  <a:rect l="0" t="0" r="r" b="b"/>
                  <a:pathLst>
                    <a:path w="609" h="609">
                      <a:moveTo>
                        <a:pt x="86" y="0"/>
                      </a:moveTo>
                      <a:lnTo>
                        <a:pt x="0" y="191"/>
                      </a:lnTo>
                      <a:lnTo>
                        <a:pt x="418" y="609"/>
                      </a:lnTo>
                      <a:lnTo>
                        <a:pt x="609" y="523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37" name="Freeform 93"/>
                <p:cNvSpPr>
                  <a:spLocks/>
                </p:cNvSpPr>
                <p:nvPr/>
              </p:nvSpPr>
              <p:spPr bwMode="auto">
                <a:xfrm>
                  <a:off x="1916" y="2543"/>
                  <a:ext cx="609" cy="610"/>
                </a:xfrm>
                <a:custGeom>
                  <a:avLst/>
                  <a:gdLst/>
                  <a:ahLst/>
                  <a:cxnLst>
                    <a:cxn ang="0">
                      <a:pos x="522" y="610"/>
                    </a:cxn>
                    <a:cxn ang="0">
                      <a:pos x="609" y="418"/>
                    </a:cxn>
                    <a:cxn ang="0">
                      <a:pos x="191" y="0"/>
                    </a:cxn>
                    <a:cxn ang="0">
                      <a:pos x="0" y="87"/>
                    </a:cxn>
                    <a:cxn ang="0">
                      <a:pos x="522" y="610"/>
                    </a:cxn>
                  </a:cxnLst>
                  <a:rect l="0" t="0" r="r" b="b"/>
                  <a:pathLst>
                    <a:path w="609" h="610">
                      <a:moveTo>
                        <a:pt x="522" y="610"/>
                      </a:moveTo>
                      <a:lnTo>
                        <a:pt x="609" y="418"/>
                      </a:lnTo>
                      <a:lnTo>
                        <a:pt x="191" y="0"/>
                      </a:lnTo>
                      <a:lnTo>
                        <a:pt x="0" y="87"/>
                      </a:lnTo>
                      <a:lnTo>
                        <a:pt x="522" y="61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38" name="Freeform 94"/>
                <p:cNvSpPr>
                  <a:spLocks/>
                </p:cNvSpPr>
                <p:nvPr/>
              </p:nvSpPr>
              <p:spPr bwMode="auto">
                <a:xfrm>
                  <a:off x="2438" y="2961"/>
                  <a:ext cx="834" cy="192"/>
                </a:xfrm>
                <a:custGeom>
                  <a:avLst/>
                  <a:gdLst/>
                  <a:ahLst/>
                  <a:cxnLst>
                    <a:cxn ang="0">
                      <a:pos x="0" y="192"/>
                    </a:cxn>
                    <a:cxn ang="0">
                      <a:pos x="87" y="0"/>
                    </a:cxn>
                    <a:cxn ang="0">
                      <a:pos x="748" y="0"/>
                    </a:cxn>
                    <a:cxn ang="0">
                      <a:pos x="834" y="192"/>
                    </a:cxn>
                    <a:cxn ang="0">
                      <a:pos x="0" y="192"/>
                    </a:cxn>
                  </a:cxnLst>
                  <a:rect l="0" t="0" r="r" b="b"/>
                  <a:pathLst>
                    <a:path w="834" h="192">
                      <a:moveTo>
                        <a:pt x="0" y="192"/>
                      </a:moveTo>
                      <a:lnTo>
                        <a:pt x="87" y="0"/>
                      </a:lnTo>
                      <a:lnTo>
                        <a:pt x="748" y="0"/>
                      </a:lnTo>
                      <a:lnTo>
                        <a:pt x="834" y="192"/>
                      </a:lnTo>
                      <a:lnTo>
                        <a:pt x="0" y="192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39" name="Freeform 95"/>
                <p:cNvSpPr>
                  <a:spLocks/>
                </p:cNvSpPr>
                <p:nvPr/>
              </p:nvSpPr>
              <p:spPr bwMode="auto">
                <a:xfrm>
                  <a:off x="3186" y="2543"/>
                  <a:ext cx="609" cy="610"/>
                </a:xfrm>
                <a:custGeom>
                  <a:avLst/>
                  <a:gdLst/>
                  <a:ahLst/>
                  <a:cxnLst>
                    <a:cxn ang="0">
                      <a:pos x="86" y="610"/>
                    </a:cxn>
                    <a:cxn ang="0">
                      <a:pos x="0" y="418"/>
                    </a:cxn>
                    <a:cxn ang="0">
                      <a:pos x="418" y="0"/>
                    </a:cxn>
                    <a:cxn ang="0">
                      <a:pos x="609" y="87"/>
                    </a:cxn>
                    <a:cxn ang="0">
                      <a:pos x="86" y="610"/>
                    </a:cxn>
                  </a:cxnLst>
                  <a:rect l="0" t="0" r="r" b="b"/>
                  <a:pathLst>
                    <a:path w="609" h="610">
                      <a:moveTo>
                        <a:pt x="86" y="610"/>
                      </a:moveTo>
                      <a:lnTo>
                        <a:pt x="0" y="418"/>
                      </a:lnTo>
                      <a:lnTo>
                        <a:pt x="418" y="0"/>
                      </a:lnTo>
                      <a:lnTo>
                        <a:pt x="609" y="87"/>
                      </a:lnTo>
                      <a:lnTo>
                        <a:pt x="86" y="61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40" name="Freeform 96"/>
                <p:cNvSpPr>
                  <a:spLocks/>
                </p:cNvSpPr>
                <p:nvPr/>
              </p:nvSpPr>
              <p:spPr bwMode="auto">
                <a:xfrm>
                  <a:off x="1916" y="1796"/>
                  <a:ext cx="191" cy="83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834"/>
                    </a:cxn>
                    <a:cxn ang="0">
                      <a:pos x="191" y="747"/>
                    </a:cxn>
                    <a:cxn ang="0">
                      <a:pos x="191" y="8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91" h="834">
                      <a:moveTo>
                        <a:pt x="0" y="0"/>
                      </a:moveTo>
                      <a:lnTo>
                        <a:pt x="0" y="834"/>
                      </a:lnTo>
                      <a:lnTo>
                        <a:pt x="191" y="747"/>
                      </a:lnTo>
                      <a:lnTo>
                        <a:pt x="191" y="8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41" name="Freeform 97"/>
                <p:cNvSpPr>
                  <a:spLocks/>
                </p:cNvSpPr>
                <p:nvPr/>
              </p:nvSpPr>
              <p:spPr bwMode="auto">
                <a:xfrm>
                  <a:off x="3604" y="1796"/>
                  <a:ext cx="191" cy="834"/>
                </a:xfrm>
                <a:custGeom>
                  <a:avLst/>
                  <a:gdLst/>
                  <a:ahLst/>
                  <a:cxnLst>
                    <a:cxn ang="0">
                      <a:pos x="191" y="0"/>
                    </a:cxn>
                    <a:cxn ang="0">
                      <a:pos x="191" y="834"/>
                    </a:cxn>
                    <a:cxn ang="0">
                      <a:pos x="0" y="747"/>
                    </a:cxn>
                    <a:cxn ang="0">
                      <a:pos x="0" y="86"/>
                    </a:cxn>
                    <a:cxn ang="0">
                      <a:pos x="191" y="0"/>
                    </a:cxn>
                  </a:cxnLst>
                  <a:rect l="0" t="0" r="r" b="b"/>
                  <a:pathLst>
                    <a:path w="191" h="834">
                      <a:moveTo>
                        <a:pt x="191" y="0"/>
                      </a:moveTo>
                      <a:lnTo>
                        <a:pt x="191" y="834"/>
                      </a:lnTo>
                      <a:lnTo>
                        <a:pt x="0" y="747"/>
                      </a:lnTo>
                      <a:lnTo>
                        <a:pt x="0" y="8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5" name="Group 98"/>
              <p:cNvGrpSpPr>
                <a:grpSpLocks/>
              </p:cNvGrpSpPr>
              <p:nvPr/>
            </p:nvGrpSpPr>
            <p:grpSpPr bwMode="auto">
              <a:xfrm>
                <a:off x="1959" y="1178"/>
                <a:ext cx="1879" cy="1879"/>
                <a:chOff x="1959" y="1178"/>
                <a:chExt cx="1879" cy="1879"/>
              </a:xfrm>
            </p:grpSpPr>
            <p:sp>
              <p:nvSpPr>
                <p:cNvPr id="6243" name="Freeform 99"/>
                <p:cNvSpPr>
                  <a:spLocks/>
                </p:cNvSpPr>
                <p:nvPr/>
              </p:nvSpPr>
              <p:spPr bwMode="auto">
                <a:xfrm>
                  <a:off x="1959" y="1178"/>
                  <a:ext cx="609" cy="609"/>
                </a:xfrm>
                <a:custGeom>
                  <a:avLst/>
                  <a:gdLst/>
                  <a:ahLst/>
                  <a:cxnLst>
                    <a:cxn ang="0">
                      <a:pos x="522" y="0"/>
                    </a:cxn>
                    <a:cxn ang="0">
                      <a:pos x="609" y="191"/>
                    </a:cxn>
                    <a:cxn ang="0">
                      <a:pos x="191" y="609"/>
                    </a:cxn>
                    <a:cxn ang="0">
                      <a:pos x="0" y="522"/>
                    </a:cxn>
                    <a:cxn ang="0">
                      <a:pos x="522" y="0"/>
                    </a:cxn>
                  </a:cxnLst>
                  <a:rect l="0" t="0" r="r" b="b"/>
                  <a:pathLst>
                    <a:path w="609" h="609">
                      <a:moveTo>
                        <a:pt x="522" y="0"/>
                      </a:moveTo>
                      <a:lnTo>
                        <a:pt x="609" y="191"/>
                      </a:lnTo>
                      <a:lnTo>
                        <a:pt x="191" y="609"/>
                      </a:lnTo>
                      <a:lnTo>
                        <a:pt x="0" y="522"/>
                      </a:lnTo>
                      <a:lnTo>
                        <a:pt x="522" y="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44" name="Freeform 100"/>
                <p:cNvSpPr>
                  <a:spLocks/>
                </p:cNvSpPr>
                <p:nvPr/>
              </p:nvSpPr>
              <p:spPr bwMode="auto">
                <a:xfrm>
                  <a:off x="2481" y="1178"/>
                  <a:ext cx="835" cy="19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87" y="191"/>
                    </a:cxn>
                    <a:cxn ang="0">
                      <a:pos x="748" y="191"/>
                    </a:cxn>
                    <a:cxn ang="0">
                      <a:pos x="835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835" h="191">
                      <a:moveTo>
                        <a:pt x="0" y="0"/>
                      </a:moveTo>
                      <a:lnTo>
                        <a:pt x="87" y="191"/>
                      </a:lnTo>
                      <a:lnTo>
                        <a:pt x="748" y="191"/>
                      </a:lnTo>
                      <a:lnTo>
                        <a:pt x="8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F5F3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45" name="Freeform 101"/>
                <p:cNvSpPr>
                  <a:spLocks/>
                </p:cNvSpPr>
                <p:nvPr/>
              </p:nvSpPr>
              <p:spPr bwMode="auto">
                <a:xfrm>
                  <a:off x="3229" y="1178"/>
                  <a:ext cx="609" cy="609"/>
                </a:xfrm>
                <a:custGeom>
                  <a:avLst/>
                  <a:gdLst/>
                  <a:ahLst/>
                  <a:cxnLst>
                    <a:cxn ang="0">
                      <a:pos x="87" y="0"/>
                    </a:cxn>
                    <a:cxn ang="0">
                      <a:pos x="0" y="191"/>
                    </a:cxn>
                    <a:cxn ang="0">
                      <a:pos x="418" y="609"/>
                    </a:cxn>
                    <a:cxn ang="0">
                      <a:pos x="609" y="522"/>
                    </a:cxn>
                    <a:cxn ang="0">
                      <a:pos x="87" y="0"/>
                    </a:cxn>
                  </a:cxnLst>
                  <a:rect l="0" t="0" r="r" b="b"/>
                  <a:pathLst>
                    <a:path w="609" h="609">
                      <a:moveTo>
                        <a:pt x="87" y="0"/>
                      </a:moveTo>
                      <a:lnTo>
                        <a:pt x="0" y="191"/>
                      </a:lnTo>
                      <a:lnTo>
                        <a:pt x="418" y="609"/>
                      </a:lnTo>
                      <a:lnTo>
                        <a:pt x="609" y="522"/>
                      </a:lnTo>
                      <a:lnTo>
                        <a:pt x="87" y="0"/>
                      </a:lnTo>
                      <a:close/>
                    </a:path>
                  </a:pathLst>
                </a:custGeom>
                <a:solidFill>
                  <a:srgbClr val="9F7F5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46" name="Freeform 102"/>
                <p:cNvSpPr>
                  <a:spLocks/>
                </p:cNvSpPr>
                <p:nvPr/>
              </p:nvSpPr>
              <p:spPr bwMode="auto">
                <a:xfrm>
                  <a:off x="1959" y="2447"/>
                  <a:ext cx="609" cy="610"/>
                </a:xfrm>
                <a:custGeom>
                  <a:avLst/>
                  <a:gdLst/>
                  <a:ahLst/>
                  <a:cxnLst>
                    <a:cxn ang="0">
                      <a:pos x="522" y="610"/>
                    </a:cxn>
                    <a:cxn ang="0">
                      <a:pos x="609" y="419"/>
                    </a:cxn>
                    <a:cxn ang="0">
                      <a:pos x="191" y="0"/>
                    </a:cxn>
                    <a:cxn ang="0">
                      <a:pos x="0" y="87"/>
                    </a:cxn>
                    <a:cxn ang="0">
                      <a:pos x="522" y="610"/>
                    </a:cxn>
                  </a:cxnLst>
                  <a:rect l="0" t="0" r="r" b="b"/>
                  <a:pathLst>
                    <a:path w="609" h="610">
                      <a:moveTo>
                        <a:pt x="522" y="610"/>
                      </a:moveTo>
                      <a:lnTo>
                        <a:pt x="609" y="419"/>
                      </a:lnTo>
                      <a:lnTo>
                        <a:pt x="191" y="0"/>
                      </a:lnTo>
                      <a:lnTo>
                        <a:pt x="0" y="87"/>
                      </a:lnTo>
                      <a:lnTo>
                        <a:pt x="522" y="610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47" name="Freeform 103"/>
                <p:cNvSpPr>
                  <a:spLocks/>
                </p:cNvSpPr>
                <p:nvPr/>
              </p:nvSpPr>
              <p:spPr bwMode="auto">
                <a:xfrm>
                  <a:off x="2481" y="2866"/>
                  <a:ext cx="835" cy="191"/>
                </a:xfrm>
                <a:custGeom>
                  <a:avLst/>
                  <a:gdLst/>
                  <a:ahLst/>
                  <a:cxnLst>
                    <a:cxn ang="0">
                      <a:pos x="0" y="191"/>
                    </a:cxn>
                    <a:cxn ang="0">
                      <a:pos x="87" y="0"/>
                    </a:cxn>
                    <a:cxn ang="0">
                      <a:pos x="748" y="0"/>
                    </a:cxn>
                    <a:cxn ang="0">
                      <a:pos x="835" y="191"/>
                    </a:cxn>
                    <a:cxn ang="0">
                      <a:pos x="0" y="191"/>
                    </a:cxn>
                  </a:cxnLst>
                  <a:rect l="0" t="0" r="r" b="b"/>
                  <a:pathLst>
                    <a:path w="835" h="191">
                      <a:moveTo>
                        <a:pt x="0" y="191"/>
                      </a:moveTo>
                      <a:lnTo>
                        <a:pt x="87" y="0"/>
                      </a:lnTo>
                      <a:lnTo>
                        <a:pt x="748" y="0"/>
                      </a:lnTo>
                      <a:lnTo>
                        <a:pt x="835" y="191"/>
                      </a:lnTo>
                      <a:lnTo>
                        <a:pt x="0" y="191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48" name="Freeform 104"/>
                <p:cNvSpPr>
                  <a:spLocks/>
                </p:cNvSpPr>
                <p:nvPr/>
              </p:nvSpPr>
              <p:spPr bwMode="auto">
                <a:xfrm>
                  <a:off x="3229" y="2447"/>
                  <a:ext cx="609" cy="610"/>
                </a:xfrm>
                <a:custGeom>
                  <a:avLst/>
                  <a:gdLst/>
                  <a:ahLst/>
                  <a:cxnLst>
                    <a:cxn ang="0">
                      <a:pos x="87" y="610"/>
                    </a:cxn>
                    <a:cxn ang="0">
                      <a:pos x="0" y="419"/>
                    </a:cxn>
                    <a:cxn ang="0">
                      <a:pos x="418" y="0"/>
                    </a:cxn>
                    <a:cxn ang="0">
                      <a:pos x="609" y="87"/>
                    </a:cxn>
                    <a:cxn ang="0">
                      <a:pos x="87" y="610"/>
                    </a:cxn>
                  </a:cxnLst>
                  <a:rect l="0" t="0" r="r" b="b"/>
                  <a:pathLst>
                    <a:path w="609" h="610">
                      <a:moveTo>
                        <a:pt x="87" y="610"/>
                      </a:moveTo>
                      <a:lnTo>
                        <a:pt x="0" y="419"/>
                      </a:lnTo>
                      <a:lnTo>
                        <a:pt x="418" y="0"/>
                      </a:lnTo>
                      <a:lnTo>
                        <a:pt x="609" y="87"/>
                      </a:lnTo>
                      <a:lnTo>
                        <a:pt x="87" y="61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49" name="Freeform 105"/>
                <p:cNvSpPr>
                  <a:spLocks/>
                </p:cNvSpPr>
                <p:nvPr/>
              </p:nvSpPr>
              <p:spPr bwMode="auto">
                <a:xfrm>
                  <a:off x="1959" y="1700"/>
                  <a:ext cx="191" cy="83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834"/>
                    </a:cxn>
                    <a:cxn ang="0">
                      <a:pos x="191" y="747"/>
                    </a:cxn>
                    <a:cxn ang="0">
                      <a:pos x="191" y="87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91" h="834">
                      <a:moveTo>
                        <a:pt x="0" y="0"/>
                      </a:moveTo>
                      <a:lnTo>
                        <a:pt x="0" y="834"/>
                      </a:lnTo>
                      <a:lnTo>
                        <a:pt x="191" y="747"/>
                      </a:lnTo>
                      <a:lnTo>
                        <a:pt x="191" y="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50" name="Freeform 106"/>
                <p:cNvSpPr>
                  <a:spLocks/>
                </p:cNvSpPr>
                <p:nvPr/>
              </p:nvSpPr>
              <p:spPr bwMode="auto">
                <a:xfrm>
                  <a:off x="3647" y="1700"/>
                  <a:ext cx="191" cy="834"/>
                </a:xfrm>
                <a:custGeom>
                  <a:avLst/>
                  <a:gdLst/>
                  <a:ahLst/>
                  <a:cxnLst>
                    <a:cxn ang="0">
                      <a:pos x="191" y="0"/>
                    </a:cxn>
                    <a:cxn ang="0">
                      <a:pos x="191" y="834"/>
                    </a:cxn>
                    <a:cxn ang="0">
                      <a:pos x="0" y="747"/>
                    </a:cxn>
                    <a:cxn ang="0">
                      <a:pos x="0" y="87"/>
                    </a:cxn>
                    <a:cxn ang="0">
                      <a:pos x="191" y="0"/>
                    </a:cxn>
                  </a:cxnLst>
                  <a:rect l="0" t="0" r="r" b="b"/>
                  <a:pathLst>
                    <a:path w="191" h="834">
                      <a:moveTo>
                        <a:pt x="191" y="0"/>
                      </a:moveTo>
                      <a:lnTo>
                        <a:pt x="191" y="834"/>
                      </a:lnTo>
                      <a:lnTo>
                        <a:pt x="0" y="747"/>
                      </a:lnTo>
                      <a:lnTo>
                        <a:pt x="0" y="87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solidFill>
                  <a:srgbClr val="7F5F3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sp>
            <p:nvSpPr>
              <p:cNvPr id="6251" name="Freeform 107"/>
              <p:cNvSpPr>
                <a:spLocks/>
              </p:cNvSpPr>
              <p:nvPr/>
            </p:nvSpPr>
            <p:spPr bwMode="auto">
              <a:xfrm>
                <a:off x="2146" y="1365"/>
                <a:ext cx="1506" cy="1505"/>
              </a:xfrm>
              <a:custGeom>
                <a:avLst/>
                <a:gdLst/>
                <a:ahLst/>
                <a:cxnLst>
                  <a:cxn ang="0">
                    <a:pos x="419" y="0"/>
                  </a:cxn>
                  <a:cxn ang="0">
                    <a:pos x="1087" y="0"/>
                  </a:cxn>
                  <a:cxn ang="0">
                    <a:pos x="1506" y="418"/>
                  </a:cxn>
                  <a:cxn ang="0">
                    <a:pos x="1506" y="1086"/>
                  </a:cxn>
                  <a:cxn ang="0">
                    <a:pos x="1087" y="1505"/>
                  </a:cxn>
                  <a:cxn ang="0">
                    <a:pos x="419" y="1505"/>
                  </a:cxn>
                  <a:cxn ang="0">
                    <a:pos x="0" y="1086"/>
                  </a:cxn>
                  <a:cxn ang="0">
                    <a:pos x="0" y="418"/>
                  </a:cxn>
                  <a:cxn ang="0">
                    <a:pos x="419" y="0"/>
                  </a:cxn>
                </a:cxnLst>
                <a:rect l="0" t="0" r="r" b="b"/>
                <a:pathLst>
                  <a:path w="1506" h="1505">
                    <a:moveTo>
                      <a:pt x="419" y="0"/>
                    </a:moveTo>
                    <a:lnTo>
                      <a:pt x="1087" y="0"/>
                    </a:lnTo>
                    <a:lnTo>
                      <a:pt x="1506" y="418"/>
                    </a:lnTo>
                    <a:lnTo>
                      <a:pt x="1506" y="1086"/>
                    </a:lnTo>
                    <a:lnTo>
                      <a:pt x="1087" y="1505"/>
                    </a:lnTo>
                    <a:lnTo>
                      <a:pt x="419" y="1505"/>
                    </a:lnTo>
                    <a:lnTo>
                      <a:pt x="0" y="1086"/>
                    </a:lnTo>
                    <a:lnTo>
                      <a:pt x="0" y="418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rgbClr val="DFDFD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252" name="Freeform 108"/>
              <p:cNvSpPr>
                <a:spLocks/>
              </p:cNvSpPr>
              <p:nvPr/>
            </p:nvSpPr>
            <p:spPr bwMode="auto">
              <a:xfrm>
                <a:off x="2174" y="1393"/>
                <a:ext cx="1449" cy="1448"/>
              </a:xfrm>
              <a:custGeom>
                <a:avLst/>
                <a:gdLst/>
                <a:ahLst/>
                <a:cxnLst>
                  <a:cxn ang="0">
                    <a:pos x="403" y="0"/>
                  </a:cxn>
                  <a:cxn ang="0">
                    <a:pos x="1046" y="0"/>
                  </a:cxn>
                  <a:cxn ang="0">
                    <a:pos x="1449" y="403"/>
                  </a:cxn>
                  <a:cxn ang="0">
                    <a:pos x="1449" y="1046"/>
                  </a:cxn>
                  <a:cxn ang="0">
                    <a:pos x="1046" y="1448"/>
                  </a:cxn>
                  <a:cxn ang="0">
                    <a:pos x="403" y="1448"/>
                  </a:cxn>
                  <a:cxn ang="0">
                    <a:pos x="0" y="1046"/>
                  </a:cxn>
                  <a:cxn ang="0">
                    <a:pos x="0" y="403"/>
                  </a:cxn>
                  <a:cxn ang="0">
                    <a:pos x="403" y="0"/>
                  </a:cxn>
                </a:cxnLst>
                <a:rect l="0" t="0" r="r" b="b"/>
                <a:pathLst>
                  <a:path w="1449" h="1448">
                    <a:moveTo>
                      <a:pt x="403" y="0"/>
                    </a:moveTo>
                    <a:lnTo>
                      <a:pt x="1046" y="0"/>
                    </a:lnTo>
                    <a:lnTo>
                      <a:pt x="1449" y="403"/>
                    </a:lnTo>
                    <a:lnTo>
                      <a:pt x="1449" y="1046"/>
                    </a:lnTo>
                    <a:lnTo>
                      <a:pt x="1046" y="1448"/>
                    </a:lnTo>
                    <a:lnTo>
                      <a:pt x="403" y="1448"/>
                    </a:lnTo>
                    <a:lnTo>
                      <a:pt x="0" y="1046"/>
                    </a:lnTo>
                    <a:lnTo>
                      <a:pt x="0" y="403"/>
                    </a:lnTo>
                    <a:lnTo>
                      <a:pt x="403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253" name="Freeform 109"/>
              <p:cNvSpPr>
                <a:spLocks/>
              </p:cNvSpPr>
              <p:nvPr/>
            </p:nvSpPr>
            <p:spPr bwMode="auto">
              <a:xfrm>
                <a:off x="2204" y="1423"/>
                <a:ext cx="1389" cy="1389"/>
              </a:xfrm>
              <a:custGeom>
                <a:avLst/>
                <a:gdLst/>
                <a:ahLst/>
                <a:cxnLst>
                  <a:cxn ang="0">
                    <a:pos x="386" y="0"/>
                  </a:cxn>
                  <a:cxn ang="0">
                    <a:pos x="1003" y="0"/>
                  </a:cxn>
                  <a:cxn ang="0">
                    <a:pos x="1389" y="386"/>
                  </a:cxn>
                  <a:cxn ang="0">
                    <a:pos x="1389" y="1003"/>
                  </a:cxn>
                  <a:cxn ang="0">
                    <a:pos x="1003" y="1389"/>
                  </a:cxn>
                  <a:cxn ang="0">
                    <a:pos x="386" y="1389"/>
                  </a:cxn>
                  <a:cxn ang="0">
                    <a:pos x="0" y="1003"/>
                  </a:cxn>
                  <a:cxn ang="0">
                    <a:pos x="0" y="386"/>
                  </a:cxn>
                  <a:cxn ang="0">
                    <a:pos x="386" y="0"/>
                  </a:cxn>
                </a:cxnLst>
                <a:rect l="0" t="0" r="r" b="b"/>
                <a:pathLst>
                  <a:path w="1389" h="1389">
                    <a:moveTo>
                      <a:pt x="386" y="0"/>
                    </a:moveTo>
                    <a:lnTo>
                      <a:pt x="1003" y="0"/>
                    </a:lnTo>
                    <a:lnTo>
                      <a:pt x="1389" y="386"/>
                    </a:lnTo>
                    <a:lnTo>
                      <a:pt x="1389" y="1003"/>
                    </a:lnTo>
                    <a:lnTo>
                      <a:pt x="1003" y="1389"/>
                    </a:lnTo>
                    <a:lnTo>
                      <a:pt x="386" y="1389"/>
                    </a:lnTo>
                    <a:lnTo>
                      <a:pt x="0" y="1003"/>
                    </a:lnTo>
                    <a:lnTo>
                      <a:pt x="0" y="386"/>
                    </a:lnTo>
                    <a:lnTo>
                      <a:pt x="386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254" name="Freeform 110"/>
              <p:cNvSpPr>
                <a:spLocks/>
              </p:cNvSpPr>
              <p:nvPr/>
            </p:nvSpPr>
            <p:spPr bwMode="auto">
              <a:xfrm>
                <a:off x="2483" y="1701"/>
                <a:ext cx="832" cy="832"/>
              </a:xfrm>
              <a:custGeom>
                <a:avLst/>
                <a:gdLst/>
                <a:ahLst/>
                <a:cxnLst>
                  <a:cxn ang="0">
                    <a:pos x="231" y="0"/>
                  </a:cxn>
                  <a:cxn ang="0">
                    <a:pos x="601" y="0"/>
                  </a:cxn>
                  <a:cxn ang="0">
                    <a:pos x="832" y="231"/>
                  </a:cxn>
                  <a:cxn ang="0">
                    <a:pos x="832" y="601"/>
                  </a:cxn>
                  <a:cxn ang="0">
                    <a:pos x="601" y="832"/>
                  </a:cxn>
                  <a:cxn ang="0">
                    <a:pos x="231" y="832"/>
                  </a:cxn>
                  <a:cxn ang="0">
                    <a:pos x="0" y="601"/>
                  </a:cxn>
                  <a:cxn ang="0">
                    <a:pos x="0" y="231"/>
                  </a:cxn>
                  <a:cxn ang="0">
                    <a:pos x="231" y="0"/>
                  </a:cxn>
                </a:cxnLst>
                <a:rect l="0" t="0" r="r" b="b"/>
                <a:pathLst>
                  <a:path w="832" h="832">
                    <a:moveTo>
                      <a:pt x="231" y="0"/>
                    </a:moveTo>
                    <a:lnTo>
                      <a:pt x="601" y="0"/>
                    </a:lnTo>
                    <a:lnTo>
                      <a:pt x="832" y="231"/>
                    </a:lnTo>
                    <a:lnTo>
                      <a:pt x="832" y="601"/>
                    </a:lnTo>
                    <a:lnTo>
                      <a:pt x="601" y="832"/>
                    </a:lnTo>
                    <a:lnTo>
                      <a:pt x="231" y="832"/>
                    </a:lnTo>
                    <a:lnTo>
                      <a:pt x="0" y="601"/>
                    </a:lnTo>
                    <a:lnTo>
                      <a:pt x="0" y="231"/>
                    </a:lnTo>
                    <a:lnTo>
                      <a:pt x="231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255" name="Oval 111"/>
              <p:cNvSpPr>
                <a:spLocks noChangeArrowheads="1"/>
              </p:cNvSpPr>
              <p:nvPr/>
            </p:nvSpPr>
            <p:spPr bwMode="auto">
              <a:xfrm>
                <a:off x="2855" y="2076"/>
                <a:ext cx="87" cy="8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256" name="Oval 112"/>
              <p:cNvSpPr>
                <a:spLocks noChangeArrowheads="1"/>
              </p:cNvSpPr>
              <p:nvPr/>
            </p:nvSpPr>
            <p:spPr bwMode="auto">
              <a:xfrm>
                <a:off x="2867" y="2086"/>
                <a:ext cx="63" cy="61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6" name="Group 113"/>
              <p:cNvGrpSpPr>
                <a:grpSpLocks/>
              </p:cNvGrpSpPr>
              <p:nvPr/>
            </p:nvGrpSpPr>
            <p:grpSpPr bwMode="auto">
              <a:xfrm>
                <a:off x="3211" y="1609"/>
                <a:ext cx="87" cy="130"/>
                <a:chOff x="3211" y="1609"/>
                <a:chExt cx="87" cy="130"/>
              </a:xfrm>
            </p:grpSpPr>
            <p:sp>
              <p:nvSpPr>
                <p:cNvPr id="6258" name="Oval 114"/>
                <p:cNvSpPr>
                  <a:spLocks noChangeArrowheads="1"/>
                </p:cNvSpPr>
                <p:nvPr/>
              </p:nvSpPr>
              <p:spPr bwMode="auto">
                <a:xfrm>
                  <a:off x="3220" y="1609"/>
                  <a:ext cx="78" cy="8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59" name="Oval 115"/>
                <p:cNvSpPr>
                  <a:spLocks noChangeArrowheads="1"/>
                </p:cNvSpPr>
                <p:nvPr/>
              </p:nvSpPr>
              <p:spPr bwMode="auto">
                <a:xfrm>
                  <a:off x="3211" y="1685"/>
                  <a:ext cx="48" cy="54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7" name="Group 116"/>
              <p:cNvGrpSpPr>
                <a:grpSpLocks/>
              </p:cNvGrpSpPr>
              <p:nvPr/>
            </p:nvGrpSpPr>
            <p:grpSpPr bwMode="auto">
              <a:xfrm>
                <a:off x="2252" y="1475"/>
                <a:ext cx="1295" cy="1292"/>
                <a:chOff x="2252" y="1475"/>
                <a:chExt cx="1295" cy="1292"/>
              </a:xfrm>
            </p:grpSpPr>
            <p:grpSp>
              <p:nvGrpSpPr>
                <p:cNvPr id="8" name="Group 117"/>
                <p:cNvGrpSpPr>
                  <a:grpSpLocks/>
                </p:cNvGrpSpPr>
                <p:nvPr/>
              </p:nvGrpSpPr>
              <p:grpSpPr bwMode="auto">
                <a:xfrm>
                  <a:off x="2820" y="1475"/>
                  <a:ext cx="157" cy="168"/>
                  <a:chOff x="2820" y="1475"/>
                  <a:chExt cx="157" cy="168"/>
                </a:xfrm>
              </p:grpSpPr>
              <p:sp>
                <p:nvSpPr>
                  <p:cNvPr id="6262" name="Rectangle 118"/>
                  <p:cNvSpPr>
                    <a:spLocks noChangeArrowheads="1"/>
                  </p:cNvSpPr>
                  <p:nvPr/>
                </p:nvSpPr>
                <p:spPr bwMode="auto">
                  <a:xfrm>
                    <a:off x="2836" y="1475"/>
                    <a:ext cx="24" cy="168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9" name="Group 119"/>
                  <p:cNvGrpSpPr>
                    <a:grpSpLocks/>
                  </p:cNvGrpSpPr>
                  <p:nvPr/>
                </p:nvGrpSpPr>
                <p:grpSpPr bwMode="auto">
                  <a:xfrm>
                    <a:off x="2869" y="1475"/>
                    <a:ext cx="93" cy="168"/>
                    <a:chOff x="2869" y="1475"/>
                    <a:chExt cx="93" cy="168"/>
                  </a:xfrm>
                </p:grpSpPr>
                <p:sp>
                  <p:nvSpPr>
                    <p:cNvPr id="6264" name="Freeform 120"/>
                    <p:cNvSpPr>
                      <a:spLocks/>
                    </p:cNvSpPr>
                    <p:nvPr/>
                  </p:nvSpPr>
                  <p:spPr bwMode="auto">
                    <a:xfrm>
                      <a:off x="2870" y="1477"/>
                      <a:ext cx="92" cy="16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23" y="0"/>
                        </a:cxn>
                        <a:cxn ang="0">
                          <a:pos x="92" y="166"/>
                        </a:cxn>
                        <a:cxn ang="0">
                          <a:pos x="69" y="166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92" h="166">
                          <a:moveTo>
                            <a:pt x="0" y="0"/>
                          </a:moveTo>
                          <a:lnTo>
                            <a:pt x="23" y="0"/>
                          </a:lnTo>
                          <a:lnTo>
                            <a:pt x="92" y="166"/>
                          </a:lnTo>
                          <a:lnTo>
                            <a:pt x="69" y="166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65" name="Line 12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869" y="1475"/>
                      <a:ext cx="89" cy="165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6266" name="Line 122"/>
                  <p:cNvSpPr>
                    <a:spLocks noChangeShapeType="1"/>
                  </p:cNvSpPr>
                  <p:nvPr/>
                </p:nvSpPr>
                <p:spPr bwMode="auto">
                  <a:xfrm>
                    <a:off x="2820" y="1475"/>
                    <a:ext cx="87" cy="1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67" name="Line 123"/>
                  <p:cNvSpPr>
                    <a:spLocks noChangeShapeType="1"/>
                  </p:cNvSpPr>
                  <p:nvPr/>
                </p:nvSpPr>
                <p:spPr bwMode="auto">
                  <a:xfrm>
                    <a:off x="2820" y="1641"/>
                    <a:ext cx="82" cy="1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68" name="Line 124"/>
                  <p:cNvSpPr>
                    <a:spLocks noChangeShapeType="1"/>
                  </p:cNvSpPr>
                  <p:nvPr/>
                </p:nvSpPr>
                <p:spPr bwMode="auto">
                  <a:xfrm>
                    <a:off x="2939" y="1475"/>
                    <a:ext cx="38" cy="1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69" name="Line 125"/>
                  <p:cNvSpPr>
                    <a:spLocks noChangeShapeType="1"/>
                  </p:cNvSpPr>
                  <p:nvPr/>
                </p:nvSpPr>
                <p:spPr bwMode="auto">
                  <a:xfrm>
                    <a:off x="2932" y="1641"/>
                    <a:ext cx="45" cy="1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0" name="Group 126"/>
                <p:cNvGrpSpPr>
                  <a:grpSpLocks/>
                </p:cNvGrpSpPr>
                <p:nvPr/>
              </p:nvGrpSpPr>
              <p:grpSpPr bwMode="auto">
                <a:xfrm>
                  <a:off x="2518" y="2481"/>
                  <a:ext cx="186" cy="286"/>
                  <a:chOff x="2518" y="2481"/>
                  <a:chExt cx="186" cy="286"/>
                </a:xfrm>
              </p:grpSpPr>
              <p:sp>
                <p:nvSpPr>
                  <p:cNvPr id="6271" name="Line 127"/>
                  <p:cNvSpPr>
                    <a:spLocks noChangeShapeType="1"/>
                  </p:cNvSpPr>
                  <p:nvPr/>
                </p:nvSpPr>
                <p:spPr bwMode="auto">
                  <a:xfrm>
                    <a:off x="2518" y="2655"/>
                    <a:ext cx="63" cy="6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11" name="Group 128"/>
                  <p:cNvGrpSpPr>
                    <a:grpSpLocks/>
                  </p:cNvGrpSpPr>
                  <p:nvPr/>
                </p:nvGrpSpPr>
                <p:grpSpPr bwMode="auto">
                  <a:xfrm>
                    <a:off x="2526" y="2481"/>
                    <a:ext cx="178" cy="286"/>
                    <a:chOff x="2526" y="2481"/>
                    <a:chExt cx="178" cy="286"/>
                  </a:xfrm>
                </p:grpSpPr>
                <p:grpSp>
                  <p:nvGrpSpPr>
                    <p:cNvPr id="12" name="Group 12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575" y="2563"/>
                      <a:ext cx="129" cy="204"/>
                      <a:chOff x="2575" y="2563"/>
                      <a:chExt cx="129" cy="204"/>
                    </a:xfrm>
                  </p:grpSpPr>
                  <p:sp>
                    <p:nvSpPr>
                      <p:cNvPr id="6274" name="Line 13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599" y="2736"/>
                        <a:ext cx="31" cy="31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3" name="Group 131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575" y="2563"/>
                        <a:ext cx="129" cy="199"/>
                        <a:chOff x="2575" y="2563"/>
                        <a:chExt cx="129" cy="199"/>
                      </a:xfrm>
                    </p:grpSpPr>
                    <p:sp>
                      <p:nvSpPr>
                        <p:cNvPr id="6276" name="Freeform 132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609" y="2572"/>
                          <a:ext cx="90" cy="190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90" y="17"/>
                            </a:cxn>
                            <a:cxn ang="0">
                              <a:pos x="16" y="190"/>
                            </a:cxn>
                            <a:cxn ang="0">
                              <a:pos x="0" y="173"/>
                            </a:cxn>
                            <a:cxn ang="0">
                              <a:pos x="73" y="0"/>
                            </a:cxn>
                            <a:cxn ang="0">
                              <a:pos x="90" y="17"/>
                            </a:cxn>
                          </a:cxnLst>
                          <a:rect l="0" t="0" r="r" b="b"/>
                          <a:pathLst>
                            <a:path w="90" h="190">
                              <a:moveTo>
                                <a:pt x="90" y="17"/>
                              </a:moveTo>
                              <a:lnTo>
                                <a:pt x="16" y="190"/>
                              </a:lnTo>
                              <a:lnTo>
                                <a:pt x="0" y="173"/>
                              </a:lnTo>
                              <a:lnTo>
                                <a:pt x="73" y="0"/>
                              </a:lnTo>
                              <a:lnTo>
                                <a:pt x="90" y="17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6277" name="Line 13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575" y="2572"/>
                          <a:ext cx="106" cy="139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6278" name="Line 13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673" y="2563"/>
                          <a:ext cx="31" cy="3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</p:grpSp>
                <p:grpSp>
                  <p:nvGrpSpPr>
                    <p:cNvPr id="14" name="Group 13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526" y="2481"/>
                      <a:ext cx="122" cy="225"/>
                      <a:chOff x="2526" y="2481"/>
                      <a:chExt cx="122" cy="225"/>
                    </a:xfrm>
                  </p:grpSpPr>
                  <p:grpSp>
                    <p:nvGrpSpPr>
                      <p:cNvPr id="15" name="Group 13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526" y="2489"/>
                        <a:ext cx="116" cy="217"/>
                        <a:chOff x="2526" y="2489"/>
                        <a:chExt cx="116" cy="217"/>
                      </a:xfrm>
                    </p:grpSpPr>
                    <p:sp>
                      <p:nvSpPr>
                        <p:cNvPr id="6281" name="Freeform 137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552" y="2516"/>
                          <a:ext cx="90" cy="190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90" y="17"/>
                            </a:cxn>
                            <a:cxn ang="0">
                              <a:pos x="16" y="190"/>
                            </a:cxn>
                            <a:cxn ang="0">
                              <a:pos x="0" y="173"/>
                            </a:cxn>
                            <a:cxn ang="0">
                              <a:pos x="73" y="0"/>
                            </a:cxn>
                            <a:cxn ang="0">
                              <a:pos x="90" y="17"/>
                            </a:cxn>
                          </a:cxnLst>
                          <a:rect l="0" t="0" r="r" b="b"/>
                          <a:pathLst>
                            <a:path w="90" h="190">
                              <a:moveTo>
                                <a:pt x="90" y="17"/>
                              </a:moveTo>
                              <a:lnTo>
                                <a:pt x="16" y="190"/>
                              </a:lnTo>
                              <a:lnTo>
                                <a:pt x="0" y="173"/>
                              </a:lnTo>
                              <a:lnTo>
                                <a:pt x="73" y="0"/>
                              </a:lnTo>
                              <a:lnTo>
                                <a:pt x="90" y="17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6282" name="Freeform 13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526" y="2489"/>
                          <a:ext cx="90" cy="189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90" y="16"/>
                            </a:cxn>
                            <a:cxn ang="0">
                              <a:pos x="17" y="189"/>
                            </a:cxn>
                            <a:cxn ang="0">
                              <a:pos x="0" y="172"/>
                            </a:cxn>
                            <a:cxn ang="0">
                              <a:pos x="74" y="0"/>
                            </a:cxn>
                            <a:cxn ang="0">
                              <a:pos x="90" y="16"/>
                            </a:cxn>
                          </a:cxnLst>
                          <a:rect l="0" t="0" r="r" b="b"/>
                          <a:pathLst>
                            <a:path w="90" h="189">
                              <a:moveTo>
                                <a:pt x="90" y="16"/>
                              </a:moveTo>
                              <a:lnTo>
                                <a:pt x="17" y="189"/>
                              </a:lnTo>
                              <a:lnTo>
                                <a:pt x="0" y="172"/>
                              </a:lnTo>
                              <a:lnTo>
                                <a:pt x="74" y="0"/>
                              </a:lnTo>
                              <a:lnTo>
                                <a:pt x="90" y="1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6283" name="Line 13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591" y="2481"/>
                        <a:ext cx="57" cy="57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grpSp>
              <p:nvGrpSpPr>
                <p:cNvPr id="16" name="Group 140"/>
                <p:cNvGrpSpPr>
                  <a:grpSpLocks/>
                </p:cNvGrpSpPr>
                <p:nvPr/>
              </p:nvGrpSpPr>
              <p:grpSpPr bwMode="auto">
                <a:xfrm>
                  <a:off x="3130" y="2543"/>
                  <a:ext cx="147" cy="206"/>
                  <a:chOff x="3130" y="2543"/>
                  <a:chExt cx="147" cy="206"/>
                </a:xfrm>
              </p:grpSpPr>
              <p:sp>
                <p:nvSpPr>
                  <p:cNvPr id="6285" name="Line 14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30" y="2543"/>
                    <a:ext cx="31" cy="31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86" name="Freeform 142"/>
                  <p:cNvSpPr>
                    <a:spLocks/>
                  </p:cNvSpPr>
                  <p:nvPr/>
                </p:nvSpPr>
                <p:spPr bwMode="auto">
                  <a:xfrm>
                    <a:off x="3137" y="2552"/>
                    <a:ext cx="90" cy="189"/>
                  </a:xfrm>
                  <a:custGeom>
                    <a:avLst/>
                    <a:gdLst/>
                    <a:ahLst/>
                    <a:cxnLst>
                      <a:cxn ang="0">
                        <a:pos x="0" y="16"/>
                      </a:cxn>
                      <a:cxn ang="0">
                        <a:pos x="73" y="189"/>
                      </a:cxn>
                      <a:cxn ang="0">
                        <a:pos x="90" y="173"/>
                      </a:cxn>
                      <a:cxn ang="0">
                        <a:pos x="16" y="0"/>
                      </a:cxn>
                      <a:cxn ang="0">
                        <a:pos x="0" y="16"/>
                      </a:cxn>
                    </a:cxnLst>
                    <a:rect l="0" t="0" r="r" b="b"/>
                    <a:pathLst>
                      <a:path w="90" h="189">
                        <a:moveTo>
                          <a:pt x="0" y="16"/>
                        </a:moveTo>
                        <a:lnTo>
                          <a:pt x="73" y="189"/>
                        </a:lnTo>
                        <a:lnTo>
                          <a:pt x="90" y="173"/>
                        </a:lnTo>
                        <a:lnTo>
                          <a:pt x="16" y="0"/>
                        </a:lnTo>
                        <a:lnTo>
                          <a:pt x="0" y="16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87" name="Line 14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153" y="2552"/>
                    <a:ext cx="106" cy="138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88" name="Line 14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99" y="2714"/>
                    <a:ext cx="34" cy="3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89" name="Line 14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43" y="2670"/>
                    <a:ext cx="34" cy="34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7" name="Group 146"/>
                <p:cNvGrpSpPr>
                  <a:grpSpLocks/>
                </p:cNvGrpSpPr>
                <p:nvPr/>
              </p:nvGrpSpPr>
              <p:grpSpPr bwMode="auto">
                <a:xfrm>
                  <a:off x="3125" y="1487"/>
                  <a:ext cx="105" cy="202"/>
                  <a:chOff x="3125" y="1487"/>
                  <a:chExt cx="105" cy="202"/>
                </a:xfrm>
              </p:grpSpPr>
              <p:sp>
                <p:nvSpPr>
                  <p:cNvPr id="6291" name="Freeform 147"/>
                  <p:cNvSpPr>
                    <a:spLocks/>
                  </p:cNvSpPr>
                  <p:nvPr/>
                </p:nvSpPr>
                <p:spPr bwMode="auto">
                  <a:xfrm>
                    <a:off x="3132" y="1494"/>
                    <a:ext cx="90" cy="190"/>
                  </a:xfrm>
                  <a:custGeom>
                    <a:avLst/>
                    <a:gdLst/>
                    <a:ahLst/>
                    <a:cxnLst>
                      <a:cxn ang="0">
                        <a:pos x="90" y="17"/>
                      </a:cxn>
                      <a:cxn ang="0">
                        <a:pos x="17" y="190"/>
                      </a:cxn>
                      <a:cxn ang="0">
                        <a:pos x="0" y="173"/>
                      </a:cxn>
                      <a:cxn ang="0">
                        <a:pos x="74" y="0"/>
                      </a:cxn>
                      <a:cxn ang="0">
                        <a:pos x="90" y="17"/>
                      </a:cxn>
                    </a:cxnLst>
                    <a:rect l="0" t="0" r="r" b="b"/>
                    <a:pathLst>
                      <a:path w="90" h="190">
                        <a:moveTo>
                          <a:pt x="90" y="17"/>
                        </a:moveTo>
                        <a:lnTo>
                          <a:pt x="17" y="190"/>
                        </a:lnTo>
                        <a:lnTo>
                          <a:pt x="0" y="173"/>
                        </a:lnTo>
                        <a:lnTo>
                          <a:pt x="74" y="0"/>
                        </a:lnTo>
                        <a:lnTo>
                          <a:pt x="90" y="1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92" name="Line 148"/>
                  <p:cNvSpPr>
                    <a:spLocks noChangeShapeType="1"/>
                  </p:cNvSpPr>
                  <p:nvPr/>
                </p:nvSpPr>
                <p:spPr bwMode="auto">
                  <a:xfrm>
                    <a:off x="3125" y="1658"/>
                    <a:ext cx="30" cy="31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93" name="Line 149"/>
                  <p:cNvSpPr>
                    <a:spLocks noChangeShapeType="1"/>
                  </p:cNvSpPr>
                  <p:nvPr/>
                </p:nvSpPr>
                <p:spPr bwMode="auto">
                  <a:xfrm>
                    <a:off x="3199" y="1487"/>
                    <a:ext cx="31" cy="31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8" name="Group 150"/>
                <p:cNvGrpSpPr>
                  <a:grpSpLocks/>
                </p:cNvGrpSpPr>
                <p:nvPr/>
              </p:nvGrpSpPr>
              <p:grpSpPr bwMode="auto">
                <a:xfrm>
                  <a:off x="2258" y="2038"/>
                  <a:ext cx="168" cy="157"/>
                  <a:chOff x="2258" y="2038"/>
                  <a:chExt cx="168" cy="157"/>
                </a:xfrm>
              </p:grpSpPr>
              <p:sp>
                <p:nvSpPr>
                  <p:cNvPr id="6295" name="Rectangle 151"/>
                  <p:cNvSpPr>
                    <a:spLocks noChangeArrowheads="1"/>
                  </p:cNvSpPr>
                  <p:nvPr/>
                </p:nvSpPr>
                <p:spPr bwMode="auto">
                  <a:xfrm>
                    <a:off x="2258" y="2155"/>
                    <a:ext cx="168" cy="23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19" name="Group 152"/>
                  <p:cNvGrpSpPr>
                    <a:grpSpLocks/>
                  </p:cNvGrpSpPr>
                  <p:nvPr/>
                </p:nvGrpSpPr>
                <p:grpSpPr bwMode="auto">
                  <a:xfrm>
                    <a:off x="2258" y="2054"/>
                    <a:ext cx="167" cy="92"/>
                    <a:chOff x="2258" y="2054"/>
                    <a:chExt cx="167" cy="92"/>
                  </a:xfrm>
                </p:grpSpPr>
                <p:sp>
                  <p:nvSpPr>
                    <p:cNvPr id="6297" name="Freeform 153"/>
                    <p:cNvSpPr>
                      <a:spLocks/>
                    </p:cNvSpPr>
                    <p:nvPr/>
                  </p:nvSpPr>
                  <p:spPr bwMode="auto">
                    <a:xfrm>
                      <a:off x="2258" y="2054"/>
                      <a:ext cx="167" cy="92"/>
                    </a:xfrm>
                    <a:custGeom>
                      <a:avLst/>
                      <a:gdLst/>
                      <a:ahLst/>
                      <a:cxnLst>
                        <a:cxn ang="0">
                          <a:pos x="167" y="92"/>
                        </a:cxn>
                        <a:cxn ang="0">
                          <a:pos x="167" y="69"/>
                        </a:cxn>
                        <a:cxn ang="0">
                          <a:pos x="0" y="0"/>
                        </a:cxn>
                        <a:cxn ang="0">
                          <a:pos x="0" y="23"/>
                        </a:cxn>
                        <a:cxn ang="0">
                          <a:pos x="167" y="92"/>
                        </a:cxn>
                      </a:cxnLst>
                      <a:rect l="0" t="0" r="r" b="b"/>
                      <a:pathLst>
                        <a:path w="167" h="92">
                          <a:moveTo>
                            <a:pt x="167" y="92"/>
                          </a:moveTo>
                          <a:lnTo>
                            <a:pt x="167" y="69"/>
                          </a:lnTo>
                          <a:lnTo>
                            <a:pt x="0" y="0"/>
                          </a:lnTo>
                          <a:lnTo>
                            <a:pt x="0" y="23"/>
                          </a:lnTo>
                          <a:lnTo>
                            <a:pt x="167" y="9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98" name="Line 15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261" y="2057"/>
                      <a:ext cx="164" cy="89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6299" name="Line 155"/>
                  <p:cNvSpPr>
                    <a:spLocks noChangeShapeType="1"/>
                  </p:cNvSpPr>
                  <p:nvPr/>
                </p:nvSpPr>
                <p:spPr bwMode="auto">
                  <a:xfrm>
                    <a:off x="2425" y="2107"/>
                    <a:ext cx="1" cy="87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300" name="Line 156"/>
                  <p:cNvSpPr>
                    <a:spLocks noChangeShapeType="1"/>
                  </p:cNvSpPr>
                  <p:nvPr/>
                </p:nvSpPr>
                <p:spPr bwMode="auto">
                  <a:xfrm>
                    <a:off x="2259" y="2112"/>
                    <a:ext cx="1" cy="8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301" name="Line 157"/>
                  <p:cNvSpPr>
                    <a:spLocks noChangeShapeType="1"/>
                  </p:cNvSpPr>
                  <p:nvPr/>
                </p:nvSpPr>
                <p:spPr bwMode="auto">
                  <a:xfrm>
                    <a:off x="2425" y="2038"/>
                    <a:ext cx="1" cy="38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302" name="Line 158"/>
                  <p:cNvSpPr>
                    <a:spLocks noChangeShapeType="1"/>
                  </p:cNvSpPr>
                  <p:nvPr/>
                </p:nvSpPr>
                <p:spPr bwMode="auto">
                  <a:xfrm>
                    <a:off x="2259" y="2038"/>
                    <a:ext cx="1" cy="4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0" name="Group 159"/>
                <p:cNvGrpSpPr>
                  <a:grpSpLocks/>
                </p:cNvGrpSpPr>
                <p:nvPr/>
              </p:nvGrpSpPr>
              <p:grpSpPr bwMode="auto">
                <a:xfrm>
                  <a:off x="2503" y="1475"/>
                  <a:ext cx="180" cy="282"/>
                  <a:chOff x="2503" y="1475"/>
                  <a:chExt cx="180" cy="282"/>
                </a:xfrm>
              </p:grpSpPr>
              <p:sp>
                <p:nvSpPr>
                  <p:cNvPr id="6304" name="Freeform 160"/>
                  <p:cNvSpPr>
                    <a:spLocks/>
                  </p:cNvSpPr>
                  <p:nvPr/>
                </p:nvSpPr>
                <p:spPr bwMode="auto">
                  <a:xfrm>
                    <a:off x="2587" y="1482"/>
                    <a:ext cx="89" cy="190"/>
                  </a:xfrm>
                  <a:custGeom>
                    <a:avLst/>
                    <a:gdLst/>
                    <a:ahLst/>
                    <a:cxnLst>
                      <a:cxn ang="0">
                        <a:pos x="0" y="17"/>
                      </a:cxn>
                      <a:cxn ang="0">
                        <a:pos x="73" y="190"/>
                      </a:cxn>
                      <a:cxn ang="0">
                        <a:pos x="89" y="172"/>
                      </a:cxn>
                      <a:cxn ang="0">
                        <a:pos x="16" y="0"/>
                      </a:cxn>
                      <a:cxn ang="0">
                        <a:pos x="0" y="17"/>
                      </a:cxn>
                    </a:cxnLst>
                    <a:rect l="0" t="0" r="r" b="b"/>
                    <a:pathLst>
                      <a:path w="89" h="190">
                        <a:moveTo>
                          <a:pt x="0" y="17"/>
                        </a:moveTo>
                        <a:lnTo>
                          <a:pt x="73" y="190"/>
                        </a:lnTo>
                        <a:lnTo>
                          <a:pt x="89" y="172"/>
                        </a:lnTo>
                        <a:lnTo>
                          <a:pt x="16" y="0"/>
                        </a:lnTo>
                        <a:lnTo>
                          <a:pt x="0" y="1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305" name="Line 16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637" y="1645"/>
                    <a:ext cx="46" cy="48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306" name="Line 16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70" y="1475"/>
                    <a:ext cx="38" cy="39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307" name="Freeform 163"/>
                  <p:cNvSpPr>
                    <a:spLocks/>
                  </p:cNvSpPr>
                  <p:nvPr/>
                </p:nvSpPr>
                <p:spPr bwMode="auto">
                  <a:xfrm>
                    <a:off x="2514" y="1557"/>
                    <a:ext cx="145" cy="129"/>
                  </a:xfrm>
                  <a:custGeom>
                    <a:avLst/>
                    <a:gdLst/>
                    <a:ahLst/>
                    <a:cxnLst>
                      <a:cxn ang="0">
                        <a:pos x="15" y="0"/>
                      </a:cxn>
                      <a:cxn ang="0">
                        <a:pos x="145" y="114"/>
                      </a:cxn>
                      <a:cxn ang="0">
                        <a:pos x="131" y="129"/>
                      </a:cxn>
                      <a:cxn ang="0">
                        <a:pos x="0" y="15"/>
                      </a:cxn>
                      <a:cxn ang="0">
                        <a:pos x="15" y="0"/>
                      </a:cxn>
                    </a:cxnLst>
                    <a:rect l="0" t="0" r="r" b="b"/>
                    <a:pathLst>
                      <a:path w="145" h="129">
                        <a:moveTo>
                          <a:pt x="15" y="0"/>
                        </a:moveTo>
                        <a:lnTo>
                          <a:pt x="145" y="114"/>
                        </a:lnTo>
                        <a:lnTo>
                          <a:pt x="131" y="129"/>
                        </a:lnTo>
                        <a:lnTo>
                          <a:pt x="0" y="15"/>
                        </a:lnTo>
                        <a:lnTo>
                          <a:pt x="15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308" name="Line 164"/>
                  <p:cNvSpPr>
                    <a:spLocks noChangeShapeType="1"/>
                  </p:cNvSpPr>
                  <p:nvPr/>
                </p:nvSpPr>
                <p:spPr bwMode="auto">
                  <a:xfrm>
                    <a:off x="2580" y="1504"/>
                    <a:ext cx="9" cy="238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309" name="Line 16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03" y="1546"/>
                    <a:ext cx="34" cy="34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310" name="Line 16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74" y="1723"/>
                    <a:ext cx="34" cy="34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1" name="Group 167"/>
                <p:cNvGrpSpPr>
                  <a:grpSpLocks/>
                </p:cNvGrpSpPr>
                <p:nvPr/>
              </p:nvGrpSpPr>
              <p:grpSpPr bwMode="auto">
                <a:xfrm>
                  <a:off x="2264" y="1731"/>
                  <a:ext cx="262" cy="168"/>
                  <a:chOff x="2264" y="1731"/>
                  <a:chExt cx="262" cy="168"/>
                </a:xfrm>
              </p:grpSpPr>
              <p:sp>
                <p:nvSpPr>
                  <p:cNvPr id="6312" name="Freeform 168"/>
                  <p:cNvSpPr>
                    <a:spLocks/>
                  </p:cNvSpPr>
                  <p:nvPr/>
                </p:nvSpPr>
                <p:spPr bwMode="auto">
                  <a:xfrm>
                    <a:off x="2274" y="1796"/>
                    <a:ext cx="246" cy="41"/>
                  </a:xfrm>
                  <a:custGeom>
                    <a:avLst/>
                    <a:gdLst/>
                    <a:ahLst/>
                    <a:cxnLst>
                      <a:cxn ang="0">
                        <a:pos x="0" y="17"/>
                      </a:cxn>
                      <a:cxn ang="0">
                        <a:pos x="228" y="41"/>
                      </a:cxn>
                      <a:cxn ang="0">
                        <a:pos x="246" y="24"/>
                      </a:cxn>
                      <a:cxn ang="0">
                        <a:pos x="17" y="0"/>
                      </a:cxn>
                      <a:cxn ang="0">
                        <a:pos x="0" y="17"/>
                      </a:cxn>
                    </a:cxnLst>
                    <a:rect l="0" t="0" r="r" b="b"/>
                    <a:pathLst>
                      <a:path w="246" h="41">
                        <a:moveTo>
                          <a:pt x="0" y="17"/>
                        </a:moveTo>
                        <a:lnTo>
                          <a:pt x="228" y="41"/>
                        </a:lnTo>
                        <a:lnTo>
                          <a:pt x="246" y="24"/>
                        </a:lnTo>
                        <a:lnTo>
                          <a:pt x="17" y="0"/>
                        </a:lnTo>
                        <a:lnTo>
                          <a:pt x="0" y="1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313" name="Line 169"/>
                  <p:cNvSpPr>
                    <a:spLocks noChangeShapeType="1"/>
                  </p:cNvSpPr>
                  <p:nvPr/>
                </p:nvSpPr>
                <p:spPr bwMode="auto">
                  <a:xfrm>
                    <a:off x="2339" y="1750"/>
                    <a:ext cx="118" cy="132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22" name="Group 170"/>
                  <p:cNvGrpSpPr>
                    <a:grpSpLocks/>
                  </p:cNvGrpSpPr>
                  <p:nvPr/>
                </p:nvGrpSpPr>
                <p:grpSpPr bwMode="auto">
                  <a:xfrm>
                    <a:off x="2264" y="1731"/>
                    <a:ext cx="262" cy="168"/>
                    <a:chOff x="2264" y="1731"/>
                    <a:chExt cx="262" cy="168"/>
                  </a:xfrm>
                </p:grpSpPr>
                <p:sp>
                  <p:nvSpPr>
                    <p:cNvPr id="6315" name="Line 17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439" y="1864"/>
                      <a:ext cx="34" cy="35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16" name="Line 172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493" y="1810"/>
                      <a:ext cx="33" cy="3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17" name="Line 17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320" y="1731"/>
                      <a:ext cx="34" cy="3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18" name="Line 174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264" y="1787"/>
                      <a:ext cx="33" cy="3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</p:grpSp>
            <p:grpSp>
              <p:nvGrpSpPr>
                <p:cNvPr id="23" name="Group 175"/>
                <p:cNvGrpSpPr>
                  <a:grpSpLocks/>
                </p:cNvGrpSpPr>
                <p:nvPr/>
              </p:nvGrpSpPr>
              <p:grpSpPr bwMode="auto">
                <a:xfrm>
                  <a:off x="3295" y="1766"/>
                  <a:ext cx="245" cy="131"/>
                  <a:chOff x="3295" y="1766"/>
                  <a:chExt cx="245" cy="131"/>
                </a:xfrm>
              </p:grpSpPr>
              <p:sp>
                <p:nvSpPr>
                  <p:cNvPr id="6320" name="Freeform 176"/>
                  <p:cNvSpPr>
                    <a:spLocks/>
                  </p:cNvSpPr>
                  <p:nvPr/>
                </p:nvSpPr>
                <p:spPr bwMode="auto">
                  <a:xfrm>
                    <a:off x="3334" y="1807"/>
                    <a:ext cx="197" cy="79"/>
                  </a:xfrm>
                  <a:custGeom>
                    <a:avLst/>
                    <a:gdLst/>
                    <a:ahLst/>
                    <a:cxnLst>
                      <a:cxn ang="0">
                        <a:pos x="181" y="0"/>
                      </a:cxn>
                      <a:cxn ang="0">
                        <a:pos x="0" y="62"/>
                      </a:cxn>
                      <a:cxn ang="0">
                        <a:pos x="17" y="79"/>
                      </a:cxn>
                      <a:cxn ang="0">
                        <a:pos x="197" y="16"/>
                      </a:cxn>
                      <a:cxn ang="0">
                        <a:pos x="181" y="0"/>
                      </a:cxn>
                    </a:cxnLst>
                    <a:rect l="0" t="0" r="r" b="b"/>
                    <a:pathLst>
                      <a:path w="197" h="79">
                        <a:moveTo>
                          <a:pt x="181" y="0"/>
                        </a:moveTo>
                        <a:lnTo>
                          <a:pt x="0" y="62"/>
                        </a:lnTo>
                        <a:lnTo>
                          <a:pt x="17" y="79"/>
                        </a:lnTo>
                        <a:lnTo>
                          <a:pt x="197" y="16"/>
                        </a:lnTo>
                        <a:lnTo>
                          <a:pt x="181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321" name="Freeform 177"/>
                  <p:cNvSpPr>
                    <a:spLocks/>
                  </p:cNvSpPr>
                  <p:nvPr/>
                </p:nvSpPr>
                <p:spPr bwMode="auto">
                  <a:xfrm>
                    <a:off x="3306" y="1777"/>
                    <a:ext cx="196" cy="79"/>
                  </a:xfrm>
                  <a:custGeom>
                    <a:avLst/>
                    <a:gdLst/>
                    <a:ahLst/>
                    <a:cxnLst>
                      <a:cxn ang="0">
                        <a:pos x="180" y="0"/>
                      </a:cxn>
                      <a:cxn ang="0">
                        <a:pos x="0" y="63"/>
                      </a:cxn>
                      <a:cxn ang="0">
                        <a:pos x="17" y="79"/>
                      </a:cxn>
                      <a:cxn ang="0">
                        <a:pos x="196" y="16"/>
                      </a:cxn>
                      <a:cxn ang="0">
                        <a:pos x="180" y="0"/>
                      </a:cxn>
                    </a:cxnLst>
                    <a:rect l="0" t="0" r="r" b="b"/>
                    <a:pathLst>
                      <a:path w="196" h="79">
                        <a:moveTo>
                          <a:pt x="180" y="0"/>
                        </a:moveTo>
                        <a:lnTo>
                          <a:pt x="0" y="63"/>
                        </a:lnTo>
                        <a:lnTo>
                          <a:pt x="17" y="79"/>
                        </a:lnTo>
                        <a:lnTo>
                          <a:pt x="196" y="16"/>
                        </a:lnTo>
                        <a:lnTo>
                          <a:pt x="18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322" name="Line 178"/>
                  <p:cNvSpPr>
                    <a:spLocks noChangeShapeType="1"/>
                  </p:cNvSpPr>
                  <p:nvPr/>
                </p:nvSpPr>
                <p:spPr bwMode="auto">
                  <a:xfrm>
                    <a:off x="3474" y="1766"/>
                    <a:ext cx="66" cy="66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323" name="Line 179"/>
                  <p:cNvSpPr>
                    <a:spLocks noChangeShapeType="1"/>
                  </p:cNvSpPr>
                  <p:nvPr/>
                </p:nvSpPr>
                <p:spPr bwMode="auto">
                  <a:xfrm>
                    <a:off x="3295" y="1831"/>
                    <a:ext cx="66" cy="66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4" name="Group 180"/>
                <p:cNvGrpSpPr>
                  <a:grpSpLocks/>
                </p:cNvGrpSpPr>
                <p:nvPr/>
              </p:nvGrpSpPr>
              <p:grpSpPr bwMode="auto">
                <a:xfrm>
                  <a:off x="3372" y="2053"/>
                  <a:ext cx="170" cy="129"/>
                  <a:chOff x="3372" y="2053"/>
                  <a:chExt cx="170" cy="129"/>
                </a:xfrm>
              </p:grpSpPr>
              <p:sp>
                <p:nvSpPr>
                  <p:cNvPr id="6325" name="Line 18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541" y="2053"/>
                    <a:ext cx="1" cy="129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25" name="Group 182"/>
                  <p:cNvGrpSpPr>
                    <a:grpSpLocks/>
                  </p:cNvGrpSpPr>
                  <p:nvPr/>
                </p:nvGrpSpPr>
                <p:grpSpPr bwMode="auto">
                  <a:xfrm>
                    <a:off x="3372" y="2067"/>
                    <a:ext cx="169" cy="100"/>
                    <a:chOff x="3372" y="2067"/>
                    <a:chExt cx="169" cy="100"/>
                  </a:xfrm>
                </p:grpSpPr>
                <p:sp>
                  <p:nvSpPr>
                    <p:cNvPr id="6327" name="Rectangle 1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72" y="2067"/>
                      <a:ext cx="169" cy="23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28" name="Rectangle 1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72" y="2104"/>
                      <a:ext cx="169" cy="24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29" name="Rectangle 1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72" y="2144"/>
                      <a:ext cx="169" cy="23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6330" name="Line 18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72" y="2053"/>
                    <a:ext cx="1" cy="129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6" name="Group 187"/>
                <p:cNvGrpSpPr>
                  <a:grpSpLocks/>
                </p:cNvGrpSpPr>
                <p:nvPr/>
              </p:nvGrpSpPr>
              <p:grpSpPr bwMode="auto">
                <a:xfrm>
                  <a:off x="2827" y="2593"/>
                  <a:ext cx="143" cy="170"/>
                  <a:chOff x="2827" y="2593"/>
                  <a:chExt cx="143" cy="170"/>
                </a:xfrm>
              </p:grpSpPr>
              <p:sp>
                <p:nvSpPr>
                  <p:cNvPr id="6332" name="Line 188"/>
                  <p:cNvSpPr>
                    <a:spLocks noChangeShapeType="1"/>
                  </p:cNvSpPr>
                  <p:nvPr/>
                </p:nvSpPr>
                <p:spPr bwMode="auto">
                  <a:xfrm>
                    <a:off x="2827" y="2762"/>
                    <a:ext cx="143" cy="1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27" name="Group 189"/>
                  <p:cNvGrpSpPr>
                    <a:grpSpLocks/>
                  </p:cNvGrpSpPr>
                  <p:nvPr/>
                </p:nvGrpSpPr>
                <p:grpSpPr bwMode="auto">
                  <a:xfrm>
                    <a:off x="2842" y="2593"/>
                    <a:ext cx="112" cy="170"/>
                    <a:chOff x="2842" y="2593"/>
                    <a:chExt cx="112" cy="170"/>
                  </a:xfrm>
                </p:grpSpPr>
                <p:sp>
                  <p:nvSpPr>
                    <p:cNvPr id="6334" name="Rectangle 19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42" y="2593"/>
                      <a:ext cx="23" cy="169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35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2905" y="2593"/>
                      <a:ext cx="49" cy="17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21" y="0"/>
                        </a:cxn>
                        <a:cxn ang="0">
                          <a:pos x="49" y="170"/>
                        </a:cxn>
                        <a:cxn ang="0">
                          <a:pos x="27" y="170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49" h="170">
                          <a:moveTo>
                            <a:pt x="0" y="0"/>
                          </a:moveTo>
                          <a:lnTo>
                            <a:pt x="21" y="0"/>
                          </a:lnTo>
                          <a:lnTo>
                            <a:pt x="49" y="170"/>
                          </a:lnTo>
                          <a:lnTo>
                            <a:pt x="27" y="17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36" name="Line 192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867" y="2593"/>
                      <a:ext cx="37" cy="169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6337" name="Line 193"/>
                  <p:cNvSpPr>
                    <a:spLocks noChangeShapeType="1"/>
                  </p:cNvSpPr>
                  <p:nvPr/>
                </p:nvSpPr>
                <p:spPr bwMode="auto">
                  <a:xfrm>
                    <a:off x="2827" y="2594"/>
                    <a:ext cx="143" cy="1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8" name="Group 194"/>
                <p:cNvGrpSpPr>
                  <a:grpSpLocks/>
                </p:cNvGrpSpPr>
                <p:nvPr/>
              </p:nvGrpSpPr>
              <p:grpSpPr bwMode="auto">
                <a:xfrm>
                  <a:off x="3238" y="2333"/>
                  <a:ext cx="309" cy="190"/>
                  <a:chOff x="3238" y="2333"/>
                  <a:chExt cx="309" cy="190"/>
                </a:xfrm>
              </p:grpSpPr>
              <p:sp>
                <p:nvSpPr>
                  <p:cNvPr id="6339" name="Freeform 195"/>
                  <p:cNvSpPr>
                    <a:spLocks/>
                  </p:cNvSpPr>
                  <p:nvPr/>
                </p:nvSpPr>
                <p:spPr bwMode="auto">
                  <a:xfrm>
                    <a:off x="3251" y="2434"/>
                    <a:ext cx="197" cy="79"/>
                  </a:xfrm>
                  <a:custGeom>
                    <a:avLst/>
                    <a:gdLst/>
                    <a:ahLst/>
                    <a:cxnLst>
                      <a:cxn ang="0">
                        <a:pos x="181" y="79"/>
                      </a:cxn>
                      <a:cxn ang="0">
                        <a:pos x="0" y="16"/>
                      </a:cxn>
                      <a:cxn ang="0">
                        <a:pos x="17" y="0"/>
                      </a:cxn>
                      <a:cxn ang="0">
                        <a:pos x="197" y="63"/>
                      </a:cxn>
                      <a:cxn ang="0">
                        <a:pos x="181" y="79"/>
                      </a:cxn>
                    </a:cxnLst>
                    <a:rect l="0" t="0" r="r" b="b"/>
                    <a:pathLst>
                      <a:path w="197" h="79">
                        <a:moveTo>
                          <a:pt x="181" y="79"/>
                        </a:moveTo>
                        <a:lnTo>
                          <a:pt x="0" y="16"/>
                        </a:lnTo>
                        <a:lnTo>
                          <a:pt x="17" y="0"/>
                        </a:lnTo>
                        <a:lnTo>
                          <a:pt x="197" y="63"/>
                        </a:lnTo>
                        <a:lnTo>
                          <a:pt x="181" y="7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29" name="Group 196"/>
                  <p:cNvGrpSpPr>
                    <a:grpSpLocks/>
                  </p:cNvGrpSpPr>
                  <p:nvPr/>
                </p:nvGrpSpPr>
                <p:grpSpPr bwMode="auto">
                  <a:xfrm>
                    <a:off x="3238" y="2333"/>
                    <a:ext cx="309" cy="190"/>
                    <a:chOff x="3238" y="2333"/>
                    <a:chExt cx="309" cy="190"/>
                  </a:xfrm>
                </p:grpSpPr>
                <p:sp>
                  <p:nvSpPr>
                    <p:cNvPr id="6341" name="Freeform 197"/>
                    <p:cNvSpPr>
                      <a:spLocks/>
                    </p:cNvSpPr>
                    <p:nvPr/>
                  </p:nvSpPr>
                  <p:spPr bwMode="auto">
                    <a:xfrm>
                      <a:off x="3310" y="2375"/>
                      <a:ext cx="197" cy="79"/>
                    </a:xfrm>
                    <a:custGeom>
                      <a:avLst/>
                      <a:gdLst/>
                      <a:ahLst/>
                      <a:cxnLst>
                        <a:cxn ang="0">
                          <a:pos x="181" y="79"/>
                        </a:cxn>
                        <a:cxn ang="0">
                          <a:pos x="0" y="16"/>
                        </a:cxn>
                        <a:cxn ang="0">
                          <a:pos x="18" y="0"/>
                        </a:cxn>
                        <a:cxn ang="0">
                          <a:pos x="197" y="63"/>
                        </a:cxn>
                        <a:cxn ang="0">
                          <a:pos x="181" y="79"/>
                        </a:cxn>
                      </a:cxnLst>
                      <a:rect l="0" t="0" r="r" b="b"/>
                      <a:pathLst>
                        <a:path w="197" h="79">
                          <a:moveTo>
                            <a:pt x="181" y="79"/>
                          </a:moveTo>
                          <a:lnTo>
                            <a:pt x="0" y="16"/>
                          </a:lnTo>
                          <a:lnTo>
                            <a:pt x="18" y="0"/>
                          </a:lnTo>
                          <a:lnTo>
                            <a:pt x="197" y="63"/>
                          </a:lnTo>
                          <a:lnTo>
                            <a:pt x="181" y="79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30" name="Group 19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280" y="2345"/>
                      <a:ext cx="255" cy="138"/>
                      <a:chOff x="3280" y="2345"/>
                      <a:chExt cx="255" cy="138"/>
                    </a:xfrm>
                  </p:grpSpPr>
                  <p:sp>
                    <p:nvSpPr>
                      <p:cNvPr id="6343" name="Freeform 19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39" y="2345"/>
                        <a:ext cx="196" cy="7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81" y="79"/>
                          </a:cxn>
                          <a:cxn ang="0">
                            <a:pos x="0" y="17"/>
                          </a:cxn>
                          <a:cxn ang="0">
                            <a:pos x="17" y="0"/>
                          </a:cxn>
                          <a:cxn ang="0">
                            <a:pos x="196" y="63"/>
                          </a:cxn>
                          <a:cxn ang="0">
                            <a:pos x="181" y="79"/>
                          </a:cxn>
                        </a:cxnLst>
                        <a:rect l="0" t="0" r="r" b="b"/>
                        <a:pathLst>
                          <a:path w="196" h="79">
                            <a:moveTo>
                              <a:pt x="181" y="79"/>
                            </a:moveTo>
                            <a:lnTo>
                              <a:pt x="0" y="17"/>
                            </a:lnTo>
                            <a:lnTo>
                              <a:pt x="17" y="0"/>
                            </a:lnTo>
                            <a:lnTo>
                              <a:pt x="196" y="63"/>
                            </a:lnTo>
                            <a:lnTo>
                              <a:pt x="181" y="79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44" name="Freeform 20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80" y="2404"/>
                        <a:ext cx="196" cy="7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80" y="79"/>
                          </a:cxn>
                          <a:cxn ang="0">
                            <a:pos x="0" y="17"/>
                          </a:cxn>
                          <a:cxn ang="0">
                            <a:pos x="17" y="0"/>
                          </a:cxn>
                          <a:cxn ang="0">
                            <a:pos x="196" y="63"/>
                          </a:cxn>
                          <a:cxn ang="0">
                            <a:pos x="180" y="79"/>
                          </a:cxn>
                        </a:cxnLst>
                        <a:rect l="0" t="0" r="r" b="b"/>
                        <a:pathLst>
                          <a:path w="196" h="79">
                            <a:moveTo>
                              <a:pt x="180" y="79"/>
                            </a:moveTo>
                            <a:lnTo>
                              <a:pt x="0" y="17"/>
                            </a:lnTo>
                            <a:lnTo>
                              <a:pt x="17" y="0"/>
                            </a:lnTo>
                            <a:lnTo>
                              <a:pt x="196" y="63"/>
                            </a:lnTo>
                            <a:lnTo>
                              <a:pt x="180" y="79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31" name="Group 20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238" y="2333"/>
                      <a:ext cx="309" cy="190"/>
                      <a:chOff x="3238" y="2333"/>
                      <a:chExt cx="309" cy="190"/>
                    </a:xfrm>
                  </p:grpSpPr>
                  <p:sp>
                    <p:nvSpPr>
                      <p:cNvPr id="6346" name="Line 202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238" y="2333"/>
                        <a:ext cx="128" cy="12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47" name="Line 203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418" y="2396"/>
                        <a:ext cx="129" cy="127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grpSp>
              <p:nvGrpSpPr>
                <p:cNvPr id="6272" name="Group 204"/>
                <p:cNvGrpSpPr>
                  <a:grpSpLocks/>
                </p:cNvGrpSpPr>
                <p:nvPr/>
              </p:nvGrpSpPr>
              <p:grpSpPr bwMode="auto">
                <a:xfrm>
                  <a:off x="2252" y="2337"/>
                  <a:ext cx="300" cy="240"/>
                  <a:chOff x="2252" y="2337"/>
                  <a:chExt cx="300" cy="240"/>
                </a:xfrm>
              </p:grpSpPr>
              <p:sp>
                <p:nvSpPr>
                  <p:cNvPr id="6349" name="Freeform 205"/>
                  <p:cNvSpPr>
                    <a:spLocks/>
                  </p:cNvSpPr>
                  <p:nvPr/>
                </p:nvSpPr>
                <p:spPr bwMode="auto">
                  <a:xfrm>
                    <a:off x="2299" y="2380"/>
                    <a:ext cx="196" cy="79"/>
                  </a:xfrm>
                  <a:custGeom>
                    <a:avLst/>
                    <a:gdLst/>
                    <a:ahLst/>
                    <a:cxnLst>
                      <a:cxn ang="0">
                        <a:pos x="16" y="79"/>
                      </a:cxn>
                      <a:cxn ang="0">
                        <a:pos x="196" y="17"/>
                      </a:cxn>
                      <a:cxn ang="0">
                        <a:pos x="180" y="0"/>
                      </a:cxn>
                      <a:cxn ang="0">
                        <a:pos x="0" y="63"/>
                      </a:cxn>
                      <a:cxn ang="0">
                        <a:pos x="16" y="79"/>
                      </a:cxn>
                    </a:cxnLst>
                    <a:rect l="0" t="0" r="r" b="b"/>
                    <a:pathLst>
                      <a:path w="196" h="79">
                        <a:moveTo>
                          <a:pt x="16" y="79"/>
                        </a:moveTo>
                        <a:lnTo>
                          <a:pt x="196" y="17"/>
                        </a:lnTo>
                        <a:lnTo>
                          <a:pt x="180" y="0"/>
                        </a:lnTo>
                        <a:lnTo>
                          <a:pt x="0" y="63"/>
                        </a:lnTo>
                        <a:lnTo>
                          <a:pt x="16" y="7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6273" name="Group 206"/>
                  <p:cNvGrpSpPr>
                    <a:grpSpLocks/>
                  </p:cNvGrpSpPr>
                  <p:nvPr/>
                </p:nvGrpSpPr>
                <p:grpSpPr bwMode="auto">
                  <a:xfrm>
                    <a:off x="2252" y="2337"/>
                    <a:ext cx="300" cy="240"/>
                    <a:chOff x="2252" y="2337"/>
                    <a:chExt cx="300" cy="240"/>
                  </a:xfrm>
                </p:grpSpPr>
                <p:grpSp>
                  <p:nvGrpSpPr>
                    <p:cNvPr id="6275" name="Group 20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65" y="2349"/>
                      <a:ext cx="262" cy="142"/>
                      <a:chOff x="2265" y="2349"/>
                      <a:chExt cx="262" cy="142"/>
                    </a:xfrm>
                  </p:grpSpPr>
                  <p:sp>
                    <p:nvSpPr>
                      <p:cNvPr id="6352" name="Freeform 20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65" y="2349"/>
                        <a:ext cx="201" cy="8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6" y="81"/>
                          </a:cxn>
                          <a:cxn ang="0">
                            <a:pos x="201" y="17"/>
                          </a:cxn>
                          <a:cxn ang="0">
                            <a:pos x="184" y="0"/>
                          </a:cxn>
                          <a:cxn ang="0">
                            <a:pos x="0" y="64"/>
                          </a:cxn>
                          <a:cxn ang="0">
                            <a:pos x="16" y="81"/>
                          </a:cxn>
                        </a:cxnLst>
                        <a:rect l="0" t="0" r="r" b="b"/>
                        <a:pathLst>
                          <a:path w="201" h="81">
                            <a:moveTo>
                              <a:pt x="16" y="81"/>
                            </a:moveTo>
                            <a:lnTo>
                              <a:pt x="201" y="17"/>
                            </a:lnTo>
                            <a:lnTo>
                              <a:pt x="184" y="0"/>
                            </a:lnTo>
                            <a:lnTo>
                              <a:pt x="0" y="64"/>
                            </a:lnTo>
                            <a:lnTo>
                              <a:pt x="16" y="81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53" name="Freeform 20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325" y="2409"/>
                        <a:ext cx="202" cy="8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7" y="82"/>
                          </a:cxn>
                          <a:cxn ang="0">
                            <a:pos x="202" y="17"/>
                          </a:cxn>
                          <a:cxn ang="0">
                            <a:pos x="185" y="0"/>
                          </a:cxn>
                          <a:cxn ang="0">
                            <a:pos x="0" y="65"/>
                          </a:cxn>
                          <a:cxn ang="0">
                            <a:pos x="17" y="82"/>
                          </a:cxn>
                        </a:cxnLst>
                        <a:rect l="0" t="0" r="r" b="b"/>
                        <a:pathLst>
                          <a:path w="202" h="82">
                            <a:moveTo>
                              <a:pt x="17" y="82"/>
                            </a:moveTo>
                            <a:lnTo>
                              <a:pt x="202" y="17"/>
                            </a:lnTo>
                            <a:lnTo>
                              <a:pt x="185" y="0"/>
                            </a:lnTo>
                            <a:lnTo>
                              <a:pt x="0" y="65"/>
                            </a:lnTo>
                            <a:lnTo>
                              <a:pt x="17" y="8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6354" name="Line 210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38" y="2337"/>
                      <a:ext cx="114" cy="115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55" name="Line 211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252" y="2401"/>
                      <a:ext cx="115" cy="11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279" name="Group 2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358" y="2430"/>
                      <a:ext cx="185" cy="139"/>
                      <a:chOff x="2358" y="2430"/>
                      <a:chExt cx="185" cy="139"/>
                    </a:xfrm>
                  </p:grpSpPr>
                  <p:sp>
                    <p:nvSpPr>
                      <p:cNvPr id="6357" name="Freeform 21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05" y="2430"/>
                        <a:ext cx="138" cy="13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125"/>
                          </a:cxn>
                          <a:cxn ang="0">
                            <a:pos x="125" y="0"/>
                          </a:cxn>
                          <a:cxn ang="0">
                            <a:pos x="138" y="15"/>
                          </a:cxn>
                          <a:cxn ang="0">
                            <a:pos x="14" y="139"/>
                          </a:cxn>
                          <a:cxn ang="0">
                            <a:pos x="0" y="125"/>
                          </a:cxn>
                        </a:cxnLst>
                        <a:rect l="0" t="0" r="r" b="b"/>
                        <a:pathLst>
                          <a:path w="138" h="139">
                            <a:moveTo>
                              <a:pt x="0" y="125"/>
                            </a:moveTo>
                            <a:lnTo>
                              <a:pt x="125" y="0"/>
                            </a:lnTo>
                            <a:lnTo>
                              <a:pt x="138" y="15"/>
                            </a:lnTo>
                            <a:lnTo>
                              <a:pt x="14" y="139"/>
                            </a:lnTo>
                            <a:lnTo>
                              <a:pt x="0" y="125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58" name="Line 214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358" y="2433"/>
                        <a:ext cx="172" cy="73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6359" name="Line 2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92" y="2544"/>
                      <a:ext cx="36" cy="33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</p:grpSp>
          </p:grpSp>
        </p:grpSp>
        <p:grpSp>
          <p:nvGrpSpPr>
            <p:cNvPr id="6280" name="Group 216"/>
            <p:cNvGrpSpPr>
              <a:grpSpLocks/>
            </p:cNvGrpSpPr>
            <p:nvPr/>
          </p:nvGrpSpPr>
          <p:grpSpPr bwMode="auto">
            <a:xfrm>
              <a:off x="1230" y="2231"/>
              <a:ext cx="380" cy="564"/>
              <a:chOff x="1056" y="1728"/>
              <a:chExt cx="380" cy="564"/>
            </a:xfrm>
          </p:grpSpPr>
          <p:grpSp>
            <p:nvGrpSpPr>
              <p:cNvPr id="6284" name="Group 217"/>
              <p:cNvGrpSpPr>
                <a:grpSpLocks/>
              </p:cNvGrpSpPr>
              <p:nvPr/>
            </p:nvGrpSpPr>
            <p:grpSpPr bwMode="auto">
              <a:xfrm>
                <a:off x="1152" y="2064"/>
                <a:ext cx="278" cy="228"/>
                <a:chOff x="1008" y="2492"/>
                <a:chExt cx="278" cy="228"/>
              </a:xfrm>
            </p:grpSpPr>
            <p:grpSp>
              <p:nvGrpSpPr>
                <p:cNvPr id="6290" name="Group 218"/>
                <p:cNvGrpSpPr>
                  <a:grpSpLocks/>
                </p:cNvGrpSpPr>
                <p:nvPr/>
              </p:nvGrpSpPr>
              <p:grpSpPr bwMode="auto">
                <a:xfrm>
                  <a:off x="1008" y="2642"/>
                  <a:ext cx="90" cy="78"/>
                  <a:chOff x="2633" y="2273"/>
                  <a:chExt cx="90" cy="78"/>
                </a:xfrm>
              </p:grpSpPr>
              <p:sp>
                <p:nvSpPr>
                  <p:cNvPr id="6363" name="Oval 219"/>
                  <p:cNvSpPr>
                    <a:spLocks noChangeArrowheads="1"/>
                  </p:cNvSpPr>
                  <p:nvPr/>
                </p:nvSpPr>
                <p:spPr bwMode="auto">
                  <a:xfrm>
                    <a:off x="2678" y="2273"/>
                    <a:ext cx="45" cy="45"/>
                  </a:xfrm>
                  <a:prstGeom prst="ellipse">
                    <a:avLst/>
                  </a:prstGeom>
                  <a:solidFill>
                    <a:srgbClr val="9F9F9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364" name="Freeform 220"/>
                  <p:cNvSpPr>
                    <a:spLocks/>
                  </p:cNvSpPr>
                  <p:nvPr/>
                </p:nvSpPr>
                <p:spPr bwMode="auto">
                  <a:xfrm>
                    <a:off x="2633" y="2282"/>
                    <a:ext cx="78" cy="69"/>
                  </a:xfrm>
                  <a:custGeom>
                    <a:avLst/>
                    <a:gdLst/>
                    <a:ahLst/>
                    <a:cxnLst>
                      <a:cxn ang="0">
                        <a:pos x="49" y="0"/>
                      </a:cxn>
                      <a:cxn ang="0">
                        <a:pos x="0" y="61"/>
                      </a:cxn>
                      <a:cxn ang="0">
                        <a:pos x="8" y="69"/>
                      </a:cxn>
                      <a:cxn ang="0">
                        <a:pos x="78" y="33"/>
                      </a:cxn>
                      <a:cxn ang="0">
                        <a:pos x="49" y="0"/>
                      </a:cxn>
                    </a:cxnLst>
                    <a:rect l="0" t="0" r="r" b="b"/>
                    <a:pathLst>
                      <a:path w="78" h="69">
                        <a:moveTo>
                          <a:pt x="49" y="0"/>
                        </a:moveTo>
                        <a:lnTo>
                          <a:pt x="0" y="61"/>
                        </a:lnTo>
                        <a:lnTo>
                          <a:pt x="8" y="69"/>
                        </a:lnTo>
                        <a:lnTo>
                          <a:pt x="78" y="33"/>
                        </a:lnTo>
                        <a:lnTo>
                          <a:pt x="49" y="0"/>
                        </a:lnTo>
                        <a:close/>
                      </a:path>
                    </a:pathLst>
                  </a:custGeom>
                  <a:solidFill>
                    <a:srgbClr val="9F9F9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sp>
              <p:nvSpPr>
                <p:cNvPr id="6365" name="Freeform 221"/>
                <p:cNvSpPr>
                  <a:spLocks/>
                </p:cNvSpPr>
                <p:nvPr/>
              </p:nvSpPr>
              <p:spPr bwMode="auto">
                <a:xfrm>
                  <a:off x="1084" y="2496"/>
                  <a:ext cx="188" cy="162"/>
                </a:xfrm>
                <a:custGeom>
                  <a:avLst/>
                  <a:gdLst/>
                  <a:ahLst/>
                  <a:cxnLst>
                    <a:cxn ang="0">
                      <a:pos x="0" y="155"/>
                    </a:cxn>
                    <a:cxn ang="0">
                      <a:pos x="180" y="0"/>
                    </a:cxn>
                    <a:cxn ang="0">
                      <a:pos x="188" y="7"/>
                    </a:cxn>
                    <a:cxn ang="0">
                      <a:pos x="7" y="162"/>
                    </a:cxn>
                    <a:cxn ang="0">
                      <a:pos x="0" y="155"/>
                    </a:cxn>
                  </a:cxnLst>
                  <a:rect l="0" t="0" r="r" b="b"/>
                  <a:pathLst>
                    <a:path w="188" h="162">
                      <a:moveTo>
                        <a:pt x="0" y="155"/>
                      </a:moveTo>
                      <a:lnTo>
                        <a:pt x="180" y="0"/>
                      </a:lnTo>
                      <a:lnTo>
                        <a:pt x="188" y="7"/>
                      </a:lnTo>
                      <a:lnTo>
                        <a:pt x="7" y="162"/>
                      </a:lnTo>
                      <a:lnTo>
                        <a:pt x="0" y="155"/>
                      </a:lnTo>
                      <a:close/>
                    </a:path>
                  </a:pathLst>
                </a:custGeom>
                <a:solidFill>
                  <a:srgbClr val="9F9F9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grpSp>
              <p:nvGrpSpPr>
                <p:cNvPr id="6294" name="Group 222"/>
                <p:cNvGrpSpPr>
                  <a:grpSpLocks/>
                </p:cNvGrpSpPr>
                <p:nvPr/>
              </p:nvGrpSpPr>
              <p:grpSpPr bwMode="auto">
                <a:xfrm>
                  <a:off x="1022" y="2492"/>
                  <a:ext cx="264" cy="224"/>
                  <a:chOff x="2630" y="2116"/>
                  <a:chExt cx="264" cy="224"/>
                </a:xfrm>
              </p:grpSpPr>
              <p:grpSp>
                <p:nvGrpSpPr>
                  <p:cNvPr id="6296" name="Group 223"/>
                  <p:cNvGrpSpPr>
                    <a:grpSpLocks/>
                  </p:cNvGrpSpPr>
                  <p:nvPr/>
                </p:nvGrpSpPr>
                <p:grpSpPr bwMode="auto">
                  <a:xfrm>
                    <a:off x="2630" y="2262"/>
                    <a:ext cx="89" cy="78"/>
                    <a:chOff x="2630" y="2262"/>
                    <a:chExt cx="89" cy="78"/>
                  </a:xfrm>
                </p:grpSpPr>
                <p:sp>
                  <p:nvSpPr>
                    <p:cNvPr id="6368" name="Oval 22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75" y="2262"/>
                      <a:ext cx="44" cy="44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69" name="Freeform 225"/>
                    <p:cNvSpPr>
                      <a:spLocks/>
                    </p:cNvSpPr>
                    <p:nvPr/>
                  </p:nvSpPr>
                  <p:spPr bwMode="auto">
                    <a:xfrm>
                      <a:off x="2630" y="2270"/>
                      <a:ext cx="78" cy="70"/>
                    </a:xfrm>
                    <a:custGeom>
                      <a:avLst/>
                      <a:gdLst/>
                      <a:ahLst/>
                      <a:cxnLst>
                        <a:cxn ang="0">
                          <a:pos x="50" y="0"/>
                        </a:cxn>
                        <a:cxn ang="0">
                          <a:pos x="0" y="62"/>
                        </a:cxn>
                        <a:cxn ang="0">
                          <a:pos x="8" y="70"/>
                        </a:cxn>
                        <a:cxn ang="0">
                          <a:pos x="78" y="33"/>
                        </a:cxn>
                        <a:cxn ang="0">
                          <a:pos x="50" y="0"/>
                        </a:cxn>
                      </a:cxnLst>
                      <a:rect l="0" t="0" r="r" b="b"/>
                      <a:pathLst>
                        <a:path w="78" h="70">
                          <a:moveTo>
                            <a:pt x="50" y="0"/>
                          </a:moveTo>
                          <a:lnTo>
                            <a:pt x="0" y="62"/>
                          </a:lnTo>
                          <a:lnTo>
                            <a:pt x="8" y="70"/>
                          </a:lnTo>
                          <a:lnTo>
                            <a:pt x="78" y="33"/>
                          </a:lnTo>
                          <a:lnTo>
                            <a:pt x="5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6370" name="Freeform 226"/>
                  <p:cNvSpPr>
                    <a:spLocks/>
                  </p:cNvSpPr>
                  <p:nvPr/>
                </p:nvSpPr>
                <p:spPr bwMode="auto">
                  <a:xfrm>
                    <a:off x="2706" y="2116"/>
                    <a:ext cx="188" cy="162"/>
                  </a:xfrm>
                  <a:custGeom>
                    <a:avLst/>
                    <a:gdLst/>
                    <a:ahLst/>
                    <a:cxnLst>
                      <a:cxn ang="0">
                        <a:pos x="0" y="154"/>
                      </a:cxn>
                      <a:cxn ang="0">
                        <a:pos x="180" y="0"/>
                      </a:cxn>
                      <a:cxn ang="0">
                        <a:pos x="188" y="6"/>
                      </a:cxn>
                      <a:cxn ang="0">
                        <a:pos x="7" y="162"/>
                      </a:cxn>
                      <a:cxn ang="0">
                        <a:pos x="0" y="154"/>
                      </a:cxn>
                    </a:cxnLst>
                    <a:rect l="0" t="0" r="r" b="b"/>
                    <a:pathLst>
                      <a:path w="188" h="162">
                        <a:moveTo>
                          <a:pt x="0" y="154"/>
                        </a:moveTo>
                        <a:lnTo>
                          <a:pt x="180" y="0"/>
                        </a:lnTo>
                        <a:lnTo>
                          <a:pt x="188" y="6"/>
                        </a:lnTo>
                        <a:lnTo>
                          <a:pt x="7" y="162"/>
                        </a:lnTo>
                        <a:lnTo>
                          <a:pt x="0" y="15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6303" name="Group 227"/>
              <p:cNvGrpSpPr>
                <a:grpSpLocks/>
              </p:cNvGrpSpPr>
              <p:nvPr/>
            </p:nvGrpSpPr>
            <p:grpSpPr bwMode="auto">
              <a:xfrm>
                <a:off x="1056" y="1728"/>
                <a:ext cx="380" cy="333"/>
                <a:chOff x="912" y="2160"/>
                <a:chExt cx="380" cy="333"/>
              </a:xfrm>
            </p:grpSpPr>
            <p:grpSp>
              <p:nvGrpSpPr>
                <p:cNvPr id="6311" name="Group 228"/>
                <p:cNvGrpSpPr>
                  <a:grpSpLocks/>
                </p:cNvGrpSpPr>
                <p:nvPr/>
              </p:nvGrpSpPr>
              <p:grpSpPr bwMode="auto">
                <a:xfrm>
                  <a:off x="912" y="2160"/>
                  <a:ext cx="96" cy="89"/>
                  <a:chOff x="2523" y="1797"/>
                  <a:chExt cx="96" cy="89"/>
                </a:xfrm>
              </p:grpSpPr>
              <p:sp>
                <p:nvSpPr>
                  <p:cNvPr id="6373" name="Oval 229"/>
                  <p:cNvSpPr>
                    <a:spLocks noChangeArrowheads="1"/>
                  </p:cNvSpPr>
                  <p:nvPr/>
                </p:nvSpPr>
                <p:spPr bwMode="auto">
                  <a:xfrm>
                    <a:off x="2574" y="1841"/>
                    <a:ext cx="45" cy="45"/>
                  </a:xfrm>
                  <a:prstGeom prst="ellipse">
                    <a:avLst/>
                  </a:prstGeom>
                  <a:solidFill>
                    <a:srgbClr val="9F9F9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374" name="Freeform 230"/>
                  <p:cNvSpPr>
                    <a:spLocks/>
                  </p:cNvSpPr>
                  <p:nvPr/>
                </p:nvSpPr>
                <p:spPr bwMode="auto">
                  <a:xfrm>
                    <a:off x="2523" y="1797"/>
                    <a:ext cx="86" cy="82"/>
                  </a:xfrm>
                  <a:custGeom>
                    <a:avLst/>
                    <a:gdLst/>
                    <a:ahLst/>
                    <a:cxnLst>
                      <a:cxn ang="0">
                        <a:pos x="56" y="82"/>
                      </a:cxn>
                      <a:cxn ang="0">
                        <a:pos x="0" y="0"/>
                      </a:cxn>
                      <a:cxn ang="0">
                        <a:pos x="86" y="47"/>
                      </a:cxn>
                      <a:cxn ang="0">
                        <a:pos x="56" y="82"/>
                      </a:cxn>
                    </a:cxnLst>
                    <a:rect l="0" t="0" r="r" b="b"/>
                    <a:pathLst>
                      <a:path w="86" h="82">
                        <a:moveTo>
                          <a:pt x="56" y="82"/>
                        </a:moveTo>
                        <a:lnTo>
                          <a:pt x="0" y="0"/>
                        </a:lnTo>
                        <a:lnTo>
                          <a:pt x="86" y="47"/>
                        </a:lnTo>
                        <a:lnTo>
                          <a:pt x="56" y="82"/>
                        </a:lnTo>
                        <a:close/>
                      </a:path>
                    </a:pathLst>
                  </a:custGeom>
                  <a:solidFill>
                    <a:srgbClr val="9F9F9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sp>
              <p:nvSpPr>
                <p:cNvPr id="6375" name="Freeform 231"/>
                <p:cNvSpPr>
                  <a:spLocks/>
                </p:cNvSpPr>
                <p:nvPr/>
              </p:nvSpPr>
              <p:spPr bwMode="auto">
                <a:xfrm>
                  <a:off x="994" y="2234"/>
                  <a:ext cx="298" cy="257"/>
                </a:xfrm>
                <a:custGeom>
                  <a:avLst/>
                  <a:gdLst/>
                  <a:ahLst/>
                  <a:cxnLst>
                    <a:cxn ang="0">
                      <a:pos x="0" y="8"/>
                    </a:cxn>
                    <a:cxn ang="0">
                      <a:pos x="293" y="257"/>
                    </a:cxn>
                    <a:cxn ang="0">
                      <a:pos x="298" y="248"/>
                    </a:cxn>
                    <a:cxn ang="0">
                      <a:pos x="8" y="0"/>
                    </a:cxn>
                    <a:cxn ang="0">
                      <a:pos x="0" y="8"/>
                    </a:cxn>
                  </a:cxnLst>
                  <a:rect l="0" t="0" r="r" b="b"/>
                  <a:pathLst>
                    <a:path w="298" h="257">
                      <a:moveTo>
                        <a:pt x="0" y="8"/>
                      </a:moveTo>
                      <a:lnTo>
                        <a:pt x="293" y="257"/>
                      </a:lnTo>
                      <a:lnTo>
                        <a:pt x="298" y="248"/>
                      </a:lnTo>
                      <a:lnTo>
                        <a:pt x="8" y="0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9F9F9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grpSp>
              <p:nvGrpSpPr>
                <p:cNvPr id="6314" name="Group 232"/>
                <p:cNvGrpSpPr>
                  <a:grpSpLocks/>
                </p:cNvGrpSpPr>
                <p:nvPr/>
              </p:nvGrpSpPr>
              <p:grpSpPr bwMode="auto">
                <a:xfrm>
                  <a:off x="912" y="2161"/>
                  <a:ext cx="380" cy="332"/>
                  <a:chOff x="2520" y="1785"/>
                  <a:chExt cx="380" cy="332"/>
                </a:xfrm>
              </p:grpSpPr>
              <p:grpSp>
                <p:nvGrpSpPr>
                  <p:cNvPr id="6319" name="Group 233"/>
                  <p:cNvGrpSpPr>
                    <a:grpSpLocks/>
                  </p:cNvGrpSpPr>
                  <p:nvPr/>
                </p:nvGrpSpPr>
                <p:grpSpPr bwMode="auto">
                  <a:xfrm>
                    <a:off x="2520" y="1785"/>
                    <a:ext cx="96" cy="89"/>
                    <a:chOff x="2520" y="1785"/>
                    <a:chExt cx="96" cy="89"/>
                  </a:xfrm>
                </p:grpSpPr>
                <p:sp>
                  <p:nvSpPr>
                    <p:cNvPr id="6378" name="Oval 23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72" y="1830"/>
                      <a:ext cx="44" cy="44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79" name="Freeform 235"/>
                    <p:cNvSpPr>
                      <a:spLocks/>
                    </p:cNvSpPr>
                    <p:nvPr/>
                  </p:nvSpPr>
                  <p:spPr bwMode="auto">
                    <a:xfrm>
                      <a:off x="2520" y="1785"/>
                      <a:ext cx="86" cy="82"/>
                    </a:xfrm>
                    <a:custGeom>
                      <a:avLst/>
                      <a:gdLst/>
                      <a:ahLst/>
                      <a:cxnLst>
                        <a:cxn ang="0">
                          <a:pos x="56" y="82"/>
                        </a:cxn>
                        <a:cxn ang="0">
                          <a:pos x="0" y="0"/>
                        </a:cxn>
                        <a:cxn ang="0">
                          <a:pos x="86" y="48"/>
                        </a:cxn>
                        <a:cxn ang="0">
                          <a:pos x="56" y="82"/>
                        </a:cxn>
                      </a:cxnLst>
                      <a:rect l="0" t="0" r="r" b="b"/>
                      <a:pathLst>
                        <a:path w="86" h="82">
                          <a:moveTo>
                            <a:pt x="56" y="82"/>
                          </a:moveTo>
                          <a:lnTo>
                            <a:pt x="0" y="0"/>
                          </a:lnTo>
                          <a:lnTo>
                            <a:pt x="86" y="48"/>
                          </a:lnTo>
                          <a:lnTo>
                            <a:pt x="56" y="8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6380" name="Freeform 236"/>
                  <p:cNvSpPr>
                    <a:spLocks/>
                  </p:cNvSpPr>
                  <p:nvPr/>
                </p:nvSpPr>
                <p:spPr bwMode="auto">
                  <a:xfrm>
                    <a:off x="2602" y="1859"/>
                    <a:ext cx="298" cy="258"/>
                  </a:xfrm>
                  <a:custGeom>
                    <a:avLst/>
                    <a:gdLst/>
                    <a:ahLst/>
                    <a:cxnLst>
                      <a:cxn ang="0">
                        <a:pos x="0" y="8"/>
                      </a:cxn>
                      <a:cxn ang="0">
                        <a:pos x="293" y="258"/>
                      </a:cxn>
                      <a:cxn ang="0">
                        <a:pos x="298" y="248"/>
                      </a:cxn>
                      <a:cxn ang="0">
                        <a:pos x="8" y="0"/>
                      </a:cxn>
                      <a:cxn ang="0">
                        <a:pos x="0" y="8"/>
                      </a:cxn>
                    </a:cxnLst>
                    <a:rect l="0" t="0" r="r" b="b"/>
                    <a:pathLst>
                      <a:path w="298" h="258">
                        <a:moveTo>
                          <a:pt x="0" y="8"/>
                        </a:moveTo>
                        <a:lnTo>
                          <a:pt x="293" y="258"/>
                        </a:lnTo>
                        <a:lnTo>
                          <a:pt x="298" y="248"/>
                        </a:lnTo>
                        <a:lnTo>
                          <a:pt x="8" y="0"/>
                        </a:lnTo>
                        <a:lnTo>
                          <a:pt x="0" y="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</p:grpSp>
      </p:grpSp>
      <p:grpSp>
        <p:nvGrpSpPr>
          <p:cNvPr id="6324" name="Group 441"/>
          <p:cNvGrpSpPr>
            <a:grpSpLocks/>
          </p:cNvGrpSpPr>
          <p:nvPr/>
        </p:nvGrpSpPr>
        <p:grpSpPr bwMode="auto">
          <a:xfrm rot="10759097">
            <a:off x="4465638" y="2705100"/>
            <a:ext cx="255587" cy="1028700"/>
            <a:chOff x="1236" y="2064"/>
            <a:chExt cx="161" cy="648"/>
          </a:xfrm>
        </p:grpSpPr>
        <p:sp>
          <p:nvSpPr>
            <p:cNvPr id="6586" name="Freeform 442"/>
            <p:cNvSpPr>
              <a:spLocks/>
            </p:cNvSpPr>
            <p:nvPr/>
          </p:nvSpPr>
          <p:spPr bwMode="auto">
            <a:xfrm>
              <a:off x="1248" y="2615"/>
              <a:ext cx="30" cy="97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5" y="28"/>
                </a:cxn>
                <a:cxn ang="0">
                  <a:pos x="0" y="94"/>
                </a:cxn>
                <a:cxn ang="0">
                  <a:pos x="15" y="97"/>
                </a:cxn>
                <a:cxn ang="0">
                  <a:pos x="30" y="31"/>
                </a:cxn>
                <a:cxn ang="0">
                  <a:pos x="29" y="0"/>
                </a:cxn>
              </a:cxnLst>
              <a:rect l="0" t="0" r="r" b="b"/>
              <a:pathLst>
                <a:path w="30" h="97">
                  <a:moveTo>
                    <a:pt x="29" y="0"/>
                  </a:moveTo>
                  <a:lnTo>
                    <a:pt x="15" y="28"/>
                  </a:lnTo>
                  <a:lnTo>
                    <a:pt x="0" y="94"/>
                  </a:lnTo>
                  <a:lnTo>
                    <a:pt x="15" y="97"/>
                  </a:lnTo>
                  <a:lnTo>
                    <a:pt x="30" y="31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9F9F9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587" name="Line 443"/>
            <p:cNvSpPr>
              <a:spLocks noChangeShapeType="1"/>
            </p:cNvSpPr>
            <p:nvPr/>
          </p:nvSpPr>
          <p:spPr bwMode="auto">
            <a:xfrm flipV="1">
              <a:off x="1272" y="2064"/>
              <a:ext cx="125" cy="573"/>
            </a:xfrm>
            <a:prstGeom prst="line">
              <a:avLst/>
            </a:prstGeom>
            <a:noFill/>
            <a:ln w="12700">
              <a:solidFill>
                <a:srgbClr val="9F9F9F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6326" name="Group 444"/>
            <p:cNvGrpSpPr>
              <a:grpSpLocks/>
            </p:cNvGrpSpPr>
            <p:nvPr/>
          </p:nvGrpSpPr>
          <p:grpSpPr bwMode="auto">
            <a:xfrm>
              <a:off x="1236" y="2064"/>
              <a:ext cx="149" cy="648"/>
              <a:chOff x="2844" y="1688"/>
              <a:chExt cx="149" cy="648"/>
            </a:xfrm>
          </p:grpSpPr>
          <p:sp>
            <p:nvSpPr>
              <p:cNvPr id="6589" name="Freeform 445"/>
              <p:cNvSpPr>
                <a:spLocks/>
              </p:cNvSpPr>
              <p:nvPr/>
            </p:nvSpPr>
            <p:spPr bwMode="auto">
              <a:xfrm>
                <a:off x="2844" y="2238"/>
                <a:ext cx="30" cy="98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15" y="28"/>
                  </a:cxn>
                  <a:cxn ang="0">
                    <a:pos x="0" y="94"/>
                  </a:cxn>
                  <a:cxn ang="0">
                    <a:pos x="15" y="98"/>
                  </a:cxn>
                  <a:cxn ang="0">
                    <a:pos x="30" y="32"/>
                  </a:cxn>
                  <a:cxn ang="0">
                    <a:pos x="29" y="0"/>
                  </a:cxn>
                </a:cxnLst>
                <a:rect l="0" t="0" r="r" b="b"/>
                <a:pathLst>
                  <a:path w="30" h="98">
                    <a:moveTo>
                      <a:pt x="29" y="0"/>
                    </a:moveTo>
                    <a:lnTo>
                      <a:pt x="15" y="28"/>
                    </a:lnTo>
                    <a:lnTo>
                      <a:pt x="0" y="94"/>
                    </a:lnTo>
                    <a:lnTo>
                      <a:pt x="15" y="98"/>
                    </a:lnTo>
                    <a:lnTo>
                      <a:pt x="30" y="32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590" name="Line 446"/>
              <p:cNvSpPr>
                <a:spLocks noChangeShapeType="1"/>
              </p:cNvSpPr>
              <p:nvPr/>
            </p:nvSpPr>
            <p:spPr bwMode="auto">
              <a:xfrm flipV="1">
                <a:off x="2867" y="1688"/>
                <a:ext cx="126" cy="57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63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AutoShape 73"/>
          <p:cNvSpPr>
            <a:spLocks noChangeAspect="1" noChangeArrowheads="1" noTextEdit="1"/>
          </p:cNvSpPr>
          <p:nvPr/>
        </p:nvSpPr>
        <p:spPr bwMode="auto">
          <a:xfrm>
            <a:off x="4460875" y="714375"/>
            <a:ext cx="4011613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23" name="Freeform 75"/>
          <p:cNvSpPr>
            <a:spLocks/>
          </p:cNvSpPr>
          <p:nvPr/>
        </p:nvSpPr>
        <p:spPr bwMode="auto">
          <a:xfrm>
            <a:off x="4460875" y="3795713"/>
            <a:ext cx="4011613" cy="1204913"/>
          </a:xfrm>
          <a:custGeom>
            <a:avLst/>
            <a:gdLst/>
            <a:ahLst/>
            <a:cxnLst>
              <a:cxn ang="0">
                <a:pos x="1393" y="1"/>
              </a:cxn>
              <a:cxn ang="0">
                <a:pos x="1578" y="12"/>
              </a:cxn>
              <a:cxn ang="0">
                <a:pos x="1754" y="30"/>
              </a:cxn>
              <a:cxn ang="0">
                <a:pos x="1918" y="55"/>
              </a:cxn>
              <a:cxn ang="0">
                <a:pos x="2067" y="86"/>
              </a:cxn>
              <a:cxn ang="0">
                <a:pos x="2198" y="124"/>
              </a:cxn>
              <a:cxn ang="0">
                <a:pos x="2310" y="168"/>
              </a:cxn>
              <a:cxn ang="0">
                <a:pos x="2402" y="215"/>
              </a:cxn>
              <a:cxn ang="0">
                <a:pos x="2470" y="268"/>
              </a:cxn>
              <a:cxn ang="0">
                <a:pos x="2512" y="322"/>
              </a:cxn>
              <a:cxn ang="0">
                <a:pos x="2527" y="380"/>
              </a:cxn>
              <a:cxn ang="0">
                <a:pos x="2512" y="437"/>
              </a:cxn>
              <a:cxn ang="0">
                <a:pos x="2470" y="492"/>
              </a:cxn>
              <a:cxn ang="0">
                <a:pos x="2402" y="544"/>
              </a:cxn>
              <a:cxn ang="0">
                <a:pos x="2310" y="591"/>
              </a:cxn>
              <a:cxn ang="0">
                <a:pos x="2198" y="634"/>
              </a:cxn>
              <a:cxn ang="0">
                <a:pos x="2067" y="672"/>
              </a:cxn>
              <a:cxn ang="0">
                <a:pos x="1918" y="704"/>
              </a:cxn>
              <a:cxn ang="0">
                <a:pos x="1754" y="729"/>
              </a:cxn>
              <a:cxn ang="0">
                <a:pos x="1578" y="747"/>
              </a:cxn>
              <a:cxn ang="0">
                <a:pos x="1393" y="758"/>
              </a:cxn>
              <a:cxn ang="0">
                <a:pos x="1199" y="759"/>
              </a:cxn>
              <a:cxn ang="0">
                <a:pos x="1010" y="751"/>
              </a:cxn>
              <a:cxn ang="0">
                <a:pos x="830" y="736"/>
              </a:cxn>
              <a:cxn ang="0">
                <a:pos x="662" y="713"/>
              </a:cxn>
              <a:cxn ang="0">
                <a:pos x="509" y="683"/>
              </a:cxn>
              <a:cxn ang="0">
                <a:pos x="371" y="648"/>
              </a:cxn>
              <a:cxn ang="0">
                <a:pos x="252" y="606"/>
              </a:cxn>
              <a:cxn ang="0">
                <a:pos x="153" y="560"/>
              </a:cxn>
              <a:cxn ang="0">
                <a:pos x="77" y="510"/>
              </a:cxn>
              <a:cxn ang="0">
                <a:pos x="26" y="456"/>
              </a:cxn>
              <a:cxn ang="0">
                <a:pos x="1" y="399"/>
              </a:cxn>
              <a:cxn ang="0">
                <a:pos x="7" y="341"/>
              </a:cxn>
              <a:cxn ang="0">
                <a:pos x="39" y="285"/>
              </a:cxn>
              <a:cxn ang="0">
                <a:pos x="100" y="233"/>
              </a:cxn>
              <a:cxn ang="0">
                <a:pos x="183" y="182"/>
              </a:cxn>
              <a:cxn ang="0">
                <a:pos x="290" y="138"/>
              </a:cxn>
              <a:cxn ang="0">
                <a:pos x="414" y="99"/>
              </a:cxn>
              <a:cxn ang="0">
                <a:pos x="558" y="65"/>
              </a:cxn>
              <a:cxn ang="0">
                <a:pos x="716" y="38"/>
              </a:cxn>
              <a:cxn ang="0">
                <a:pos x="889" y="17"/>
              </a:cxn>
              <a:cxn ang="0">
                <a:pos x="1072" y="4"/>
              </a:cxn>
              <a:cxn ang="0">
                <a:pos x="1264" y="0"/>
              </a:cxn>
            </a:cxnLst>
            <a:rect l="0" t="0" r="r" b="b"/>
            <a:pathLst>
              <a:path w="2527" h="759">
                <a:moveTo>
                  <a:pt x="1264" y="0"/>
                </a:moveTo>
                <a:lnTo>
                  <a:pt x="1329" y="0"/>
                </a:lnTo>
                <a:lnTo>
                  <a:pt x="1393" y="1"/>
                </a:lnTo>
                <a:lnTo>
                  <a:pt x="1456" y="4"/>
                </a:lnTo>
                <a:lnTo>
                  <a:pt x="1517" y="8"/>
                </a:lnTo>
                <a:lnTo>
                  <a:pt x="1578" y="12"/>
                </a:lnTo>
                <a:lnTo>
                  <a:pt x="1639" y="17"/>
                </a:lnTo>
                <a:lnTo>
                  <a:pt x="1697" y="23"/>
                </a:lnTo>
                <a:lnTo>
                  <a:pt x="1754" y="30"/>
                </a:lnTo>
                <a:lnTo>
                  <a:pt x="1810" y="38"/>
                </a:lnTo>
                <a:lnTo>
                  <a:pt x="1865" y="46"/>
                </a:lnTo>
                <a:lnTo>
                  <a:pt x="1918" y="55"/>
                </a:lnTo>
                <a:lnTo>
                  <a:pt x="1969" y="65"/>
                </a:lnTo>
                <a:lnTo>
                  <a:pt x="2018" y="76"/>
                </a:lnTo>
                <a:lnTo>
                  <a:pt x="2067" y="86"/>
                </a:lnTo>
                <a:lnTo>
                  <a:pt x="2111" y="99"/>
                </a:lnTo>
                <a:lnTo>
                  <a:pt x="2156" y="111"/>
                </a:lnTo>
                <a:lnTo>
                  <a:pt x="2198" y="124"/>
                </a:lnTo>
                <a:lnTo>
                  <a:pt x="2237" y="138"/>
                </a:lnTo>
                <a:lnTo>
                  <a:pt x="2275" y="153"/>
                </a:lnTo>
                <a:lnTo>
                  <a:pt x="2310" y="168"/>
                </a:lnTo>
                <a:lnTo>
                  <a:pt x="2343" y="182"/>
                </a:lnTo>
                <a:lnTo>
                  <a:pt x="2374" y="199"/>
                </a:lnTo>
                <a:lnTo>
                  <a:pt x="2402" y="215"/>
                </a:lnTo>
                <a:lnTo>
                  <a:pt x="2427" y="233"/>
                </a:lnTo>
                <a:lnTo>
                  <a:pt x="2450" y="249"/>
                </a:lnTo>
                <a:lnTo>
                  <a:pt x="2470" y="268"/>
                </a:lnTo>
                <a:lnTo>
                  <a:pt x="2486" y="285"/>
                </a:lnTo>
                <a:lnTo>
                  <a:pt x="2501" y="303"/>
                </a:lnTo>
                <a:lnTo>
                  <a:pt x="2512" y="322"/>
                </a:lnTo>
                <a:lnTo>
                  <a:pt x="2520" y="341"/>
                </a:lnTo>
                <a:lnTo>
                  <a:pt x="2526" y="361"/>
                </a:lnTo>
                <a:lnTo>
                  <a:pt x="2527" y="380"/>
                </a:lnTo>
                <a:lnTo>
                  <a:pt x="2526" y="399"/>
                </a:lnTo>
                <a:lnTo>
                  <a:pt x="2520" y="419"/>
                </a:lnTo>
                <a:lnTo>
                  <a:pt x="2512" y="437"/>
                </a:lnTo>
                <a:lnTo>
                  <a:pt x="2501" y="456"/>
                </a:lnTo>
                <a:lnTo>
                  <a:pt x="2486" y="475"/>
                </a:lnTo>
                <a:lnTo>
                  <a:pt x="2470" y="492"/>
                </a:lnTo>
                <a:lnTo>
                  <a:pt x="2450" y="510"/>
                </a:lnTo>
                <a:lnTo>
                  <a:pt x="2427" y="528"/>
                </a:lnTo>
                <a:lnTo>
                  <a:pt x="2402" y="544"/>
                </a:lnTo>
                <a:lnTo>
                  <a:pt x="2374" y="560"/>
                </a:lnTo>
                <a:lnTo>
                  <a:pt x="2343" y="576"/>
                </a:lnTo>
                <a:lnTo>
                  <a:pt x="2310" y="591"/>
                </a:lnTo>
                <a:lnTo>
                  <a:pt x="2275" y="606"/>
                </a:lnTo>
                <a:lnTo>
                  <a:pt x="2237" y="621"/>
                </a:lnTo>
                <a:lnTo>
                  <a:pt x="2198" y="634"/>
                </a:lnTo>
                <a:lnTo>
                  <a:pt x="2156" y="648"/>
                </a:lnTo>
                <a:lnTo>
                  <a:pt x="2111" y="660"/>
                </a:lnTo>
                <a:lnTo>
                  <a:pt x="2067" y="672"/>
                </a:lnTo>
                <a:lnTo>
                  <a:pt x="2018" y="683"/>
                </a:lnTo>
                <a:lnTo>
                  <a:pt x="1969" y="694"/>
                </a:lnTo>
                <a:lnTo>
                  <a:pt x="1918" y="704"/>
                </a:lnTo>
                <a:lnTo>
                  <a:pt x="1865" y="713"/>
                </a:lnTo>
                <a:lnTo>
                  <a:pt x="1810" y="721"/>
                </a:lnTo>
                <a:lnTo>
                  <a:pt x="1754" y="729"/>
                </a:lnTo>
                <a:lnTo>
                  <a:pt x="1697" y="736"/>
                </a:lnTo>
                <a:lnTo>
                  <a:pt x="1639" y="741"/>
                </a:lnTo>
                <a:lnTo>
                  <a:pt x="1578" y="747"/>
                </a:lnTo>
                <a:lnTo>
                  <a:pt x="1517" y="751"/>
                </a:lnTo>
                <a:lnTo>
                  <a:pt x="1456" y="755"/>
                </a:lnTo>
                <a:lnTo>
                  <a:pt x="1393" y="758"/>
                </a:lnTo>
                <a:lnTo>
                  <a:pt x="1329" y="759"/>
                </a:lnTo>
                <a:lnTo>
                  <a:pt x="1264" y="759"/>
                </a:lnTo>
                <a:lnTo>
                  <a:pt x="1199" y="759"/>
                </a:lnTo>
                <a:lnTo>
                  <a:pt x="1136" y="758"/>
                </a:lnTo>
                <a:lnTo>
                  <a:pt x="1072" y="755"/>
                </a:lnTo>
                <a:lnTo>
                  <a:pt x="1010" y="751"/>
                </a:lnTo>
                <a:lnTo>
                  <a:pt x="949" y="747"/>
                </a:lnTo>
                <a:lnTo>
                  <a:pt x="889" y="741"/>
                </a:lnTo>
                <a:lnTo>
                  <a:pt x="830" y="736"/>
                </a:lnTo>
                <a:lnTo>
                  <a:pt x="773" y="729"/>
                </a:lnTo>
                <a:lnTo>
                  <a:pt x="716" y="721"/>
                </a:lnTo>
                <a:lnTo>
                  <a:pt x="662" y="713"/>
                </a:lnTo>
                <a:lnTo>
                  <a:pt x="609" y="704"/>
                </a:lnTo>
                <a:lnTo>
                  <a:pt x="558" y="694"/>
                </a:lnTo>
                <a:lnTo>
                  <a:pt x="509" y="683"/>
                </a:lnTo>
                <a:lnTo>
                  <a:pt x="460" y="672"/>
                </a:lnTo>
                <a:lnTo>
                  <a:pt x="414" y="660"/>
                </a:lnTo>
                <a:lnTo>
                  <a:pt x="371" y="648"/>
                </a:lnTo>
                <a:lnTo>
                  <a:pt x="329" y="634"/>
                </a:lnTo>
                <a:lnTo>
                  <a:pt x="290" y="621"/>
                </a:lnTo>
                <a:lnTo>
                  <a:pt x="252" y="606"/>
                </a:lnTo>
                <a:lnTo>
                  <a:pt x="217" y="591"/>
                </a:lnTo>
                <a:lnTo>
                  <a:pt x="183" y="576"/>
                </a:lnTo>
                <a:lnTo>
                  <a:pt x="153" y="560"/>
                </a:lnTo>
                <a:lnTo>
                  <a:pt x="125" y="544"/>
                </a:lnTo>
                <a:lnTo>
                  <a:pt x="100" y="528"/>
                </a:lnTo>
                <a:lnTo>
                  <a:pt x="77" y="510"/>
                </a:lnTo>
                <a:lnTo>
                  <a:pt x="57" y="492"/>
                </a:lnTo>
                <a:lnTo>
                  <a:pt x="39" y="475"/>
                </a:lnTo>
                <a:lnTo>
                  <a:pt x="26" y="456"/>
                </a:lnTo>
                <a:lnTo>
                  <a:pt x="15" y="437"/>
                </a:lnTo>
                <a:lnTo>
                  <a:pt x="7" y="419"/>
                </a:lnTo>
                <a:lnTo>
                  <a:pt x="1" y="399"/>
                </a:lnTo>
                <a:lnTo>
                  <a:pt x="0" y="380"/>
                </a:lnTo>
                <a:lnTo>
                  <a:pt x="1" y="361"/>
                </a:lnTo>
                <a:lnTo>
                  <a:pt x="7" y="341"/>
                </a:lnTo>
                <a:lnTo>
                  <a:pt x="15" y="322"/>
                </a:lnTo>
                <a:lnTo>
                  <a:pt x="26" y="303"/>
                </a:lnTo>
                <a:lnTo>
                  <a:pt x="39" y="285"/>
                </a:lnTo>
                <a:lnTo>
                  <a:pt x="57" y="268"/>
                </a:lnTo>
                <a:lnTo>
                  <a:pt x="77" y="249"/>
                </a:lnTo>
                <a:lnTo>
                  <a:pt x="100" y="233"/>
                </a:lnTo>
                <a:lnTo>
                  <a:pt x="125" y="215"/>
                </a:lnTo>
                <a:lnTo>
                  <a:pt x="153" y="199"/>
                </a:lnTo>
                <a:lnTo>
                  <a:pt x="183" y="182"/>
                </a:lnTo>
                <a:lnTo>
                  <a:pt x="217" y="168"/>
                </a:lnTo>
                <a:lnTo>
                  <a:pt x="252" y="153"/>
                </a:lnTo>
                <a:lnTo>
                  <a:pt x="290" y="138"/>
                </a:lnTo>
                <a:lnTo>
                  <a:pt x="329" y="124"/>
                </a:lnTo>
                <a:lnTo>
                  <a:pt x="371" y="111"/>
                </a:lnTo>
                <a:lnTo>
                  <a:pt x="414" y="99"/>
                </a:lnTo>
                <a:lnTo>
                  <a:pt x="460" y="86"/>
                </a:lnTo>
                <a:lnTo>
                  <a:pt x="509" y="76"/>
                </a:lnTo>
                <a:lnTo>
                  <a:pt x="558" y="65"/>
                </a:lnTo>
                <a:lnTo>
                  <a:pt x="609" y="55"/>
                </a:lnTo>
                <a:lnTo>
                  <a:pt x="662" y="46"/>
                </a:lnTo>
                <a:lnTo>
                  <a:pt x="716" y="38"/>
                </a:lnTo>
                <a:lnTo>
                  <a:pt x="773" y="30"/>
                </a:lnTo>
                <a:lnTo>
                  <a:pt x="830" y="23"/>
                </a:lnTo>
                <a:lnTo>
                  <a:pt x="889" y="17"/>
                </a:lnTo>
                <a:lnTo>
                  <a:pt x="949" y="12"/>
                </a:lnTo>
                <a:lnTo>
                  <a:pt x="1010" y="8"/>
                </a:lnTo>
                <a:lnTo>
                  <a:pt x="1072" y="4"/>
                </a:lnTo>
                <a:lnTo>
                  <a:pt x="1136" y="1"/>
                </a:lnTo>
                <a:lnTo>
                  <a:pt x="1199" y="0"/>
                </a:lnTo>
                <a:lnTo>
                  <a:pt x="1264" y="0"/>
                </a:lnTo>
                <a:close/>
              </a:path>
            </a:pathLst>
          </a:custGeom>
          <a:solidFill>
            <a:srgbClr val="49994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24" name="Freeform 76"/>
          <p:cNvSpPr>
            <a:spLocks/>
          </p:cNvSpPr>
          <p:nvPr/>
        </p:nvSpPr>
        <p:spPr bwMode="auto">
          <a:xfrm>
            <a:off x="5662613" y="3798888"/>
            <a:ext cx="942975" cy="628650"/>
          </a:xfrm>
          <a:custGeom>
            <a:avLst/>
            <a:gdLst/>
            <a:ahLst/>
            <a:cxnLst>
              <a:cxn ang="0">
                <a:pos x="545" y="201"/>
              </a:cxn>
              <a:cxn ang="0">
                <a:pos x="483" y="195"/>
              </a:cxn>
              <a:cxn ang="0">
                <a:pos x="414" y="190"/>
              </a:cxn>
              <a:cxn ang="0">
                <a:pos x="393" y="136"/>
              </a:cxn>
              <a:cxn ang="0">
                <a:pos x="419" y="87"/>
              </a:cxn>
              <a:cxn ang="0">
                <a:pos x="398" y="0"/>
              </a:cxn>
              <a:cxn ang="0">
                <a:pos x="253" y="0"/>
              </a:cxn>
              <a:cxn ang="0">
                <a:pos x="65" y="33"/>
              </a:cxn>
              <a:cxn ang="0">
                <a:pos x="86" y="71"/>
              </a:cxn>
              <a:cxn ang="0">
                <a:pos x="48" y="109"/>
              </a:cxn>
              <a:cxn ang="0">
                <a:pos x="0" y="174"/>
              </a:cxn>
              <a:cxn ang="0">
                <a:pos x="32" y="233"/>
              </a:cxn>
              <a:cxn ang="0">
                <a:pos x="92" y="260"/>
              </a:cxn>
              <a:cxn ang="0">
                <a:pos x="199" y="255"/>
              </a:cxn>
              <a:cxn ang="0">
                <a:pos x="274" y="293"/>
              </a:cxn>
              <a:cxn ang="0">
                <a:pos x="296" y="369"/>
              </a:cxn>
              <a:cxn ang="0">
                <a:pos x="467" y="396"/>
              </a:cxn>
              <a:cxn ang="0">
                <a:pos x="594" y="379"/>
              </a:cxn>
              <a:cxn ang="0">
                <a:pos x="594" y="255"/>
              </a:cxn>
              <a:cxn ang="0">
                <a:pos x="545" y="201"/>
              </a:cxn>
            </a:cxnLst>
            <a:rect l="0" t="0" r="r" b="b"/>
            <a:pathLst>
              <a:path w="594" h="396">
                <a:moveTo>
                  <a:pt x="545" y="201"/>
                </a:moveTo>
                <a:lnTo>
                  <a:pt x="483" y="195"/>
                </a:lnTo>
                <a:lnTo>
                  <a:pt x="414" y="190"/>
                </a:lnTo>
                <a:lnTo>
                  <a:pt x="393" y="136"/>
                </a:lnTo>
                <a:lnTo>
                  <a:pt x="419" y="87"/>
                </a:lnTo>
                <a:lnTo>
                  <a:pt x="398" y="0"/>
                </a:lnTo>
                <a:lnTo>
                  <a:pt x="253" y="0"/>
                </a:lnTo>
                <a:lnTo>
                  <a:pt x="65" y="33"/>
                </a:lnTo>
                <a:lnTo>
                  <a:pt x="86" y="71"/>
                </a:lnTo>
                <a:lnTo>
                  <a:pt x="48" y="109"/>
                </a:lnTo>
                <a:lnTo>
                  <a:pt x="0" y="174"/>
                </a:lnTo>
                <a:lnTo>
                  <a:pt x="32" y="233"/>
                </a:lnTo>
                <a:lnTo>
                  <a:pt x="92" y="260"/>
                </a:lnTo>
                <a:lnTo>
                  <a:pt x="199" y="255"/>
                </a:lnTo>
                <a:lnTo>
                  <a:pt x="274" y="293"/>
                </a:lnTo>
                <a:lnTo>
                  <a:pt x="296" y="369"/>
                </a:lnTo>
                <a:lnTo>
                  <a:pt x="467" y="396"/>
                </a:lnTo>
                <a:lnTo>
                  <a:pt x="594" y="379"/>
                </a:lnTo>
                <a:lnTo>
                  <a:pt x="594" y="255"/>
                </a:lnTo>
                <a:lnTo>
                  <a:pt x="545" y="201"/>
                </a:lnTo>
                <a:close/>
              </a:path>
            </a:pathLst>
          </a:custGeom>
          <a:solidFill>
            <a:srgbClr val="147A0A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57" name="Freeform 109"/>
          <p:cNvSpPr>
            <a:spLocks/>
          </p:cNvSpPr>
          <p:nvPr/>
        </p:nvSpPr>
        <p:spPr bwMode="auto">
          <a:xfrm>
            <a:off x="5929322" y="2609850"/>
            <a:ext cx="554028" cy="1533530"/>
          </a:xfrm>
          <a:custGeom>
            <a:avLst/>
            <a:gdLst/>
            <a:ahLst/>
            <a:cxnLst>
              <a:cxn ang="0">
                <a:pos x="422" y="0"/>
              </a:cxn>
              <a:cxn ang="0">
                <a:pos x="117" y="1007"/>
              </a:cxn>
              <a:cxn ang="0">
                <a:pos x="34" y="1007"/>
              </a:cxn>
              <a:cxn ang="0">
                <a:pos x="0" y="1053"/>
              </a:cxn>
              <a:cxn ang="0">
                <a:pos x="180" y="1053"/>
              </a:cxn>
              <a:cxn ang="0">
                <a:pos x="201" y="1001"/>
              </a:cxn>
              <a:cxn ang="0">
                <a:pos x="153" y="1005"/>
              </a:cxn>
              <a:cxn ang="0">
                <a:pos x="444" y="0"/>
              </a:cxn>
              <a:cxn ang="0">
                <a:pos x="422" y="0"/>
              </a:cxn>
            </a:cxnLst>
            <a:rect l="0" t="0" r="r" b="b"/>
            <a:pathLst>
              <a:path w="444" h="1053">
                <a:moveTo>
                  <a:pt x="422" y="0"/>
                </a:moveTo>
                <a:lnTo>
                  <a:pt x="117" y="1007"/>
                </a:lnTo>
                <a:lnTo>
                  <a:pt x="34" y="1007"/>
                </a:lnTo>
                <a:lnTo>
                  <a:pt x="0" y="1053"/>
                </a:lnTo>
                <a:lnTo>
                  <a:pt x="180" y="1053"/>
                </a:lnTo>
                <a:lnTo>
                  <a:pt x="201" y="1001"/>
                </a:lnTo>
                <a:lnTo>
                  <a:pt x="153" y="1005"/>
                </a:lnTo>
                <a:lnTo>
                  <a:pt x="444" y="0"/>
                </a:lnTo>
                <a:lnTo>
                  <a:pt x="422" y="0"/>
                </a:lnTo>
                <a:close/>
              </a:path>
            </a:pathLst>
          </a:custGeom>
          <a:solidFill>
            <a:srgbClr val="1C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141" name="Группа 140"/>
          <p:cNvGrpSpPr/>
          <p:nvPr/>
        </p:nvGrpSpPr>
        <p:grpSpPr>
          <a:xfrm>
            <a:off x="5627688" y="728663"/>
            <a:ext cx="1730375" cy="3717925"/>
            <a:chOff x="5627688" y="728663"/>
            <a:chExt cx="1730375" cy="3717925"/>
          </a:xfrm>
        </p:grpSpPr>
        <p:sp>
          <p:nvSpPr>
            <p:cNvPr id="2125" name="Freeform 77"/>
            <p:cNvSpPr>
              <a:spLocks/>
            </p:cNvSpPr>
            <p:nvPr/>
          </p:nvSpPr>
          <p:spPr bwMode="auto">
            <a:xfrm>
              <a:off x="6521450" y="2836863"/>
              <a:ext cx="334963" cy="1311275"/>
            </a:xfrm>
            <a:custGeom>
              <a:avLst/>
              <a:gdLst/>
              <a:ahLst/>
              <a:cxnLst>
                <a:cxn ang="0">
                  <a:pos x="16" y="29"/>
                </a:cxn>
                <a:cxn ang="0">
                  <a:pos x="16" y="83"/>
                </a:cxn>
                <a:cxn ang="0">
                  <a:pos x="4" y="127"/>
                </a:cxn>
                <a:cxn ang="0">
                  <a:pos x="0" y="172"/>
                </a:cxn>
                <a:cxn ang="0">
                  <a:pos x="7" y="214"/>
                </a:cxn>
                <a:cxn ang="0">
                  <a:pos x="27" y="249"/>
                </a:cxn>
                <a:cxn ang="0">
                  <a:pos x="34" y="333"/>
                </a:cxn>
                <a:cxn ang="0">
                  <a:pos x="32" y="429"/>
                </a:cxn>
                <a:cxn ang="0">
                  <a:pos x="35" y="524"/>
                </a:cxn>
                <a:cxn ang="0">
                  <a:pos x="42" y="620"/>
                </a:cxn>
                <a:cxn ang="0">
                  <a:pos x="54" y="716"/>
                </a:cxn>
                <a:cxn ang="0">
                  <a:pos x="54" y="799"/>
                </a:cxn>
                <a:cxn ang="0">
                  <a:pos x="110" y="826"/>
                </a:cxn>
                <a:cxn ang="0">
                  <a:pos x="191" y="805"/>
                </a:cxn>
                <a:cxn ang="0">
                  <a:pos x="211" y="0"/>
                </a:cxn>
                <a:cxn ang="0">
                  <a:pos x="16" y="29"/>
                </a:cxn>
              </a:cxnLst>
              <a:rect l="0" t="0" r="r" b="b"/>
              <a:pathLst>
                <a:path w="211" h="826">
                  <a:moveTo>
                    <a:pt x="16" y="29"/>
                  </a:moveTo>
                  <a:lnTo>
                    <a:pt x="16" y="83"/>
                  </a:lnTo>
                  <a:lnTo>
                    <a:pt x="4" y="127"/>
                  </a:lnTo>
                  <a:lnTo>
                    <a:pt x="0" y="172"/>
                  </a:lnTo>
                  <a:lnTo>
                    <a:pt x="7" y="214"/>
                  </a:lnTo>
                  <a:lnTo>
                    <a:pt x="27" y="249"/>
                  </a:lnTo>
                  <a:lnTo>
                    <a:pt x="34" y="333"/>
                  </a:lnTo>
                  <a:lnTo>
                    <a:pt x="32" y="429"/>
                  </a:lnTo>
                  <a:lnTo>
                    <a:pt x="35" y="524"/>
                  </a:lnTo>
                  <a:lnTo>
                    <a:pt x="42" y="620"/>
                  </a:lnTo>
                  <a:lnTo>
                    <a:pt x="54" y="716"/>
                  </a:lnTo>
                  <a:lnTo>
                    <a:pt x="54" y="799"/>
                  </a:lnTo>
                  <a:lnTo>
                    <a:pt x="110" y="826"/>
                  </a:lnTo>
                  <a:lnTo>
                    <a:pt x="191" y="805"/>
                  </a:lnTo>
                  <a:lnTo>
                    <a:pt x="211" y="0"/>
                  </a:lnTo>
                  <a:lnTo>
                    <a:pt x="16" y="29"/>
                  </a:lnTo>
                  <a:close/>
                </a:path>
              </a:pathLst>
            </a:custGeom>
            <a:solidFill>
              <a:srgbClr val="9942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26" name="Freeform 78"/>
            <p:cNvSpPr>
              <a:spLocks/>
            </p:cNvSpPr>
            <p:nvPr/>
          </p:nvSpPr>
          <p:spPr bwMode="auto">
            <a:xfrm>
              <a:off x="5627688" y="733425"/>
              <a:ext cx="446088" cy="603250"/>
            </a:xfrm>
            <a:custGeom>
              <a:avLst/>
              <a:gdLst/>
              <a:ahLst/>
              <a:cxnLst>
                <a:cxn ang="0">
                  <a:pos x="233" y="42"/>
                </a:cxn>
                <a:cxn ang="0">
                  <a:pos x="168" y="0"/>
                </a:cxn>
                <a:cxn ang="0">
                  <a:pos x="97" y="6"/>
                </a:cxn>
                <a:cxn ang="0">
                  <a:pos x="36" y="62"/>
                </a:cxn>
                <a:cxn ang="0">
                  <a:pos x="12" y="94"/>
                </a:cxn>
                <a:cxn ang="0">
                  <a:pos x="0" y="153"/>
                </a:cxn>
                <a:cxn ang="0">
                  <a:pos x="50" y="248"/>
                </a:cxn>
                <a:cxn ang="0">
                  <a:pos x="36" y="278"/>
                </a:cxn>
                <a:cxn ang="0">
                  <a:pos x="16" y="360"/>
                </a:cxn>
                <a:cxn ang="0">
                  <a:pos x="41" y="380"/>
                </a:cxn>
                <a:cxn ang="0">
                  <a:pos x="78" y="352"/>
                </a:cxn>
                <a:cxn ang="0">
                  <a:pos x="116" y="307"/>
                </a:cxn>
                <a:cxn ang="0">
                  <a:pos x="221" y="133"/>
                </a:cxn>
                <a:cxn ang="0">
                  <a:pos x="281" y="92"/>
                </a:cxn>
                <a:cxn ang="0">
                  <a:pos x="265" y="50"/>
                </a:cxn>
                <a:cxn ang="0">
                  <a:pos x="233" y="42"/>
                </a:cxn>
              </a:cxnLst>
              <a:rect l="0" t="0" r="r" b="b"/>
              <a:pathLst>
                <a:path w="281" h="380">
                  <a:moveTo>
                    <a:pt x="233" y="42"/>
                  </a:moveTo>
                  <a:lnTo>
                    <a:pt x="168" y="0"/>
                  </a:lnTo>
                  <a:lnTo>
                    <a:pt x="97" y="6"/>
                  </a:lnTo>
                  <a:lnTo>
                    <a:pt x="36" y="62"/>
                  </a:lnTo>
                  <a:lnTo>
                    <a:pt x="12" y="94"/>
                  </a:lnTo>
                  <a:lnTo>
                    <a:pt x="0" y="153"/>
                  </a:lnTo>
                  <a:lnTo>
                    <a:pt x="50" y="248"/>
                  </a:lnTo>
                  <a:lnTo>
                    <a:pt x="36" y="278"/>
                  </a:lnTo>
                  <a:lnTo>
                    <a:pt x="16" y="360"/>
                  </a:lnTo>
                  <a:lnTo>
                    <a:pt x="41" y="380"/>
                  </a:lnTo>
                  <a:lnTo>
                    <a:pt x="78" y="352"/>
                  </a:lnTo>
                  <a:lnTo>
                    <a:pt x="116" y="307"/>
                  </a:lnTo>
                  <a:lnTo>
                    <a:pt x="221" y="133"/>
                  </a:lnTo>
                  <a:lnTo>
                    <a:pt x="281" y="92"/>
                  </a:lnTo>
                  <a:lnTo>
                    <a:pt x="265" y="50"/>
                  </a:lnTo>
                  <a:lnTo>
                    <a:pt x="233" y="42"/>
                  </a:lnTo>
                  <a:close/>
                </a:path>
              </a:pathLst>
            </a:custGeom>
            <a:solidFill>
              <a:srgbClr val="77002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27" name="Freeform 79"/>
            <p:cNvSpPr>
              <a:spLocks/>
            </p:cNvSpPr>
            <p:nvPr/>
          </p:nvSpPr>
          <p:spPr bwMode="auto">
            <a:xfrm>
              <a:off x="6642100" y="2871788"/>
              <a:ext cx="420688" cy="1352550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238" y="96"/>
                </a:cxn>
                <a:cxn ang="0">
                  <a:pos x="204" y="178"/>
                </a:cxn>
                <a:cxn ang="0">
                  <a:pos x="184" y="220"/>
                </a:cxn>
                <a:cxn ang="0">
                  <a:pos x="184" y="276"/>
                </a:cxn>
                <a:cxn ang="0">
                  <a:pos x="201" y="329"/>
                </a:cxn>
                <a:cxn ang="0">
                  <a:pos x="212" y="380"/>
                </a:cxn>
                <a:cxn ang="0">
                  <a:pos x="216" y="432"/>
                </a:cxn>
                <a:cxn ang="0">
                  <a:pos x="216" y="482"/>
                </a:cxn>
                <a:cxn ang="0">
                  <a:pos x="211" y="532"/>
                </a:cxn>
                <a:cxn ang="0">
                  <a:pos x="204" y="582"/>
                </a:cxn>
                <a:cxn ang="0">
                  <a:pos x="195" y="635"/>
                </a:cxn>
                <a:cxn ang="0">
                  <a:pos x="184" y="687"/>
                </a:cxn>
                <a:cxn ang="0">
                  <a:pos x="184" y="763"/>
                </a:cxn>
                <a:cxn ang="0">
                  <a:pos x="184" y="852"/>
                </a:cxn>
                <a:cxn ang="0">
                  <a:pos x="122" y="852"/>
                </a:cxn>
                <a:cxn ang="0">
                  <a:pos x="54" y="797"/>
                </a:cxn>
                <a:cxn ang="0">
                  <a:pos x="67" y="694"/>
                </a:cxn>
                <a:cxn ang="0">
                  <a:pos x="54" y="537"/>
                </a:cxn>
                <a:cxn ang="0">
                  <a:pos x="47" y="414"/>
                </a:cxn>
                <a:cxn ang="0">
                  <a:pos x="47" y="296"/>
                </a:cxn>
                <a:cxn ang="0">
                  <a:pos x="20" y="254"/>
                </a:cxn>
                <a:cxn ang="0">
                  <a:pos x="0" y="172"/>
                </a:cxn>
                <a:cxn ang="0">
                  <a:pos x="20" y="116"/>
                </a:cxn>
                <a:cxn ang="0">
                  <a:pos x="20" y="27"/>
                </a:cxn>
                <a:cxn ang="0">
                  <a:pos x="122" y="13"/>
                </a:cxn>
                <a:cxn ang="0">
                  <a:pos x="265" y="0"/>
                </a:cxn>
              </a:cxnLst>
              <a:rect l="0" t="0" r="r" b="b"/>
              <a:pathLst>
                <a:path w="265" h="852">
                  <a:moveTo>
                    <a:pt x="265" y="0"/>
                  </a:moveTo>
                  <a:lnTo>
                    <a:pt x="238" y="96"/>
                  </a:lnTo>
                  <a:lnTo>
                    <a:pt x="204" y="178"/>
                  </a:lnTo>
                  <a:lnTo>
                    <a:pt x="184" y="220"/>
                  </a:lnTo>
                  <a:lnTo>
                    <a:pt x="184" y="276"/>
                  </a:lnTo>
                  <a:lnTo>
                    <a:pt x="201" y="329"/>
                  </a:lnTo>
                  <a:lnTo>
                    <a:pt x="212" y="380"/>
                  </a:lnTo>
                  <a:lnTo>
                    <a:pt x="216" y="432"/>
                  </a:lnTo>
                  <a:lnTo>
                    <a:pt x="216" y="482"/>
                  </a:lnTo>
                  <a:lnTo>
                    <a:pt x="211" y="532"/>
                  </a:lnTo>
                  <a:lnTo>
                    <a:pt x="204" y="582"/>
                  </a:lnTo>
                  <a:lnTo>
                    <a:pt x="195" y="635"/>
                  </a:lnTo>
                  <a:lnTo>
                    <a:pt x="184" y="687"/>
                  </a:lnTo>
                  <a:lnTo>
                    <a:pt x="184" y="763"/>
                  </a:lnTo>
                  <a:lnTo>
                    <a:pt x="184" y="852"/>
                  </a:lnTo>
                  <a:lnTo>
                    <a:pt x="122" y="852"/>
                  </a:lnTo>
                  <a:lnTo>
                    <a:pt x="54" y="797"/>
                  </a:lnTo>
                  <a:lnTo>
                    <a:pt x="67" y="694"/>
                  </a:lnTo>
                  <a:lnTo>
                    <a:pt x="54" y="537"/>
                  </a:lnTo>
                  <a:lnTo>
                    <a:pt x="47" y="414"/>
                  </a:lnTo>
                  <a:lnTo>
                    <a:pt x="47" y="296"/>
                  </a:lnTo>
                  <a:lnTo>
                    <a:pt x="20" y="254"/>
                  </a:lnTo>
                  <a:lnTo>
                    <a:pt x="0" y="172"/>
                  </a:lnTo>
                  <a:lnTo>
                    <a:pt x="20" y="116"/>
                  </a:lnTo>
                  <a:lnTo>
                    <a:pt x="20" y="27"/>
                  </a:lnTo>
                  <a:lnTo>
                    <a:pt x="122" y="13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rgbClr val="9942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28" name="Freeform 80"/>
            <p:cNvSpPr>
              <a:spLocks/>
            </p:cNvSpPr>
            <p:nvPr/>
          </p:nvSpPr>
          <p:spPr bwMode="auto">
            <a:xfrm>
              <a:off x="6230938" y="4057650"/>
              <a:ext cx="587375" cy="287338"/>
            </a:xfrm>
            <a:custGeom>
              <a:avLst/>
              <a:gdLst/>
              <a:ahLst/>
              <a:cxnLst>
                <a:cxn ang="0">
                  <a:pos x="233" y="0"/>
                </a:cxn>
                <a:cxn ang="0">
                  <a:pos x="203" y="17"/>
                </a:cxn>
                <a:cxn ang="0">
                  <a:pos x="153" y="70"/>
                </a:cxn>
                <a:cxn ang="0">
                  <a:pos x="99" y="96"/>
                </a:cxn>
                <a:cxn ang="0">
                  <a:pos x="31" y="107"/>
                </a:cxn>
                <a:cxn ang="0">
                  <a:pos x="6" y="122"/>
                </a:cxn>
                <a:cxn ang="0">
                  <a:pos x="0" y="162"/>
                </a:cxn>
                <a:cxn ang="0">
                  <a:pos x="197" y="181"/>
                </a:cxn>
                <a:cxn ang="0">
                  <a:pos x="370" y="162"/>
                </a:cxn>
                <a:cxn ang="0">
                  <a:pos x="364" y="38"/>
                </a:cxn>
                <a:cxn ang="0">
                  <a:pos x="302" y="38"/>
                </a:cxn>
                <a:cxn ang="0">
                  <a:pos x="255" y="22"/>
                </a:cxn>
                <a:cxn ang="0">
                  <a:pos x="233" y="0"/>
                </a:cxn>
              </a:cxnLst>
              <a:rect l="0" t="0" r="r" b="b"/>
              <a:pathLst>
                <a:path w="370" h="181">
                  <a:moveTo>
                    <a:pt x="233" y="0"/>
                  </a:moveTo>
                  <a:lnTo>
                    <a:pt x="203" y="17"/>
                  </a:lnTo>
                  <a:lnTo>
                    <a:pt x="153" y="70"/>
                  </a:lnTo>
                  <a:lnTo>
                    <a:pt x="99" y="96"/>
                  </a:lnTo>
                  <a:lnTo>
                    <a:pt x="31" y="107"/>
                  </a:lnTo>
                  <a:lnTo>
                    <a:pt x="6" y="122"/>
                  </a:lnTo>
                  <a:lnTo>
                    <a:pt x="0" y="162"/>
                  </a:lnTo>
                  <a:lnTo>
                    <a:pt x="197" y="181"/>
                  </a:lnTo>
                  <a:lnTo>
                    <a:pt x="370" y="162"/>
                  </a:lnTo>
                  <a:lnTo>
                    <a:pt x="364" y="38"/>
                  </a:lnTo>
                  <a:lnTo>
                    <a:pt x="302" y="38"/>
                  </a:lnTo>
                  <a:lnTo>
                    <a:pt x="255" y="22"/>
                  </a:lnTo>
                  <a:lnTo>
                    <a:pt x="233" y="0"/>
                  </a:lnTo>
                  <a:close/>
                </a:path>
              </a:pathLst>
            </a:custGeom>
            <a:solidFill>
              <a:srgbClr val="C1C4CC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29" name="Freeform 81"/>
            <p:cNvSpPr>
              <a:spLocks/>
            </p:cNvSpPr>
            <p:nvPr/>
          </p:nvSpPr>
          <p:spPr bwMode="auto">
            <a:xfrm>
              <a:off x="6337300" y="1892300"/>
              <a:ext cx="233363" cy="846138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6" y="92"/>
                </a:cxn>
                <a:cxn ang="0">
                  <a:pos x="16" y="143"/>
                </a:cxn>
                <a:cxn ang="0">
                  <a:pos x="25" y="195"/>
                </a:cxn>
                <a:cxn ang="0">
                  <a:pos x="35" y="246"/>
                </a:cxn>
                <a:cxn ang="0">
                  <a:pos x="31" y="316"/>
                </a:cxn>
                <a:cxn ang="0">
                  <a:pos x="15" y="383"/>
                </a:cxn>
                <a:cxn ang="0">
                  <a:pos x="10" y="429"/>
                </a:cxn>
                <a:cxn ang="0">
                  <a:pos x="10" y="453"/>
                </a:cxn>
                <a:cxn ang="0">
                  <a:pos x="35" y="507"/>
                </a:cxn>
                <a:cxn ang="0">
                  <a:pos x="71" y="533"/>
                </a:cxn>
                <a:cxn ang="0">
                  <a:pos x="105" y="525"/>
                </a:cxn>
                <a:cxn ang="0">
                  <a:pos x="93" y="487"/>
                </a:cxn>
                <a:cxn ang="0">
                  <a:pos x="123" y="471"/>
                </a:cxn>
                <a:cxn ang="0">
                  <a:pos x="131" y="425"/>
                </a:cxn>
                <a:cxn ang="0">
                  <a:pos x="127" y="366"/>
                </a:cxn>
                <a:cxn ang="0">
                  <a:pos x="107" y="192"/>
                </a:cxn>
                <a:cxn ang="0">
                  <a:pos x="147" y="0"/>
                </a:cxn>
                <a:cxn ang="0">
                  <a:pos x="31" y="33"/>
                </a:cxn>
                <a:cxn ang="0">
                  <a:pos x="0" y="40"/>
                </a:cxn>
              </a:cxnLst>
              <a:rect l="0" t="0" r="r" b="b"/>
              <a:pathLst>
                <a:path w="147" h="533">
                  <a:moveTo>
                    <a:pt x="0" y="40"/>
                  </a:moveTo>
                  <a:lnTo>
                    <a:pt x="6" y="92"/>
                  </a:lnTo>
                  <a:lnTo>
                    <a:pt x="16" y="143"/>
                  </a:lnTo>
                  <a:lnTo>
                    <a:pt x="25" y="195"/>
                  </a:lnTo>
                  <a:lnTo>
                    <a:pt x="35" y="246"/>
                  </a:lnTo>
                  <a:lnTo>
                    <a:pt x="31" y="316"/>
                  </a:lnTo>
                  <a:lnTo>
                    <a:pt x="15" y="383"/>
                  </a:lnTo>
                  <a:lnTo>
                    <a:pt x="10" y="429"/>
                  </a:lnTo>
                  <a:lnTo>
                    <a:pt x="10" y="453"/>
                  </a:lnTo>
                  <a:lnTo>
                    <a:pt x="35" y="507"/>
                  </a:lnTo>
                  <a:lnTo>
                    <a:pt x="71" y="533"/>
                  </a:lnTo>
                  <a:lnTo>
                    <a:pt x="105" y="525"/>
                  </a:lnTo>
                  <a:lnTo>
                    <a:pt x="93" y="487"/>
                  </a:lnTo>
                  <a:lnTo>
                    <a:pt x="123" y="471"/>
                  </a:lnTo>
                  <a:lnTo>
                    <a:pt x="131" y="425"/>
                  </a:lnTo>
                  <a:lnTo>
                    <a:pt x="127" y="366"/>
                  </a:lnTo>
                  <a:lnTo>
                    <a:pt x="107" y="192"/>
                  </a:lnTo>
                  <a:lnTo>
                    <a:pt x="147" y="0"/>
                  </a:lnTo>
                  <a:lnTo>
                    <a:pt x="31" y="33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9942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30" name="Freeform 82"/>
            <p:cNvSpPr>
              <a:spLocks/>
            </p:cNvSpPr>
            <p:nvPr/>
          </p:nvSpPr>
          <p:spPr bwMode="auto">
            <a:xfrm>
              <a:off x="6521450" y="1716088"/>
              <a:ext cx="836613" cy="1209675"/>
            </a:xfrm>
            <a:custGeom>
              <a:avLst/>
              <a:gdLst/>
              <a:ahLst/>
              <a:cxnLst>
                <a:cxn ang="0">
                  <a:pos x="135" y="111"/>
                </a:cxn>
                <a:cxn ang="0">
                  <a:pos x="208" y="73"/>
                </a:cxn>
                <a:cxn ang="0">
                  <a:pos x="329" y="0"/>
                </a:cxn>
                <a:cxn ang="0">
                  <a:pos x="345" y="65"/>
                </a:cxn>
                <a:cxn ang="0">
                  <a:pos x="394" y="105"/>
                </a:cxn>
                <a:cxn ang="0">
                  <a:pos x="428" y="144"/>
                </a:cxn>
                <a:cxn ang="0">
                  <a:pos x="452" y="185"/>
                </a:cxn>
                <a:cxn ang="0">
                  <a:pos x="467" y="227"/>
                </a:cxn>
                <a:cxn ang="0">
                  <a:pos x="475" y="273"/>
                </a:cxn>
                <a:cxn ang="0">
                  <a:pos x="481" y="323"/>
                </a:cxn>
                <a:cxn ang="0">
                  <a:pos x="485" y="379"/>
                </a:cxn>
                <a:cxn ang="0">
                  <a:pos x="491" y="441"/>
                </a:cxn>
                <a:cxn ang="0">
                  <a:pos x="527" y="706"/>
                </a:cxn>
                <a:cxn ang="0">
                  <a:pos x="428" y="735"/>
                </a:cxn>
                <a:cxn ang="0">
                  <a:pos x="254" y="762"/>
                </a:cxn>
                <a:cxn ang="0">
                  <a:pos x="135" y="762"/>
                </a:cxn>
                <a:cxn ang="0">
                  <a:pos x="0" y="762"/>
                </a:cxn>
                <a:cxn ang="0">
                  <a:pos x="0" y="624"/>
                </a:cxn>
                <a:cxn ang="0">
                  <a:pos x="27" y="533"/>
                </a:cxn>
                <a:cxn ang="0">
                  <a:pos x="18" y="422"/>
                </a:cxn>
                <a:cxn ang="0">
                  <a:pos x="18" y="230"/>
                </a:cxn>
                <a:cxn ang="0">
                  <a:pos x="18" y="92"/>
                </a:cxn>
                <a:cxn ang="0">
                  <a:pos x="135" y="111"/>
                </a:cxn>
              </a:cxnLst>
              <a:rect l="0" t="0" r="r" b="b"/>
              <a:pathLst>
                <a:path w="527" h="762">
                  <a:moveTo>
                    <a:pt x="135" y="111"/>
                  </a:moveTo>
                  <a:lnTo>
                    <a:pt x="208" y="73"/>
                  </a:lnTo>
                  <a:lnTo>
                    <a:pt x="329" y="0"/>
                  </a:lnTo>
                  <a:lnTo>
                    <a:pt x="345" y="65"/>
                  </a:lnTo>
                  <a:lnTo>
                    <a:pt x="394" y="105"/>
                  </a:lnTo>
                  <a:lnTo>
                    <a:pt x="428" y="144"/>
                  </a:lnTo>
                  <a:lnTo>
                    <a:pt x="452" y="185"/>
                  </a:lnTo>
                  <a:lnTo>
                    <a:pt x="467" y="227"/>
                  </a:lnTo>
                  <a:lnTo>
                    <a:pt x="475" y="273"/>
                  </a:lnTo>
                  <a:lnTo>
                    <a:pt x="481" y="323"/>
                  </a:lnTo>
                  <a:lnTo>
                    <a:pt x="485" y="379"/>
                  </a:lnTo>
                  <a:lnTo>
                    <a:pt x="491" y="441"/>
                  </a:lnTo>
                  <a:lnTo>
                    <a:pt x="527" y="706"/>
                  </a:lnTo>
                  <a:lnTo>
                    <a:pt x="428" y="735"/>
                  </a:lnTo>
                  <a:lnTo>
                    <a:pt x="254" y="762"/>
                  </a:lnTo>
                  <a:lnTo>
                    <a:pt x="135" y="762"/>
                  </a:lnTo>
                  <a:lnTo>
                    <a:pt x="0" y="762"/>
                  </a:lnTo>
                  <a:lnTo>
                    <a:pt x="0" y="624"/>
                  </a:lnTo>
                  <a:lnTo>
                    <a:pt x="27" y="533"/>
                  </a:lnTo>
                  <a:lnTo>
                    <a:pt x="18" y="422"/>
                  </a:lnTo>
                  <a:lnTo>
                    <a:pt x="18" y="230"/>
                  </a:lnTo>
                  <a:lnTo>
                    <a:pt x="18" y="92"/>
                  </a:lnTo>
                  <a:lnTo>
                    <a:pt x="135" y="111"/>
                  </a:lnTo>
                  <a:close/>
                </a:path>
              </a:pathLst>
            </a:custGeom>
            <a:solidFill>
              <a:srgbClr val="1C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31" name="Freeform 83"/>
            <p:cNvSpPr>
              <a:spLocks/>
            </p:cNvSpPr>
            <p:nvPr/>
          </p:nvSpPr>
          <p:spPr bwMode="auto">
            <a:xfrm>
              <a:off x="6119813" y="976313"/>
              <a:ext cx="990600" cy="1016000"/>
            </a:xfrm>
            <a:custGeom>
              <a:avLst/>
              <a:gdLst/>
              <a:ahLst/>
              <a:cxnLst>
                <a:cxn ang="0">
                  <a:pos x="24" y="183"/>
                </a:cxn>
                <a:cxn ang="0">
                  <a:pos x="24" y="225"/>
                </a:cxn>
                <a:cxn ang="0">
                  <a:pos x="0" y="290"/>
                </a:cxn>
                <a:cxn ang="0">
                  <a:pos x="24" y="302"/>
                </a:cxn>
                <a:cxn ang="0">
                  <a:pos x="28" y="334"/>
                </a:cxn>
                <a:cxn ang="0">
                  <a:pos x="28" y="360"/>
                </a:cxn>
                <a:cxn ang="0">
                  <a:pos x="30" y="382"/>
                </a:cxn>
                <a:cxn ang="0">
                  <a:pos x="31" y="399"/>
                </a:cxn>
                <a:cxn ang="0">
                  <a:pos x="35" y="416"/>
                </a:cxn>
                <a:cxn ang="0">
                  <a:pos x="41" y="430"/>
                </a:cxn>
                <a:cxn ang="0">
                  <a:pos x="49" y="447"/>
                </a:cxn>
                <a:cxn ang="0">
                  <a:pos x="59" y="466"/>
                </a:cxn>
                <a:cxn ang="0">
                  <a:pos x="74" y="487"/>
                </a:cxn>
                <a:cxn ang="0">
                  <a:pos x="74" y="525"/>
                </a:cxn>
                <a:cxn ang="0">
                  <a:pos x="95" y="546"/>
                </a:cxn>
                <a:cxn ang="0">
                  <a:pos x="123" y="640"/>
                </a:cxn>
                <a:cxn ang="0">
                  <a:pos x="164" y="628"/>
                </a:cxn>
                <a:cxn ang="0">
                  <a:pos x="230" y="616"/>
                </a:cxn>
                <a:cxn ang="0">
                  <a:pos x="260" y="636"/>
                </a:cxn>
                <a:cxn ang="0">
                  <a:pos x="304" y="636"/>
                </a:cxn>
                <a:cxn ang="0">
                  <a:pos x="386" y="604"/>
                </a:cxn>
                <a:cxn ang="0">
                  <a:pos x="468" y="554"/>
                </a:cxn>
                <a:cxn ang="0">
                  <a:pos x="558" y="537"/>
                </a:cxn>
                <a:cxn ang="0">
                  <a:pos x="594" y="508"/>
                </a:cxn>
                <a:cxn ang="0">
                  <a:pos x="612" y="471"/>
                </a:cxn>
                <a:cxn ang="0">
                  <a:pos x="624" y="421"/>
                </a:cxn>
                <a:cxn ang="0">
                  <a:pos x="590" y="380"/>
                </a:cxn>
                <a:cxn ang="0">
                  <a:pos x="533" y="326"/>
                </a:cxn>
                <a:cxn ang="0">
                  <a:pos x="419" y="161"/>
                </a:cxn>
                <a:cxn ang="0">
                  <a:pos x="373" y="121"/>
                </a:cxn>
                <a:cxn ang="0">
                  <a:pos x="359" y="106"/>
                </a:cxn>
                <a:cxn ang="0">
                  <a:pos x="345" y="92"/>
                </a:cxn>
                <a:cxn ang="0">
                  <a:pos x="332" y="81"/>
                </a:cxn>
                <a:cxn ang="0">
                  <a:pos x="319" y="70"/>
                </a:cxn>
                <a:cxn ang="0">
                  <a:pos x="307" y="62"/>
                </a:cxn>
                <a:cxn ang="0">
                  <a:pos x="296" y="56"/>
                </a:cxn>
                <a:cxn ang="0">
                  <a:pos x="284" y="49"/>
                </a:cxn>
                <a:cxn ang="0">
                  <a:pos x="273" y="43"/>
                </a:cxn>
                <a:cxn ang="0">
                  <a:pos x="261" y="39"/>
                </a:cxn>
                <a:cxn ang="0">
                  <a:pos x="249" y="37"/>
                </a:cxn>
                <a:cxn ang="0">
                  <a:pos x="235" y="34"/>
                </a:cxn>
                <a:cxn ang="0">
                  <a:pos x="222" y="33"/>
                </a:cxn>
                <a:cxn ang="0">
                  <a:pos x="207" y="31"/>
                </a:cxn>
                <a:cxn ang="0">
                  <a:pos x="189" y="30"/>
                </a:cxn>
                <a:cxn ang="0">
                  <a:pos x="172" y="30"/>
                </a:cxn>
                <a:cxn ang="0">
                  <a:pos x="152" y="30"/>
                </a:cxn>
                <a:cxn ang="0">
                  <a:pos x="72" y="0"/>
                </a:cxn>
                <a:cxn ang="0">
                  <a:pos x="54" y="49"/>
                </a:cxn>
                <a:cxn ang="0">
                  <a:pos x="46" y="153"/>
                </a:cxn>
                <a:cxn ang="0">
                  <a:pos x="24" y="153"/>
                </a:cxn>
                <a:cxn ang="0">
                  <a:pos x="24" y="183"/>
                </a:cxn>
              </a:cxnLst>
              <a:rect l="0" t="0" r="r" b="b"/>
              <a:pathLst>
                <a:path w="624" h="640">
                  <a:moveTo>
                    <a:pt x="24" y="183"/>
                  </a:moveTo>
                  <a:lnTo>
                    <a:pt x="24" y="225"/>
                  </a:lnTo>
                  <a:lnTo>
                    <a:pt x="0" y="290"/>
                  </a:lnTo>
                  <a:lnTo>
                    <a:pt x="24" y="302"/>
                  </a:lnTo>
                  <a:lnTo>
                    <a:pt x="28" y="334"/>
                  </a:lnTo>
                  <a:lnTo>
                    <a:pt x="28" y="360"/>
                  </a:lnTo>
                  <a:lnTo>
                    <a:pt x="30" y="382"/>
                  </a:lnTo>
                  <a:lnTo>
                    <a:pt x="31" y="399"/>
                  </a:lnTo>
                  <a:lnTo>
                    <a:pt x="35" y="416"/>
                  </a:lnTo>
                  <a:lnTo>
                    <a:pt x="41" y="430"/>
                  </a:lnTo>
                  <a:lnTo>
                    <a:pt x="49" y="447"/>
                  </a:lnTo>
                  <a:lnTo>
                    <a:pt x="59" y="466"/>
                  </a:lnTo>
                  <a:lnTo>
                    <a:pt x="74" y="487"/>
                  </a:lnTo>
                  <a:lnTo>
                    <a:pt x="74" y="525"/>
                  </a:lnTo>
                  <a:lnTo>
                    <a:pt x="95" y="546"/>
                  </a:lnTo>
                  <a:lnTo>
                    <a:pt x="123" y="640"/>
                  </a:lnTo>
                  <a:lnTo>
                    <a:pt x="164" y="628"/>
                  </a:lnTo>
                  <a:lnTo>
                    <a:pt x="230" y="616"/>
                  </a:lnTo>
                  <a:lnTo>
                    <a:pt x="260" y="636"/>
                  </a:lnTo>
                  <a:lnTo>
                    <a:pt x="304" y="636"/>
                  </a:lnTo>
                  <a:lnTo>
                    <a:pt x="386" y="604"/>
                  </a:lnTo>
                  <a:lnTo>
                    <a:pt x="468" y="554"/>
                  </a:lnTo>
                  <a:lnTo>
                    <a:pt x="558" y="537"/>
                  </a:lnTo>
                  <a:lnTo>
                    <a:pt x="594" y="508"/>
                  </a:lnTo>
                  <a:lnTo>
                    <a:pt x="612" y="471"/>
                  </a:lnTo>
                  <a:lnTo>
                    <a:pt x="624" y="421"/>
                  </a:lnTo>
                  <a:lnTo>
                    <a:pt x="590" y="380"/>
                  </a:lnTo>
                  <a:lnTo>
                    <a:pt x="533" y="326"/>
                  </a:lnTo>
                  <a:lnTo>
                    <a:pt x="419" y="161"/>
                  </a:lnTo>
                  <a:lnTo>
                    <a:pt x="373" y="121"/>
                  </a:lnTo>
                  <a:lnTo>
                    <a:pt x="359" y="106"/>
                  </a:lnTo>
                  <a:lnTo>
                    <a:pt x="345" y="92"/>
                  </a:lnTo>
                  <a:lnTo>
                    <a:pt x="332" y="81"/>
                  </a:lnTo>
                  <a:lnTo>
                    <a:pt x="319" y="70"/>
                  </a:lnTo>
                  <a:lnTo>
                    <a:pt x="307" y="62"/>
                  </a:lnTo>
                  <a:lnTo>
                    <a:pt x="296" y="56"/>
                  </a:lnTo>
                  <a:lnTo>
                    <a:pt x="284" y="49"/>
                  </a:lnTo>
                  <a:lnTo>
                    <a:pt x="273" y="43"/>
                  </a:lnTo>
                  <a:lnTo>
                    <a:pt x="261" y="39"/>
                  </a:lnTo>
                  <a:lnTo>
                    <a:pt x="249" y="37"/>
                  </a:lnTo>
                  <a:lnTo>
                    <a:pt x="235" y="34"/>
                  </a:lnTo>
                  <a:lnTo>
                    <a:pt x="222" y="33"/>
                  </a:lnTo>
                  <a:lnTo>
                    <a:pt x="207" y="31"/>
                  </a:lnTo>
                  <a:lnTo>
                    <a:pt x="189" y="30"/>
                  </a:lnTo>
                  <a:lnTo>
                    <a:pt x="172" y="30"/>
                  </a:lnTo>
                  <a:lnTo>
                    <a:pt x="152" y="30"/>
                  </a:lnTo>
                  <a:lnTo>
                    <a:pt x="72" y="0"/>
                  </a:lnTo>
                  <a:lnTo>
                    <a:pt x="54" y="49"/>
                  </a:lnTo>
                  <a:lnTo>
                    <a:pt x="46" y="153"/>
                  </a:lnTo>
                  <a:lnTo>
                    <a:pt x="24" y="153"/>
                  </a:lnTo>
                  <a:lnTo>
                    <a:pt x="24" y="183"/>
                  </a:lnTo>
                  <a:close/>
                </a:path>
              </a:pathLst>
            </a:custGeom>
            <a:solidFill>
              <a:srgbClr val="AD892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32" name="Freeform 84"/>
            <p:cNvSpPr>
              <a:spLocks/>
            </p:cNvSpPr>
            <p:nvPr/>
          </p:nvSpPr>
          <p:spPr bwMode="auto">
            <a:xfrm>
              <a:off x="5756275" y="877888"/>
              <a:ext cx="477838" cy="407988"/>
            </a:xfrm>
            <a:custGeom>
              <a:avLst/>
              <a:gdLst/>
              <a:ahLst/>
              <a:cxnLst>
                <a:cxn ang="0">
                  <a:pos x="18" y="189"/>
                </a:cxn>
                <a:cxn ang="0">
                  <a:pos x="58" y="216"/>
                </a:cxn>
                <a:cxn ang="0">
                  <a:pos x="73" y="210"/>
                </a:cxn>
                <a:cxn ang="0">
                  <a:pos x="81" y="211"/>
                </a:cxn>
                <a:cxn ang="0">
                  <a:pos x="88" y="220"/>
                </a:cxn>
                <a:cxn ang="0">
                  <a:pos x="96" y="234"/>
                </a:cxn>
                <a:cxn ang="0">
                  <a:pos x="99" y="243"/>
                </a:cxn>
                <a:cxn ang="0">
                  <a:pos x="106" y="248"/>
                </a:cxn>
                <a:cxn ang="0">
                  <a:pos x="115" y="248"/>
                </a:cxn>
                <a:cxn ang="0">
                  <a:pos x="126" y="239"/>
                </a:cxn>
                <a:cxn ang="0">
                  <a:pos x="144" y="249"/>
                </a:cxn>
                <a:cxn ang="0">
                  <a:pos x="157" y="249"/>
                </a:cxn>
                <a:cxn ang="0">
                  <a:pos x="165" y="253"/>
                </a:cxn>
                <a:cxn ang="0">
                  <a:pos x="172" y="249"/>
                </a:cxn>
                <a:cxn ang="0">
                  <a:pos x="182" y="252"/>
                </a:cxn>
                <a:cxn ang="0">
                  <a:pos x="190" y="254"/>
                </a:cxn>
                <a:cxn ang="0">
                  <a:pos x="196" y="256"/>
                </a:cxn>
                <a:cxn ang="0">
                  <a:pos x="203" y="257"/>
                </a:cxn>
                <a:cxn ang="0">
                  <a:pos x="207" y="256"/>
                </a:cxn>
                <a:cxn ang="0">
                  <a:pos x="213" y="254"/>
                </a:cxn>
                <a:cxn ang="0">
                  <a:pos x="218" y="250"/>
                </a:cxn>
                <a:cxn ang="0">
                  <a:pos x="225" y="245"/>
                </a:cxn>
                <a:cxn ang="0">
                  <a:pos x="228" y="241"/>
                </a:cxn>
                <a:cxn ang="0">
                  <a:pos x="230" y="234"/>
                </a:cxn>
                <a:cxn ang="0">
                  <a:pos x="232" y="226"/>
                </a:cxn>
                <a:cxn ang="0">
                  <a:pos x="234" y="215"/>
                </a:cxn>
                <a:cxn ang="0">
                  <a:pos x="295" y="235"/>
                </a:cxn>
                <a:cxn ang="0">
                  <a:pos x="301" y="145"/>
                </a:cxn>
                <a:cxn ang="0">
                  <a:pos x="301" y="77"/>
                </a:cxn>
                <a:cxn ang="0">
                  <a:pos x="251" y="54"/>
                </a:cxn>
                <a:cxn ang="0">
                  <a:pos x="209" y="17"/>
                </a:cxn>
                <a:cxn ang="0">
                  <a:pos x="138" y="0"/>
                </a:cxn>
                <a:cxn ang="0">
                  <a:pos x="52" y="58"/>
                </a:cxn>
                <a:cxn ang="0">
                  <a:pos x="0" y="170"/>
                </a:cxn>
                <a:cxn ang="0">
                  <a:pos x="18" y="189"/>
                </a:cxn>
              </a:cxnLst>
              <a:rect l="0" t="0" r="r" b="b"/>
              <a:pathLst>
                <a:path w="301" h="257">
                  <a:moveTo>
                    <a:pt x="18" y="189"/>
                  </a:moveTo>
                  <a:lnTo>
                    <a:pt x="58" y="216"/>
                  </a:lnTo>
                  <a:lnTo>
                    <a:pt x="73" y="210"/>
                  </a:lnTo>
                  <a:lnTo>
                    <a:pt x="81" y="211"/>
                  </a:lnTo>
                  <a:lnTo>
                    <a:pt x="88" y="220"/>
                  </a:lnTo>
                  <a:lnTo>
                    <a:pt x="96" y="234"/>
                  </a:lnTo>
                  <a:lnTo>
                    <a:pt x="99" y="243"/>
                  </a:lnTo>
                  <a:lnTo>
                    <a:pt x="106" y="248"/>
                  </a:lnTo>
                  <a:lnTo>
                    <a:pt x="115" y="248"/>
                  </a:lnTo>
                  <a:lnTo>
                    <a:pt x="126" y="239"/>
                  </a:lnTo>
                  <a:lnTo>
                    <a:pt x="144" y="249"/>
                  </a:lnTo>
                  <a:lnTo>
                    <a:pt x="157" y="249"/>
                  </a:lnTo>
                  <a:lnTo>
                    <a:pt x="165" y="253"/>
                  </a:lnTo>
                  <a:lnTo>
                    <a:pt x="172" y="249"/>
                  </a:lnTo>
                  <a:lnTo>
                    <a:pt x="182" y="252"/>
                  </a:lnTo>
                  <a:lnTo>
                    <a:pt x="190" y="254"/>
                  </a:lnTo>
                  <a:lnTo>
                    <a:pt x="196" y="256"/>
                  </a:lnTo>
                  <a:lnTo>
                    <a:pt x="203" y="257"/>
                  </a:lnTo>
                  <a:lnTo>
                    <a:pt x="207" y="256"/>
                  </a:lnTo>
                  <a:lnTo>
                    <a:pt x="213" y="254"/>
                  </a:lnTo>
                  <a:lnTo>
                    <a:pt x="218" y="250"/>
                  </a:lnTo>
                  <a:lnTo>
                    <a:pt x="225" y="245"/>
                  </a:lnTo>
                  <a:lnTo>
                    <a:pt x="228" y="241"/>
                  </a:lnTo>
                  <a:lnTo>
                    <a:pt x="230" y="234"/>
                  </a:lnTo>
                  <a:lnTo>
                    <a:pt x="232" y="226"/>
                  </a:lnTo>
                  <a:lnTo>
                    <a:pt x="234" y="215"/>
                  </a:lnTo>
                  <a:lnTo>
                    <a:pt x="295" y="235"/>
                  </a:lnTo>
                  <a:lnTo>
                    <a:pt x="301" y="145"/>
                  </a:lnTo>
                  <a:lnTo>
                    <a:pt x="301" y="77"/>
                  </a:lnTo>
                  <a:lnTo>
                    <a:pt x="251" y="54"/>
                  </a:lnTo>
                  <a:lnTo>
                    <a:pt x="209" y="17"/>
                  </a:lnTo>
                  <a:lnTo>
                    <a:pt x="138" y="0"/>
                  </a:lnTo>
                  <a:lnTo>
                    <a:pt x="52" y="58"/>
                  </a:lnTo>
                  <a:lnTo>
                    <a:pt x="0" y="170"/>
                  </a:lnTo>
                  <a:lnTo>
                    <a:pt x="18" y="189"/>
                  </a:lnTo>
                  <a:close/>
                </a:path>
              </a:pathLst>
            </a:custGeom>
            <a:solidFill>
              <a:srgbClr val="9942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33" name="Freeform 85"/>
            <p:cNvSpPr>
              <a:spLocks/>
            </p:cNvSpPr>
            <p:nvPr/>
          </p:nvSpPr>
          <p:spPr bwMode="auto">
            <a:xfrm>
              <a:off x="5651500" y="731838"/>
              <a:ext cx="406400" cy="571500"/>
            </a:xfrm>
            <a:custGeom>
              <a:avLst/>
              <a:gdLst/>
              <a:ahLst/>
              <a:cxnLst>
                <a:cxn ang="0">
                  <a:pos x="233" y="74"/>
                </a:cxn>
                <a:cxn ang="0">
                  <a:pos x="177" y="118"/>
                </a:cxn>
                <a:cxn ang="0">
                  <a:pos x="126" y="161"/>
                </a:cxn>
                <a:cxn ang="0">
                  <a:pos x="114" y="212"/>
                </a:cxn>
                <a:cxn ang="0">
                  <a:pos x="93" y="250"/>
                </a:cxn>
                <a:cxn ang="0">
                  <a:pos x="53" y="285"/>
                </a:cxn>
                <a:cxn ang="0">
                  <a:pos x="13" y="326"/>
                </a:cxn>
                <a:cxn ang="0">
                  <a:pos x="0" y="360"/>
                </a:cxn>
                <a:cxn ang="0">
                  <a:pos x="16" y="285"/>
                </a:cxn>
                <a:cxn ang="0">
                  <a:pos x="38" y="242"/>
                </a:cxn>
                <a:cxn ang="0">
                  <a:pos x="68" y="212"/>
                </a:cxn>
                <a:cxn ang="0">
                  <a:pos x="62" y="192"/>
                </a:cxn>
                <a:cxn ang="0">
                  <a:pos x="40" y="208"/>
                </a:cxn>
                <a:cxn ang="0">
                  <a:pos x="24" y="185"/>
                </a:cxn>
                <a:cxn ang="0">
                  <a:pos x="12" y="168"/>
                </a:cxn>
                <a:cxn ang="0">
                  <a:pos x="4" y="151"/>
                </a:cxn>
                <a:cxn ang="0">
                  <a:pos x="0" y="138"/>
                </a:cxn>
                <a:cxn ang="0">
                  <a:pos x="0" y="123"/>
                </a:cxn>
                <a:cxn ang="0">
                  <a:pos x="5" y="107"/>
                </a:cxn>
                <a:cxn ang="0">
                  <a:pos x="13" y="86"/>
                </a:cxn>
                <a:cxn ang="0">
                  <a:pos x="26" y="59"/>
                </a:cxn>
                <a:cxn ang="0">
                  <a:pos x="47" y="38"/>
                </a:cxn>
                <a:cxn ang="0">
                  <a:pos x="65" y="21"/>
                </a:cxn>
                <a:cxn ang="0">
                  <a:pos x="80" y="11"/>
                </a:cxn>
                <a:cxn ang="0">
                  <a:pos x="95" y="4"/>
                </a:cxn>
                <a:cxn ang="0">
                  <a:pos x="111" y="0"/>
                </a:cxn>
                <a:cxn ang="0">
                  <a:pos x="130" y="0"/>
                </a:cxn>
                <a:cxn ang="0">
                  <a:pos x="154" y="1"/>
                </a:cxn>
                <a:cxn ang="0">
                  <a:pos x="184" y="4"/>
                </a:cxn>
                <a:cxn ang="0">
                  <a:pos x="226" y="27"/>
                </a:cxn>
                <a:cxn ang="0">
                  <a:pos x="233" y="39"/>
                </a:cxn>
                <a:cxn ang="0">
                  <a:pos x="256" y="70"/>
                </a:cxn>
                <a:cxn ang="0">
                  <a:pos x="223" y="76"/>
                </a:cxn>
                <a:cxn ang="0">
                  <a:pos x="233" y="74"/>
                </a:cxn>
              </a:cxnLst>
              <a:rect l="0" t="0" r="r" b="b"/>
              <a:pathLst>
                <a:path w="256" h="360">
                  <a:moveTo>
                    <a:pt x="233" y="74"/>
                  </a:moveTo>
                  <a:lnTo>
                    <a:pt x="177" y="118"/>
                  </a:lnTo>
                  <a:lnTo>
                    <a:pt x="126" y="161"/>
                  </a:lnTo>
                  <a:lnTo>
                    <a:pt x="114" y="212"/>
                  </a:lnTo>
                  <a:lnTo>
                    <a:pt x="93" y="250"/>
                  </a:lnTo>
                  <a:lnTo>
                    <a:pt x="53" y="285"/>
                  </a:lnTo>
                  <a:lnTo>
                    <a:pt x="13" y="326"/>
                  </a:lnTo>
                  <a:lnTo>
                    <a:pt x="0" y="360"/>
                  </a:lnTo>
                  <a:lnTo>
                    <a:pt x="16" y="285"/>
                  </a:lnTo>
                  <a:lnTo>
                    <a:pt x="38" y="242"/>
                  </a:lnTo>
                  <a:lnTo>
                    <a:pt x="68" y="212"/>
                  </a:lnTo>
                  <a:lnTo>
                    <a:pt x="62" y="192"/>
                  </a:lnTo>
                  <a:lnTo>
                    <a:pt x="40" y="208"/>
                  </a:lnTo>
                  <a:lnTo>
                    <a:pt x="24" y="185"/>
                  </a:lnTo>
                  <a:lnTo>
                    <a:pt x="12" y="168"/>
                  </a:lnTo>
                  <a:lnTo>
                    <a:pt x="4" y="151"/>
                  </a:lnTo>
                  <a:lnTo>
                    <a:pt x="0" y="138"/>
                  </a:lnTo>
                  <a:lnTo>
                    <a:pt x="0" y="123"/>
                  </a:lnTo>
                  <a:lnTo>
                    <a:pt x="5" y="107"/>
                  </a:lnTo>
                  <a:lnTo>
                    <a:pt x="13" y="86"/>
                  </a:lnTo>
                  <a:lnTo>
                    <a:pt x="26" y="59"/>
                  </a:lnTo>
                  <a:lnTo>
                    <a:pt x="47" y="38"/>
                  </a:lnTo>
                  <a:lnTo>
                    <a:pt x="65" y="21"/>
                  </a:lnTo>
                  <a:lnTo>
                    <a:pt x="80" y="11"/>
                  </a:lnTo>
                  <a:lnTo>
                    <a:pt x="95" y="4"/>
                  </a:lnTo>
                  <a:lnTo>
                    <a:pt x="111" y="0"/>
                  </a:lnTo>
                  <a:lnTo>
                    <a:pt x="130" y="0"/>
                  </a:lnTo>
                  <a:lnTo>
                    <a:pt x="154" y="1"/>
                  </a:lnTo>
                  <a:lnTo>
                    <a:pt x="184" y="4"/>
                  </a:lnTo>
                  <a:lnTo>
                    <a:pt x="226" y="27"/>
                  </a:lnTo>
                  <a:lnTo>
                    <a:pt x="233" y="39"/>
                  </a:lnTo>
                  <a:lnTo>
                    <a:pt x="256" y="70"/>
                  </a:lnTo>
                  <a:lnTo>
                    <a:pt x="223" y="76"/>
                  </a:lnTo>
                  <a:lnTo>
                    <a:pt x="233" y="74"/>
                  </a:lnTo>
                  <a:close/>
                </a:path>
              </a:pathLst>
            </a:custGeom>
            <a:solidFill>
              <a:srgbClr val="FF2B3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34" name="Freeform 86"/>
            <p:cNvSpPr>
              <a:spLocks/>
            </p:cNvSpPr>
            <p:nvPr/>
          </p:nvSpPr>
          <p:spPr bwMode="auto">
            <a:xfrm>
              <a:off x="5891213" y="728663"/>
              <a:ext cx="449263" cy="263525"/>
            </a:xfrm>
            <a:custGeom>
              <a:avLst/>
              <a:gdLst/>
              <a:ahLst/>
              <a:cxnLst>
                <a:cxn ang="0">
                  <a:pos x="65" y="32"/>
                </a:cxn>
                <a:cxn ang="0">
                  <a:pos x="102" y="23"/>
                </a:cxn>
                <a:cxn ang="0">
                  <a:pos x="128" y="30"/>
                </a:cxn>
                <a:cxn ang="0">
                  <a:pos x="134" y="18"/>
                </a:cxn>
                <a:cxn ang="0">
                  <a:pos x="143" y="9"/>
                </a:cxn>
                <a:cxn ang="0">
                  <a:pos x="151" y="3"/>
                </a:cxn>
                <a:cxn ang="0">
                  <a:pos x="160" y="0"/>
                </a:cxn>
                <a:cxn ang="0">
                  <a:pos x="170" y="0"/>
                </a:cxn>
                <a:cxn ang="0">
                  <a:pos x="180" y="3"/>
                </a:cxn>
                <a:cxn ang="0">
                  <a:pos x="193" y="9"/>
                </a:cxn>
                <a:cxn ang="0">
                  <a:pos x="205" y="15"/>
                </a:cxn>
                <a:cxn ang="0">
                  <a:pos x="239" y="28"/>
                </a:cxn>
                <a:cxn ang="0">
                  <a:pos x="268" y="93"/>
                </a:cxn>
                <a:cxn ang="0">
                  <a:pos x="278" y="121"/>
                </a:cxn>
                <a:cxn ang="0">
                  <a:pos x="283" y="141"/>
                </a:cxn>
                <a:cxn ang="0">
                  <a:pos x="283" y="155"/>
                </a:cxn>
                <a:cxn ang="0">
                  <a:pos x="278" y="163"/>
                </a:cxn>
                <a:cxn ang="0">
                  <a:pos x="266" y="166"/>
                </a:cxn>
                <a:cxn ang="0">
                  <a:pos x="249" y="166"/>
                </a:cxn>
                <a:cxn ang="0">
                  <a:pos x="226" y="164"/>
                </a:cxn>
                <a:cxn ang="0">
                  <a:pos x="197" y="160"/>
                </a:cxn>
                <a:cxn ang="0">
                  <a:pos x="164" y="139"/>
                </a:cxn>
                <a:cxn ang="0">
                  <a:pos x="162" y="90"/>
                </a:cxn>
                <a:cxn ang="0">
                  <a:pos x="132" y="80"/>
                </a:cxn>
                <a:cxn ang="0">
                  <a:pos x="137" y="120"/>
                </a:cxn>
                <a:cxn ang="0">
                  <a:pos x="148" y="132"/>
                </a:cxn>
                <a:cxn ang="0">
                  <a:pos x="129" y="132"/>
                </a:cxn>
                <a:cxn ang="0">
                  <a:pos x="92" y="107"/>
                </a:cxn>
                <a:cxn ang="0">
                  <a:pos x="56" y="109"/>
                </a:cxn>
                <a:cxn ang="0">
                  <a:pos x="53" y="129"/>
                </a:cxn>
                <a:cxn ang="0">
                  <a:pos x="69" y="163"/>
                </a:cxn>
                <a:cxn ang="0">
                  <a:pos x="37" y="163"/>
                </a:cxn>
                <a:cxn ang="0">
                  <a:pos x="0" y="148"/>
                </a:cxn>
                <a:cxn ang="0">
                  <a:pos x="68" y="80"/>
                </a:cxn>
                <a:cxn ang="0">
                  <a:pos x="92" y="65"/>
                </a:cxn>
                <a:cxn ang="0">
                  <a:pos x="72" y="45"/>
                </a:cxn>
                <a:cxn ang="0">
                  <a:pos x="65" y="32"/>
                </a:cxn>
              </a:cxnLst>
              <a:rect l="0" t="0" r="r" b="b"/>
              <a:pathLst>
                <a:path w="283" h="166">
                  <a:moveTo>
                    <a:pt x="65" y="32"/>
                  </a:moveTo>
                  <a:lnTo>
                    <a:pt x="102" y="23"/>
                  </a:lnTo>
                  <a:lnTo>
                    <a:pt x="128" y="30"/>
                  </a:lnTo>
                  <a:lnTo>
                    <a:pt x="134" y="18"/>
                  </a:lnTo>
                  <a:lnTo>
                    <a:pt x="143" y="9"/>
                  </a:lnTo>
                  <a:lnTo>
                    <a:pt x="151" y="3"/>
                  </a:lnTo>
                  <a:lnTo>
                    <a:pt x="160" y="0"/>
                  </a:lnTo>
                  <a:lnTo>
                    <a:pt x="170" y="0"/>
                  </a:lnTo>
                  <a:lnTo>
                    <a:pt x="180" y="3"/>
                  </a:lnTo>
                  <a:lnTo>
                    <a:pt x="193" y="9"/>
                  </a:lnTo>
                  <a:lnTo>
                    <a:pt x="205" y="15"/>
                  </a:lnTo>
                  <a:lnTo>
                    <a:pt x="239" y="28"/>
                  </a:lnTo>
                  <a:lnTo>
                    <a:pt x="268" y="93"/>
                  </a:lnTo>
                  <a:lnTo>
                    <a:pt x="278" y="121"/>
                  </a:lnTo>
                  <a:lnTo>
                    <a:pt x="283" y="141"/>
                  </a:lnTo>
                  <a:lnTo>
                    <a:pt x="283" y="155"/>
                  </a:lnTo>
                  <a:lnTo>
                    <a:pt x="278" y="163"/>
                  </a:lnTo>
                  <a:lnTo>
                    <a:pt x="266" y="166"/>
                  </a:lnTo>
                  <a:lnTo>
                    <a:pt x="249" y="166"/>
                  </a:lnTo>
                  <a:lnTo>
                    <a:pt x="226" y="164"/>
                  </a:lnTo>
                  <a:lnTo>
                    <a:pt x="197" y="160"/>
                  </a:lnTo>
                  <a:lnTo>
                    <a:pt x="164" y="139"/>
                  </a:lnTo>
                  <a:lnTo>
                    <a:pt x="162" y="90"/>
                  </a:lnTo>
                  <a:lnTo>
                    <a:pt x="132" y="80"/>
                  </a:lnTo>
                  <a:lnTo>
                    <a:pt x="137" y="120"/>
                  </a:lnTo>
                  <a:lnTo>
                    <a:pt x="148" y="132"/>
                  </a:lnTo>
                  <a:lnTo>
                    <a:pt x="129" y="132"/>
                  </a:lnTo>
                  <a:lnTo>
                    <a:pt x="92" y="107"/>
                  </a:lnTo>
                  <a:lnTo>
                    <a:pt x="56" y="109"/>
                  </a:lnTo>
                  <a:lnTo>
                    <a:pt x="53" y="129"/>
                  </a:lnTo>
                  <a:lnTo>
                    <a:pt x="69" y="163"/>
                  </a:lnTo>
                  <a:lnTo>
                    <a:pt x="37" y="163"/>
                  </a:lnTo>
                  <a:lnTo>
                    <a:pt x="0" y="148"/>
                  </a:lnTo>
                  <a:lnTo>
                    <a:pt x="68" y="80"/>
                  </a:lnTo>
                  <a:lnTo>
                    <a:pt x="92" y="65"/>
                  </a:lnTo>
                  <a:lnTo>
                    <a:pt x="72" y="45"/>
                  </a:lnTo>
                  <a:lnTo>
                    <a:pt x="65" y="32"/>
                  </a:lnTo>
                  <a:close/>
                </a:path>
              </a:pathLst>
            </a:custGeom>
            <a:solidFill>
              <a:srgbClr val="632D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35" name="Freeform 87"/>
            <p:cNvSpPr>
              <a:spLocks/>
            </p:cNvSpPr>
            <p:nvPr/>
          </p:nvSpPr>
          <p:spPr bwMode="auto">
            <a:xfrm>
              <a:off x="5845175" y="908050"/>
              <a:ext cx="279400" cy="363538"/>
            </a:xfrm>
            <a:custGeom>
              <a:avLst/>
              <a:gdLst/>
              <a:ahLst/>
              <a:cxnLst>
                <a:cxn ang="0">
                  <a:pos x="39" y="50"/>
                </a:cxn>
                <a:cxn ang="0">
                  <a:pos x="24" y="85"/>
                </a:cxn>
                <a:cxn ang="0">
                  <a:pos x="2" y="113"/>
                </a:cxn>
                <a:cxn ang="0">
                  <a:pos x="0" y="139"/>
                </a:cxn>
                <a:cxn ang="0">
                  <a:pos x="13" y="128"/>
                </a:cxn>
                <a:cxn ang="0">
                  <a:pos x="27" y="109"/>
                </a:cxn>
                <a:cxn ang="0">
                  <a:pos x="27" y="124"/>
                </a:cxn>
                <a:cxn ang="0">
                  <a:pos x="43" y="118"/>
                </a:cxn>
                <a:cxn ang="0">
                  <a:pos x="58" y="113"/>
                </a:cxn>
                <a:cxn ang="0">
                  <a:pos x="50" y="124"/>
                </a:cxn>
                <a:cxn ang="0">
                  <a:pos x="46" y="145"/>
                </a:cxn>
                <a:cxn ang="0">
                  <a:pos x="51" y="157"/>
                </a:cxn>
                <a:cxn ang="0">
                  <a:pos x="66" y="157"/>
                </a:cxn>
                <a:cxn ang="0">
                  <a:pos x="90" y="174"/>
                </a:cxn>
                <a:cxn ang="0">
                  <a:pos x="111" y="172"/>
                </a:cxn>
                <a:cxn ang="0">
                  <a:pos x="121" y="178"/>
                </a:cxn>
                <a:cxn ang="0">
                  <a:pos x="128" y="183"/>
                </a:cxn>
                <a:cxn ang="0">
                  <a:pos x="117" y="203"/>
                </a:cxn>
                <a:cxn ang="0">
                  <a:pos x="111" y="220"/>
                </a:cxn>
                <a:cxn ang="0">
                  <a:pos x="121" y="223"/>
                </a:cxn>
                <a:cxn ang="0">
                  <a:pos x="130" y="210"/>
                </a:cxn>
                <a:cxn ang="0">
                  <a:pos x="134" y="220"/>
                </a:cxn>
                <a:cxn ang="0">
                  <a:pos x="139" y="227"/>
                </a:cxn>
                <a:cxn ang="0">
                  <a:pos x="146" y="229"/>
                </a:cxn>
                <a:cxn ang="0">
                  <a:pos x="161" y="223"/>
                </a:cxn>
                <a:cxn ang="0">
                  <a:pos x="169" y="193"/>
                </a:cxn>
                <a:cxn ang="0">
                  <a:pos x="176" y="155"/>
                </a:cxn>
                <a:cxn ang="0">
                  <a:pos x="172" y="124"/>
                </a:cxn>
                <a:cxn ang="0">
                  <a:pos x="167" y="104"/>
                </a:cxn>
                <a:cxn ang="0">
                  <a:pos x="157" y="86"/>
                </a:cxn>
                <a:cxn ang="0">
                  <a:pos x="138" y="62"/>
                </a:cxn>
                <a:cxn ang="0">
                  <a:pos x="149" y="43"/>
                </a:cxn>
                <a:cxn ang="0">
                  <a:pos x="138" y="16"/>
                </a:cxn>
                <a:cxn ang="0">
                  <a:pos x="111" y="0"/>
                </a:cxn>
                <a:cxn ang="0">
                  <a:pos x="89" y="12"/>
                </a:cxn>
                <a:cxn ang="0">
                  <a:pos x="90" y="43"/>
                </a:cxn>
                <a:cxn ang="0">
                  <a:pos x="107" y="61"/>
                </a:cxn>
                <a:cxn ang="0">
                  <a:pos x="77" y="61"/>
                </a:cxn>
                <a:cxn ang="0">
                  <a:pos x="39" y="50"/>
                </a:cxn>
              </a:cxnLst>
              <a:rect l="0" t="0" r="r" b="b"/>
              <a:pathLst>
                <a:path w="176" h="229">
                  <a:moveTo>
                    <a:pt x="39" y="50"/>
                  </a:moveTo>
                  <a:lnTo>
                    <a:pt x="24" y="85"/>
                  </a:lnTo>
                  <a:lnTo>
                    <a:pt x="2" y="113"/>
                  </a:lnTo>
                  <a:lnTo>
                    <a:pt x="0" y="139"/>
                  </a:lnTo>
                  <a:lnTo>
                    <a:pt x="13" y="128"/>
                  </a:lnTo>
                  <a:lnTo>
                    <a:pt x="27" y="109"/>
                  </a:lnTo>
                  <a:lnTo>
                    <a:pt x="27" y="124"/>
                  </a:lnTo>
                  <a:lnTo>
                    <a:pt x="43" y="118"/>
                  </a:lnTo>
                  <a:lnTo>
                    <a:pt x="58" y="113"/>
                  </a:lnTo>
                  <a:lnTo>
                    <a:pt x="50" y="124"/>
                  </a:lnTo>
                  <a:lnTo>
                    <a:pt x="46" y="145"/>
                  </a:lnTo>
                  <a:lnTo>
                    <a:pt x="51" y="157"/>
                  </a:lnTo>
                  <a:lnTo>
                    <a:pt x="66" y="157"/>
                  </a:lnTo>
                  <a:lnTo>
                    <a:pt x="90" y="174"/>
                  </a:lnTo>
                  <a:lnTo>
                    <a:pt x="111" y="172"/>
                  </a:lnTo>
                  <a:lnTo>
                    <a:pt x="121" y="178"/>
                  </a:lnTo>
                  <a:lnTo>
                    <a:pt x="128" y="183"/>
                  </a:lnTo>
                  <a:lnTo>
                    <a:pt x="117" y="203"/>
                  </a:lnTo>
                  <a:lnTo>
                    <a:pt x="111" y="220"/>
                  </a:lnTo>
                  <a:lnTo>
                    <a:pt x="121" y="223"/>
                  </a:lnTo>
                  <a:lnTo>
                    <a:pt x="130" y="210"/>
                  </a:lnTo>
                  <a:lnTo>
                    <a:pt x="134" y="220"/>
                  </a:lnTo>
                  <a:lnTo>
                    <a:pt x="139" y="227"/>
                  </a:lnTo>
                  <a:lnTo>
                    <a:pt x="146" y="229"/>
                  </a:lnTo>
                  <a:lnTo>
                    <a:pt x="161" y="223"/>
                  </a:lnTo>
                  <a:lnTo>
                    <a:pt x="169" y="193"/>
                  </a:lnTo>
                  <a:lnTo>
                    <a:pt x="176" y="155"/>
                  </a:lnTo>
                  <a:lnTo>
                    <a:pt x="172" y="124"/>
                  </a:lnTo>
                  <a:lnTo>
                    <a:pt x="167" y="104"/>
                  </a:lnTo>
                  <a:lnTo>
                    <a:pt x="157" y="86"/>
                  </a:lnTo>
                  <a:lnTo>
                    <a:pt x="138" y="62"/>
                  </a:lnTo>
                  <a:lnTo>
                    <a:pt x="149" y="43"/>
                  </a:lnTo>
                  <a:lnTo>
                    <a:pt x="138" y="16"/>
                  </a:lnTo>
                  <a:lnTo>
                    <a:pt x="111" y="0"/>
                  </a:lnTo>
                  <a:lnTo>
                    <a:pt x="89" y="12"/>
                  </a:lnTo>
                  <a:lnTo>
                    <a:pt x="90" y="43"/>
                  </a:lnTo>
                  <a:lnTo>
                    <a:pt x="107" y="61"/>
                  </a:lnTo>
                  <a:lnTo>
                    <a:pt x="77" y="61"/>
                  </a:lnTo>
                  <a:lnTo>
                    <a:pt x="39" y="50"/>
                  </a:lnTo>
                  <a:close/>
                </a:path>
              </a:pathLst>
            </a:custGeom>
            <a:solidFill>
              <a:srgbClr val="F49E7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36" name="Freeform 88"/>
            <p:cNvSpPr>
              <a:spLocks/>
            </p:cNvSpPr>
            <p:nvPr/>
          </p:nvSpPr>
          <p:spPr bwMode="auto">
            <a:xfrm>
              <a:off x="5888038" y="1187450"/>
              <a:ext cx="84138" cy="79375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15" y="30"/>
                </a:cxn>
                <a:cxn ang="0">
                  <a:pos x="16" y="35"/>
                </a:cxn>
                <a:cxn ang="0">
                  <a:pos x="16" y="39"/>
                </a:cxn>
                <a:cxn ang="0">
                  <a:pos x="17" y="44"/>
                </a:cxn>
                <a:cxn ang="0">
                  <a:pos x="19" y="50"/>
                </a:cxn>
                <a:cxn ang="0">
                  <a:pos x="25" y="48"/>
                </a:cxn>
                <a:cxn ang="0">
                  <a:pos x="30" y="47"/>
                </a:cxn>
                <a:cxn ang="0">
                  <a:pos x="32" y="43"/>
                </a:cxn>
                <a:cxn ang="0">
                  <a:pos x="35" y="38"/>
                </a:cxn>
                <a:cxn ang="0">
                  <a:pos x="53" y="19"/>
                </a:cxn>
                <a:cxn ang="0">
                  <a:pos x="43" y="8"/>
                </a:cxn>
                <a:cxn ang="0">
                  <a:pos x="24" y="11"/>
                </a:cxn>
                <a:cxn ang="0">
                  <a:pos x="16" y="0"/>
                </a:cxn>
                <a:cxn ang="0">
                  <a:pos x="0" y="11"/>
                </a:cxn>
              </a:cxnLst>
              <a:rect l="0" t="0" r="r" b="b"/>
              <a:pathLst>
                <a:path w="53" h="50">
                  <a:moveTo>
                    <a:pt x="0" y="11"/>
                  </a:moveTo>
                  <a:lnTo>
                    <a:pt x="15" y="30"/>
                  </a:lnTo>
                  <a:lnTo>
                    <a:pt x="16" y="35"/>
                  </a:lnTo>
                  <a:lnTo>
                    <a:pt x="16" y="39"/>
                  </a:lnTo>
                  <a:lnTo>
                    <a:pt x="17" y="44"/>
                  </a:lnTo>
                  <a:lnTo>
                    <a:pt x="19" y="50"/>
                  </a:lnTo>
                  <a:lnTo>
                    <a:pt x="25" y="48"/>
                  </a:lnTo>
                  <a:lnTo>
                    <a:pt x="30" y="47"/>
                  </a:lnTo>
                  <a:lnTo>
                    <a:pt x="32" y="43"/>
                  </a:lnTo>
                  <a:lnTo>
                    <a:pt x="35" y="38"/>
                  </a:lnTo>
                  <a:lnTo>
                    <a:pt x="53" y="19"/>
                  </a:lnTo>
                  <a:lnTo>
                    <a:pt x="43" y="8"/>
                  </a:lnTo>
                  <a:lnTo>
                    <a:pt x="24" y="11"/>
                  </a:lnTo>
                  <a:lnTo>
                    <a:pt x="16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F49E7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37" name="Freeform 89"/>
            <p:cNvSpPr>
              <a:spLocks/>
            </p:cNvSpPr>
            <p:nvPr/>
          </p:nvSpPr>
          <p:spPr bwMode="auto">
            <a:xfrm>
              <a:off x="5969000" y="1206500"/>
              <a:ext cx="58738" cy="49213"/>
            </a:xfrm>
            <a:custGeom>
              <a:avLst/>
              <a:gdLst/>
              <a:ahLst/>
              <a:cxnLst>
                <a:cxn ang="0">
                  <a:pos x="7" y="3"/>
                </a:cxn>
                <a:cxn ang="0">
                  <a:pos x="10" y="8"/>
                </a:cxn>
                <a:cxn ang="0">
                  <a:pos x="0" y="24"/>
                </a:cxn>
                <a:cxn ang="0">
                  <a:pos x="15" y="31"/>
                </a:cxn>
                <a:cxn ang="0">
                  <a:pos x="16" y="27"/>
                </a:cxn>
                <a:cxn ang="0">
                  <a:pos x="25" y="15"/>
                </a:cxn>
                <a:cxn ang="0">
                  <a:pos x="37" y="0"/>
                </a:cxn>
                <a:cxn ang="0">
                  <a:pos x="7" y="3"/>
                </a:cxn>
              </a:cxnLst>
              <a:rect l="0" t="0" r="r" b="b"/>
              <a:pathLst>
                <a:path w="37" h="31">
                  <a:moveTo>
                    <a:pt x="7" y="3"/>
                  </a:moveTo>
                  <a:lnTo>
                    <a:pt x="10" y="8"/>
                  </a:lnTo>
                  <a:lnTo>
                    <a:pt x="0" y="24"/>
                  </a:lnTo>
                  <a:lnTo>
                    <a:pt x="15" y="31"/>
                  </a:lnTo>
                  <a:lnTo>
                    <a:pt x="16" y="27"/>
                  </a:lnTo>
                  <a:lnTo>
                    <a:pt x="25" y="15"/>
                  </a:lnTo>
                  <a:lnTo>
                    <a:pt x="37" y="0"/>
                  </a:lnTo>
                  <a:lnTo>
                    <a:pt x="7" y="3"/>
                  </a:lnTo>
                  <a:close/>
                </a:path>
              </a:pathLst>
            </a:custGeom>
            <a:solidFill>
              <a:srgbClr val="F49E7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38" name="Freeform 90"/>
            <p:cNvSpPr>
              <a:spLocks/>
            </p:cNvSpPr>
            <p:nvPr/>
          </p:nvSpPr>
          <p:spPr bwMode="auto">
            <a:xfrm>
              <a:off x="6102350" y="974725"/>
              <a:ext cx="127000" cy="2619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4"/>
                </a:cxn>
                <a:cxn ang="0">
                  <a:pos x="33" y="78"/>
                </a:cxn>
                <a:cxn ang="0">
                  <a:pos x="33" y="111"/>
                </a:cxn>
                <a:cxn ang="0">
                  <a:pos x="42" y="146"/>
                </a:cxn>
                <a:cxn ang="0">
                  <a:pos x="66" y="165"/>
                </a:cxn>
                <a:cxn ang="0">
                  <a:pos x="66" y="118"/>
                </a:cxn>
                <a:cxn ang="0">
                  <a:pos x="80" y="27"/>
                </a:cxn>
                <a:cxn ang="0">
                  <a:pos x="24" y="0"/>
                </a:cxn>
                <a:cxn ang="0">
                  <a:pos x="0" y="0"/>
                </a:cxn>
              </a:cxnLst>
              <a:rect l="0" t="0" r="r" b="b"/>
              <a:pathLst>
                <a:path w="80" h="165">
                  <a:moveTo>
                    <a:pt x="0" y="0"/>
                  </a:moveTo>
                  <a:lnTo>
                    <a:pt x="0" y="24"/>
                  </a:lnTo>
                  <a:lnTo>
                    <a:pt x="33" y="78"/>
                  </a:lnTo>
                  <a:lnTo>
                    <a:pt x="33" y="111"/>
                  </a:lnTo>
                  <a:lnTo>
                    <a:pt x="42" y="146"/>
                  </a:lnTo>
                  <a:lnTo>
                    <a:pt x="66" y="165"/>
                  </a:lnTo>
                  <a:lnTo>
                    <a:pt x="66" y="118"/>
                  </a:lnTo>
                  <a:lnTo>
                    <a:pt x="80" y="27"/>
                  </a:lnTo>
                  <a:lnTo>
                    <a:pt x="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9E7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39" name="Freeform 91"/>
            <p:cNvSpPr>
              <a:spLocks/>
            </p:cNvSpPr>
            <p:nvPr/>
          </p:nvSpPr>
          <p:spPr bwMode="auto">
            <a:xfrm>
              <a:off x="6218238" y="1019175"/>
              <a:ext cx="109538" cy="503238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76"/>
                </a:cxn>
                <a:cxn ang="0">
                  <a:pos x="0" y="136"/>
                </a:cxn>
                <a:cxn ang="0">
                  <a:pos x="16" y="182"/>
                </a:cxn>
                <a:cxn ang="0">
                  <a:pos x="16" y="236"/>
                </a:cxn>
                <a:cxn ang="0">
                  <a:pos x="25" y="317"/>
                </a:cxn>
                <a:cxn ang="0">
                  <a:pos x="25" y="196"/>
                </a:cxn>
                <a:cxn ang="0">
                  <a:pos x="19" y="141"/>
                </a:cxn>
                <a:cxn ang="0">
                  <a:pos x="69" y="141"/>
                </a:cxn>
                <a:cxn ang="0">
                  <a:pos x="45" y="106"/>
                </a:cxn>
                <a:cxn ang="0">
                  <a:pos x="39" y="56"/>
                </a:cxn>
                <a:cxn ang="0">
                  <a:pos x="50" y="2"/>
                </a:cxn>
                <a:cxn ang="0">
                  <a:pos x="10" y="0"/>
                </a:cxn>
              </a:cxnLst>
              <a:rect l="0" t="0" r="r" b="b"/>
              <a:pathLst>
                <a:path w="69" h="317">
                  <a:moveTo>
                    <a:pt x="10" y="0"/>
                  </a:moveTo>
                  <a:lnTo>
                    <a:pt x="0" y="76"/>
                  </a:lnTo>
                  <a:lnTo>
                    <a:pt x="0" y="136"/>
                  </a:lnTo>
                  <a:lnTo>
                    <a:pt x="16" y="182"/>
                  </a:lnTo>
                  <a:lnTo>
                    <a:pt x="16" y="236"/>
                  </a:lnTo>
                  <a:lnTo>
                    <a:pt x="25" y="317"/>
                  </a:lnTo>
                  <a:lnTo>
                    <a:pt x="25" y="196"/>
                  </a:lnTo>
                  <a:lnTo>
                    <a:pt x="19" y="141"/>
                  </a:lnTo>
                  <a:lnTo>
                    <a:pt x="69" y="141"/>
                  </a:lnTo>
                  <a:lnTo>
                    <a:pt x="45" y="106"/>
                  </a:lnTo>
                  <a:lnTo>
                    <a:pt x="39" y="56"/>
                  </a:lnTo>
                  <a:lnTo>
                    <a:pt x="50" y="2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EF2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40" name="Freeform 92"/>
            <p:cNvSpPr>
              <a:spLocks/>
            </p:cNvSpPr>
            <p:nvPr/>
          </p:nvSpPr>
          <p:spPr bwMode="auto">
            <a:xfrm>
              <a:off x="6200775" y="1012825"/>
              <a:ext cx="525463" cy="858838"/>
            </a:xfrm>
            <a:custGeom>
              <a:avLst/>
              <a:gdLst/>
              <a:ahLst/>
              <a:cxnLst>
                <a:cxn ang="0">
                  <a:pos x="95" y="0"/>
                </a:cxn>
                <a:cxn ang="0">
                  <a:pos x="129" y="0"/>
                </a:cxn>
                <a:cxn ang="0">
                  <a:pos x="157" y="1"/>
                </a:cxn>
                <a:cxn ang="0">
                  <a:pos x="182" y="3"/>
                </a:cxn>
                <a:cxn ang="0">
                  <a:pos x="205" y="8"/>
                </a:cxn>
                <a:cxn ang="0">
                  <a:pos x="226" y="15"/>
                </a:cxn>
                <a:cxn ang="0">
                  <a:pos x="248" y="27"/>
                </a:cxn>
                <a:cxn ang="0">
                  <a:pos x="270" y="43"/>
                </a:cxn>
                <a:cxn ang="0">
                  <a:pos x="295" y="65"/>
                </a:cxn>
                <a:cxn ang="0">
                  <a:pos x="325" y="121"/>
                </a:cxn>
                <a:cxn ang="0">
                  <a:pos x="327" y="199"/>
                </a:cxn>
                <a:cxn ang="0">
                  <a:pos x="328" y="245"/>
                </a:cxn>
                <a:cxn ang="0">
                  <a:pos x="331" y="286"/>
                </a:cxn>
                <a:cxn ang="0">
                  <a:pos x="297" y="268"/>
                </a:cxn>
                <a:cxn ang="0">
                  <a:pos x="211" y="305"/>
                </a:cxn>
                <a:cxn ang="0">
                  <a:pos x="140" y="360"/>
                </a:cxn>
                <a:cxn ang="0">
                  <a:pos x="133" y="275"/>
                </a:cxn>
                <a:cxn ang="0">
                  <a:pos x="111" y="229"/>
                </a:cxn>
                <a:cxn ang="0">
                  <a:pos x="101" y="150"/>
                </a:cxn>
                <a:cxn ang="0">
                  <a:pos x="90" y="250"/>
                </a:cxn>
                <a:cxn ang="0">
                  <a:pos x="111" y="306"/>
                </a:cxn>
                <a:cxn ang="0">
                  <a:pos x="130" y="375"/>
                </a:cxn>
                <a:cxn ang="0">
                  <a:pos x="140" y="406"/>
                </a:cxn>
                <a:cxn ang="0">
                  <a:pos x="170" y="371"/>
                </a:cxn>
                <a:cxn ang="0">
                  <a:pos x="197" y="401"/>
                </a:cxn>
                <a:cxn ang="0">
                  <a:pos x="193" y="445"/>
                </a:cxn>
                <a:cxn ang="0">
                  <a:pos x="193" y="531"/>
                </a:cxn>
                <a:cxn ang="0">
                  <a:pos x="149" y="531"/>
                </a:cxn>
                <a:cxn ang="0">
                  <a:pos x="105" y="451"/>
                </a:cxn>
                <a:cxn ang="0">
                  <a:pos x="75" y="386"/>
                </a:cxn>
                <a:cxn ang="0">
                  <a:pos x="65" y="336"/>
                </a:cxn>
                <a:cxn ang="0">
                  <a:pos x="65" y="410"/>
                </a:cxn>
                <a:cxn ang="0">
                  <a:pos x="111" y="501"/>
                </a:cxn>
                <a:cxn ang="0">
                  <a:pos x="130" y="541"/>
                </a:cxn>
                <a:cxn ang="0">
                  <a:pos x="86" y="481"/>
                </a:cxn>
                <a:cxn ang="0">
                  <a:pos x="67" y="458"/>
                </a:cxn>
                <a:cxn ang="0">
                  <a:pos x="50" y="436"/>
                </a:cxn>
                <a:cxn ang="0">
                  <a:pos x="36" y="414"/>
                </a:cxn>
                <a:cxn ang="0">
                  <a:pos x="23" y="393"/>
                </a:cxn>
                <a:cxn ang="0">
                  <a:pos x="14" y="371"/>
                </a:cxn>
                <a:cxn ang="0">
                  <a:pos x="7" y="347"/>
                </a:cxn>
                <a:cxn ang="0">
                  <a:pos x="2" y="320"/>
                </a:cxn>
                <a:cxn ang="0">
                  <a:pos x="0" y="290"/>
                </a:cxn>
                <a:cxn ang="0">
                  <a:pos x="45" y="330"/>
                </a:cxn>
                <a:cxn ang="0">
                  <a:pos x="45" y="275"/>
                </a:cxn>
                <a:cxn ang="0">
                  <a:pos x="45" y="236"/>
                </a:cxn>
                <a:cxn ang="0">
                  <a:pos x="71" y="250"/>
                </a:cxn>
                <a:cxn ang="0">
                  <a:pos x="56" y="215"/>
                </a:cxn>
                <a:cxn ang="0">
                  <a:pos x="50" y="171"/>
                </a:cxn>
                <a:cxn ang="0">
                  <a:pos x="80" y="154"/>
                </a:cxn>
                <a:cxn ang="0">
                  <a:pos x="95" y="130"/>
                </a:cxn>
                <a:cxn ang="0">
                  <a:pos x="60" y="95"/>
                </a:cxn>
                <a:cxn ang="0">
                  <a:pos x="75" y="35"/>
                </a:cxn>
                <a:cxn ang="0">
                  <a:pos x="95" y="0"/>
                </a:cxn>
              </a:cxnLst>
              <a:rect l="0" t="0" r="r" b="b"/>
              <a:pathLst>
                <a:path w="331" h="541">
                  <a:moveTo>
                    <a:pt x="95" y="0"/>
                  </a:moveTo>
                  <a:lnTo>
                    <a:pt x="129" y="0"/>
                  </a:lnTo>
                  <a:lnTo>
                    <a:pt x="157" y="1"/>
                  </a:lnTo>
                  <a:lnTo>
                    <a:pt x="182" y="3"/>
                  </a:lnTo>
                  <a:lnTo>
                    <a:pt x="205" y="8"/>
                  </a:lnTo>
                  <a:lnTo>
                    <a:pt x="226" y="15"/>
                  </a:lnTo>
                  <a:lnTo>
                    <a:pt x="248" y="27"/>
                  </a:lnTo>
                  <a:lnTo>
                    <a:pt x="270" y="43"/>
                  </a:lnTo>
                  <a:lnTo>
                    <a:pt x="295" y="65"/>
                  </a:lnTo>
                  <a:lnTo>
                    <a:pt x="325" y="121"/>
                  </a:lnTo>
                  <a:lnTo>
                    <a:pt x="327" y="199"/>
                  </a:lnTo>
                  <a:lnTo>
                    <a:pt x="328" y="245"/>
                  </a:lnTo>
                  <a:lnTo>
                    <a:pt x="331" y="286"/>
                  </a:lnTo>
                  <a:lnTo>
                    <a:pt x="297" y="268"/>
                  </a:lnTo>
                  <a:lnTo>
                    <a:pt x="211" y="305"/>
                  </a:lnTo>
                  <a:lnTo>
                    <a:pt x="140" y="360"/>
                  </a:lnTo>
                  <a:lnTo>
                    <a:pt x="133" y="275"/>
                  </a:lnTo>
                  <a:lnTo>
                    <a:pt x="111" y="229"/>
                  </a:lnTo>
                  <a:lnTo>
                    <a:pt x="101" y="150"/>
                  </a:lnTo>
                  <a:lnTo>
                    <a:pt x="90" y="250"/>
                  </a:lnTo>
                  <a:lnTo>
                    <a:pt x="111" y="306"/>
                  </a:lnTo>
                  <a:lnTo>
                    <a:pt x="130" y="375"/>
                  </a:lnTo>
                  <a:lnTo>
                    <a:pt x="140" y="406"/>
                  </a:lnTo>
                  <a:lnTo>
                    <a:pt x="170" y="371"/>
                  </a:lnTo>
                  <a:lnTo>
                    <a:pt x="197" y="401"/>
                  </a:lnTo>
                  <a:lnTo>
                    <a:pt x="193" y="445"/>
                  </a:lnTo>
                  <a:lnTo>
                    <a:pt x="193" y="531"/>
                  </a:lnTo>
                  <a:lnTo>
                    <a:pt x="149" y="531"/>
                  </a:lnTo>
                  <a:lnTo>
                    <a:pt x="105" y="451"/>
                  </a:lnTo>
                  <a:lnTo>
                    <a:pt x="75" y="386"/>
                  </a:lnTo>
                  <a:lnTo>
                    <a:pt x="65" y="336"/>
                  </a:lnTo>
                  <a:lnTo>
                    <a:pt x="65" y="410"/>
                  </a:lnTo>
                  <a:lnTo>
                    <a:pt x="111" y="501"/>
                  </a:lnTo>
                  <a:lnTo>
                    <a:pt x="130" y="541"/>
                  </a:lnTo>
                  <a:lnTo>
                    <a:pt x="86" y="481"/>
                  </a:lnTo>
                  <a:lnTo>
                    <a:pt x="67" y="458"/>
                  </a:lnTo>
                  <a:lnTo>
                    <a:pt x="50" y="436"/>
                  </a:lnTo>
                  <a:lnTo>
                    <a:pt x="36" y="414"/>
                  </a:lnTo>
                  <a:lnTo>
                    <a:pt x="23" y="393"/>
                  </a:lnTo>
                  <a:lnTo>
                    <a:pt x="14" y="371"/>
                  </a:lnTo>
                  <a:lnTo>
                    <a:pt x="7" y="347"/>
                  </a:lnTo>
                  <a:lnTo>
                    <a:pt x="2" y="320"/>
                  </a:lnTo>
                  <a:lnTo>
                    <a:pt x="0" y="290"/>
                  </a:lnTo>
                  <a:lnTo>
                    <a:pt x="45" y="330"/>
                  </a:lnTo>
                  <a:lnTo>
                    <a:pt x="45" y="275"/>
                  </a:lnTo>
                  <a:lnTo>
                    <a:pt x="45" y="236"/>
                  </a:lnTo>
                  <a:lnTo>
                    <a:pt x="71" y="250"/>
                  </a:lnTo>
                  <a:lnTo>
                    <a:pt x="56" y="215"/>
                  </a:lnTo>
                  <a:lnTo>
                    <a:pt x="50" y="171"/>
                  </a:lnTo>
                  <a:lnTo>
                    <a:pt x="80" y="154"/>
                  </a:lnTo>
                  <a:lnTo>
                    <a:pt x="95" y="130"/>
                  </a:lnTo>
                  <a:lnTo>
                    <a:pt x="60" y="95"/>
                  </a:lnTo>
                  <a:lnTo>
                    <a:pt x="75" y="35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rgbClr val="FFEF2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41" name="Freeform 93"/>
            <p:cNvSpPr>
              <a:spLocks/>
            </p:cNvSpPr>
            <p:nvPr/>
          </p:nvSpPr>
          <p:spPr bwMode="auto">
            <a:xfrm>
              <a:off x="6726238" y="1243013"/>
              <a:ext cx="338138" cy="549275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45"/>
                </a:cxn>
                <a:cxn ang="0">
                  <a:pos x="5" y="85"/>
                </a:cxn>
                <a:cxn ang="0">
                  <a:pos x="31" y="76"/>
                </a:cxn>
                <a:cxn ang="0">
                  <a:pos x="84" y="145"/>
                </a:cxn>
                <a:cxn ang="0">
                  <a:pos x="50" y="126"/>
                </a:cxn>
                <a:cxn ang="0">
                  <a:pos x="14" y="126"/>
                </a:cxn>
                <a:cxn ang="0">
                  <a:pos x="31" y="156"/>
                </a:cxn>
                <a:cxn ang="0">
                  <a:pos x="89" y="191"/>
                </a:cxn>
                <a:cxn ang="0">
                  <a:pos x="35" y="191"/>
                </a:cxn>
                <a:cxn ang="0">
                  <a:pos x="44" y="230"/>
                </a:cxn>
                <a:cxn ang="0">
                  <a:pos x="44" y="265"/>
                </a:cxn>
                <a:cxn ang="0">
                  <a:pos x="74" y="306"/>
                </a:cxn>
                <a:cxn ang="0">
                  <a:pos x="144" y="346"/>
                </a:cxn>
                <a:cxn ang="0">
                  <a:pos x="193" y="336"/>
                </a:cxn>
                <a:cxn ang="0">
                  <a:pos x="158" y="315"/>
                </a:cxn>
                <a:cxn ang="0">
                  <a:pos x="128" y="291"/>
                </a:cxn>
                <a:cxn ang="0">
                  <a:pos x="173" y="300"/>
                </a:cxn>
                <a:cxn ang="0">
                  <a:pos x="213" y="306"/>
                </a:cxn>
                <a:cxn ang="0">
                  <a:pos x="184" y="280"/>
                </a:cxn>
                <a:cxn ang="0">
                  <a:pos x="128" y="256"/>
                </a:cxn>
                <a:cxn ang="0">
                  <a:pos x="134" y="230"/>
                </a:cxn>
                <a:cxn ang="0">
                  <a:pos x="169" y="261"/>
                </a:cxn>
                <a:cxn ang="0">
                  <a:pos x="208" y="265"/>
                </a:cxn>
                <a:cxn ang="0">
                  <a:pos x="213" y="230"/>
                </a:cxn>
                <a:cxn ang="0">
                  <a:pos x="184" y="211"/>
                </a:cxn>
                <a:cxn ang="0">
                  <a:pos x="144" y="170"/>
                </a:cxn>
                <a:cxn ang="0">
                  <a:pos x="98" y="80"/>
                </a:cxn>
                <a:cxn ang="0">
                  <a:pos x="44" y="20"/>
                </a:cxn>
                <a:cxn ang="0">
                  <a:pos x="9" y="0"/>
                </a:cxn>
              </a:cxnLst>
              <a:rect l="0" t="0" r="r" b="b"/>
              <a:pathLst>
                <a:path w="213" h="346">
                  <a:moveTo>
                    <a:pt x="9" y="0"/>
                  </a:moveTo>
                  <a:lnTo>
                    <a:pt x="0" y="45"/>
                  </a:lnTo>
                  <a:lnTo>
                    <a:pt x="5" y="85"/>
                  </a:lnTo>
                  <a:lnTo>
                    <a:pt x="31" y="76"/>
                  </a:lnTo>
                  <a:lnTo>
                    <a:pt x="84" y="145"/>
                  </a:lnTo>
                  <a:lnTo>
                    <a:pt x="50" y="126"/>
                  </a:lnTo>
                  <a:lnTo>
                    <a:pt x="14" y="126"/>
                  </a:lnTo>
                  <a:lnTo>
                    <a:pt x="31" y="156"/>
                  </a:lnTo>
                  <a:lnTo>
                    <a:pt x="89" y="191"/>
                  </a:lnTo>
                  <a:lnTo>
                    <a:pt x="35" y="191"/>
                  </a:lnTo>
                  <a:lnTo>
                    <a:pt x="44" y="230"/>
                  </a:lnTo>
                  <a:lnTo>
                    <a:pt x="44" y="265"/>
                  </a:lnTo>
                  <a:lnTo>
                    <a:pt x="74" y="306"/>
                  </a:lnTo>
                  <a:lnTo>
                    <a:pt x="144" y="346"/>
                  </a:lnTo>
                  <a:lnTo>
                    <a:pt x="193" y="336"/>
                  </a:lnTo>
                  <a:lnTo>
                    <a:pt x="158" y="315"/>
                  </a:lnTo>
                  <a:lnTo>
                    <a:pt x="128" y="291"/>
                  </a:lnTo>
                  <a:lnTo>
                    <a:pt x="173" y="300"/>
                  </a:lnTo>
                  <a:lnTo>
                    <a:pt x="213" y="306"/>
                  </a:lnTo>
                  <a:lnTo>
                    <a:pt x="184" y="280"/>
                  </a:lnTo>
                  <a:lnTo>
                    <a:pt x="128" y="256"/>
                  </a:lnTo>
                  <a:lnTo>
                    <a:pt x="134" y="230"/>
                  </a:lnTo>
                  <a:lnTo>
                    <a:pt x="169" y="261"/>
                  </a:lnTo>
                  <a:lnTo>
                    <a:pt x="208" y="265"/>
                  </a:lnTo>
                  <a:lnTo>
                    <a:pt x="213" y="230"/>
                  </a:lnTo>
                  <a:lnTo>
                    <a:pt x="184" y="211"/>
                  </a:lnTo>
                  <a:lnTo>
                    <a:pt x="144" y="170"/>
                  </a:lnTo>
                  <a:lnTo>
                    <a:pt x="98" y="80"/>
                  </a:lnTo>
                  <a:lnTo>
                    <a:pt x="44" y="2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EF2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42" name="Freeform 94"/>
            <p:cNvSpPr>
              <a:spLocks/>
            </p:cNvSpPr>
            <p:nvPr/>
          </p:nvSpPr>
          <p:spPr bwMode="auto">
            <a:xfrm>
              <a:off x="6781800" y="1743075"/>
              <a:ext cx="147638" cy="79375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49" y="26"/>
                </a:cxn>
                <a:cxn ang="0">
                  <a:pos x="93" y="46"/>
                </a:cxn>
                <a:cxn ang="0">
                  <a:pos x="59" y="50"/>
                </a:cxn>
                <a:cxn ang="0">
                  <a:pos x="0" y="46"/>
                </a:cxn>
                <a:cxn ang="0">
                  <a:pos x="15" y="0"/>
                </a:cxn>
              </a:cxnLst>
              <a:rect l="0" t="0" r="r" b="b"/>
              <a:pathLst>
                <a:path w="93" h="50">
                  <a:moveTo>
                    <a:pt x="15" y="0"/>
                  </a:moveTo>
                  <a:lnTo>
                    <a:pt x="49" y="26"/>
                  </a:lnTo>
                  <a:lnTo>
                    <a:pt x="93" y="46"/>
                  </a:lnTo>
                  <a:lnTo>
                    <a:pt x="59" y="50"/>
                  </a:lnTo>
                  <a:lnTo>
                    <a:pt x="0" y="46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EF2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43" name="Freeform 95"/>
            <p:cNvSpPr>
              <a:spLocks/>
            </p:cNvSpPr>
            <p:nvPr/>
          </p:nvSpPr>
          <p:spPr bwMode="auto">
            <a:xfrm>
              <a:off x="6748463" y="1855788"/>
              <a:ext cx="95250" cy="46038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60" y="5"/>
                </a:cxn>
                <a:cxn ang="0">
                  <a:pos x="25" y="29"/>
                </a:cxn>
                <a:cxn ang="0">
                  <a:pos x="0" y="29"/>
                </a:cxn>
                <a:cxn ang="0">
                  <a:pos x="10" y="0"/>
                </a:cxn>
              </a:cxnLst>
              <a:rect l="0" t="0" r="r" b="b"/>
              <a:pathLst>
                <a:path w="60" h="29">
                  <a:moveTo>
                    <a:pt x="10" y="0"/>
                  </a:moveTo>
                  <a:lnTo>
                    <a:pt x="60" y="5"/>
                  </a:lnTo>
                  <a:lnTo>
                    <a:pt x="25" y="29"/>
                  </a:lnTo>
                  <a:lnTo>
                    <a:pt x="0" y="29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EF2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44" name="Freeform 96"/>
            <p:cNvSpPr>
              <a:spLocks/>
            </p:cNvSpPr>
            <p:nvPr/>
          </p:nvSpPr>
          <p:spPr bwMode="auto">
            <a:xfrm>
              <a:off x="6234113" y="1712913"/>
              <a:ext cx="203200" cy="2619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" y="30"/>
                </a:cxn>
                <a:cxn ang="0">
                  <a:pos x="35" y="65"/>
                </a:cxn>
                <a:cxn ang="0">
                  <a:pos x="44" y="100"/>
                </a:cxn>
                <a:cxn ang="0">
                  <a:pos x="59" y="165"/>
                </a:cxn>
                <a:cxn ang="0">
                  <a:pos x="128" y="145"/>
                </a:cxn>
                <a:cxn ang="0">
                  <a:pos x="90" y="115"/>
                </a:cxn>
                <a:cxn ang="0">
                  <a:pos x="65" y="69"/>
                </a:cxn>
                <a:cxn ang="0">
                  <a:pos x="24" y="4"/>
                </a:cxn>
                <a:cxn ang="0">
                  <a:pos x="0" y="0"/>
                </a:cxn>
              </a:cxnLst>
              <a:rect l="0" t="0" r="r" b="b"/>
              <a:pathLst>
                <a:path w="128" h="165">
                  <a:moveTo>
                    <a:pt x="0" y="0"/>
                  </a:moveTo>
                  <a:lnTo>
                    <a:pt x="35" y="30"/>
                  </a:lnTo>
                  <a:lnTo>
                    <a:pt x="35" y="65"/>
                  </a:lnTo>
                  <a:lnTo>
                    <a:pt x="44" y="100"/>
                  </a:lnTo>
                  <a:lnTo>
                    <a:pt x="59" y="165"/>
                  </a:lnTo>
                  <a:lnTo>
                    <a:pt x="128" y="145"/>
                  </a:lnTo>
                  <a:lnTo>
                    <a:pt x="90" y="115"/>
                  </a:lnTo>
                  <a:lnTo>
                    <a:pt x="65" y="69"/>
                  </a:lnTo>
                  <a:lnTo>
                    <a:pt x="24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F2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45" name="Freeform 97"/>
            <p:cNvSpPr>
              <a:spLocks/>
            </p:cNvSpPr>
            <p:nvPr/>
          </p:nvSpPr>
          <p:spPr bwMode="auto">
            <a:xfrm>
              <a:off x="6623050" y="1831975"/>
              <a:ext cx="711200" cy="1009650"/>
            </a:xfrm>
            <a:custGeom>
              <a:avLst/>
              <a:gdLst/>
              <a:ahLst/>
              <a:cxnLst>
                <a:cxn ang="0">
                  <a:pos x="119" y="65"/>
                </a:cxn>
                <a:cxn ang="0">
                  <a:pos x="163" y="65"/>
                </a:cxn>
                <a:cxn ang="0">
                  <a:pos x="219" y="44"/>
                </a:cxn>
                <a:cxn ang="0">
                  <a:pos x="288" y="0"/>
                </a:cxn>
                <a:cxn ang="0">
                  <a:pos x="331" y="31"/>
                </a:cxn>
                <a:cxn ang="0">
                  <a:pos x="364" y="65"/>
                </a:cxn>
                <a:cxn ang="0">
                  <a:pos x="385" y="101"/>
                </a:cxn>
                <a:cxn ang="0">
                  <a:pos x="402" y="139"/>
                </a:cxn>
                <a:cxn ang="0">
                  <a:pos x="411" y="180"/>
                </a:cxn>
                <a:cxn ang="0">
                  <a:pos x="418" y="224"/>
                </a:cxn>
                <a:cxn ang="0">
                  <a:pos x="422" y="273"/>
                </a:cxn>
                <a:cxn ang="0">
                  <a:pos x="427" y="326"/>
                </a:cxn>
                <a:cxn ang="0">
                  <a:pos x="448" y="621"/>
                </a:cxn>
                <a:cxn ang="0">
                  <a:pos x="392" y="636"/>
                </a:cxn>
                <a:cxn ang="0">
                  <a:pos x="312" y="636"/>
                </a:cxn>
                <a:cxn ang="0">
                  <a:pos x="312" y="561"/>
                </a:cxn>
                <a:cxn ang="0">
                  <a:pos x="312" y="421"/>
                </a:cxn>
                <a:cxn ang="0">
                  <a:pos x="327" y="361"/>
                </a:cxn>
                <a:cxn ang="0">
                  <a:pos x="327" y="321"/>
                </a:cxn>
                <a:cxn ang="0">
                  <a:pos x="295" y="396"/>
                </a:cxn>
                <a:cxn ang="0">
                  <a:pos x="268" y="430"/>
                </a:cxn>
                <a:cxn ang="0">
                  <a:pos x="199" y="476"/>
                </a:cxn>
                <a:cxn ang="0">
                  <a:pos x="134" y="556"/>
                </a:cxn>
                <a:cxn ang="0">
                  <a:pos x="193" y="436"/>
                </a:cxn>
                <a:cxn ang="0">
                  <a:pos x="297" y="361"/>
                </a:cxn>
                <a:cxn ang="0">
                  <a:pos x="323" y="295"/>
                </a:cxn>
                <a:cxn ang="0">
                  <a:pos x="249" y="356"/>
                </a:cxn>
                <a:cxn ang="0">
                  <a:pos x="178" y="430"/>
                </a:cxn>
                <a:cxn ang="0">
                  <a:pos x="130" y="480"/>
                </a:cxn>
                <a:cxn ang="0">
                  <a:pos x="35" y="526"/>
                </a:cxn>
                <a:cxn ang="0">
                  <a:pos x="59" y="430"/>
                </a:cxn>
                <a:cxn ang="0">
                  <a:pos x="130" y="396"/>
                </a:cxn>
                <a:cxn ang="0">
                  <a:pos x="154" y="371"/>
                </a:cxn>
                <a:cxn ang="0">
                  <a:pos x="59" y="400"/>
                </a:cxn>
                <a:cxn ang="0">
                  <a:pos x="59" y="376"/>
                </a:cxn>
                <a:cxn ang="0">
                  <a:pos x="115" y="350"/>
                </a:cxn>
                <a:cxn ang="0">
                  <a:pos x="204" y="311"/>
                </a:cxn>
                <a:cxn ang="0">
                  <a:pos x="134" y="321"/>
                </a:cxn>
                <a:cxn ang="0">
                  <a:pos x="59" y="350"/>
                </a:cxn>
                <a:cxn ang="0">
                  <a:pos x="12" y="361"/>
                </a:cxn>
                <a:cxn ang="0">
                  <a:pos x="0" y="315"/>
                </a:cxn>
                <a:cxn ang="0">
                  <a:pos x="70" y="291"/>
                </a:cxn>
                <a:cxn ang="0">
                  <a:pos x="134" y="276"/>
                </a:cxn>
                <a:cxn ang="0">
                  <a:pos x="134" y="250"/>
                </a:cxn>
                <a:cxn ang="0">
                  <a:pos x="79" y="265"/>
                </a:cxn>
                <a:cxn ang="0">
                  <a:pos x="15" y="265"/>
                </a:cxn>
                <a:cxn ang="0">
                  <a:pos x="50" y="205"/>
                </a:cxn>
                <a:cxn ang="0">
                  <a:pos x="74" y="145"/>
                </a:cxn>
                <a:cxn ang="0">
                  <a:pos x="130" y="145"/>
                </a:cxn>
                <a:cxn ang="0">
                  <a:pos x="126" y="120"/>
                </a:cxn>
                <a:cxn ang="0">
                  <a:pos x="79" y="109"/>
                </a:cxn>
                <a:cxn ang="0">
                  <a:pos x="119" y="65"/>
                </a:cxn>
              </a:cxnLst>
              <a:rect l="0" t="0" r="r" b="b"/>
              <a:pathLst>
                <a:path w="448" h="636">
                  <a:moveTo>
                    <a:pt x="119" y="65"/>
                  </a:moveTo>
                  <a:lnTo>
                    <a:pt x="163" y="65"/>
                  </a:lnTo>
                  <a:lnTo>
                    <a:pt x="219" y="44"/>
                  </a:lnTo>
                  <a:lnTo>
                    <a:pt x="288" y="0"/>
                  </a:lnTo>
                  <a:lnTo>
                    <a:pt x="331" y="31"/>
                  </a:lnTo>
                  <a:lnTo>
                    <a:pt x="364" y="65"/>
                  </a:lnTo>
                  <a:lnTo>
                    <a:pt x="385" y="101"/>
                  </a:lnTo>
                  <a:lnTo>
                    <a:pt x="402" y="139"/>
                  </a:lnTo>
                  <a:lnTo>
                    <a:pt x="411" y="180"/>
                  </a:lnTo>
                  <a:lnTo>
                    <a:pt x="418" y="224"/>
                  </a:lnTo>
                  <a:lnTo>
                    <a:pt x="422" y="273"/>
                  </a:lnTo>
                  <a:lnTo>
                    <a:pt x="427" y="326"/>
                  </a:lnTo>
                  <a:lnTo>
                    <a:pt x="448" y="621"/>
                  </a:lnTo>
                  <a:lnTo>
                    <a:pt x="392" y="636"/>
                  </a:lnTo>
                  <a:lnTo>
                    <a:pt x="312" y="636"/>
                  </a:lnTo>
                  <a:lnTo>
                    <a:pt x="312" y="561"/>
                  </a:lnTo>
                  <a:lnTo>
                    <a:pt x="312" y="421"/>
                  </a:lnTo>
                  <a:lnTo>
                    <a:pt x="327" y="361"/>
                  </a:lnTo>
                  <a:lnTo>
                    <a:pt x="327" y="321"/>
                  </a:lnTo>
                  <a:lnTo>
                    <a:pt x="295" y="396"/>
                  </a:lnTo>
                  <a:lnTo>
                    <a:pt x="268" y="430"/>
                  </a:lnTo>
                  <a:lnTo>
                    <a:pt x="199" y="476"/>
                  </a:lnTo>
                  <a:lnTo>
                    <a:pt x="134" y="556"/>
                  </a:lnTo>
                  <a:lnTo>
                    <a:pt x="193" y="436"/>
                  </a:lnTo>
                  <a:lnTo>
                    <a:pt x="297" y="361"/>
                  </a:lnTo>
                  <a:lnTo>
                    <a:pt x="323" y="295"/>
                  </a:lnTo>
                  <a:lnTo>
                    <a:pt x="249" y="356"/>
                  </a:lnTo>
                  <a:lnTo>
                    <a:pt x="178" y="430"/>
                  </a:lnTo>
                  <a:lnTo>
                    <a:pt x="130" y="480"/>
                  </a:lnTo>
                  <a:lnTo>
                    <a:pt x="35" y="526"/>
                  </a:lnTo>
                  <a:lnTo>
                    <a:pt x="59" y="430"/>
                  </a:lnTo>
                  <a:lnTo>
                    <a:pt x="130" y="396"/>
                  </a:lnTo>
                  <a:lnTo>
                    <a:pt x="154" y="371"/>
                  </a:lnTo>
                  <a:lnTo>
                    <a:pt x="59" y="400"/>
                  </a:lnTo>
                  <a:lnTo>
                    <a:pt x="59" y="376"/>
                  </a:lnTo>
                  <a:lnTo>
                    <a:pt x="115" y="350"/>
                  </a:lnTo>
                  <a:lnTo>
                    <a:pt x="204" y="311"/>
                  </a:lnTo>
                  <a:lnTo>
                    <a:pt x="134" y="321"/>
                  </a:lnTo>
                  <a:lnTo>
                    <a:pt x="59" y="350"/>
                  </a:lnTo>
                  <a:lnTo>
                    <a:pt x="12" y="361"/>
                  </a:lnTo>
                  <a:lnTo>
                    <a:pt x="0" y="315"/>
                  </a:lnTo>
                  <a:lnTo>
                    <a:pt x="70" y="291"/>
                  </a:lnTo>
                  <a:lnTo>
                    <a:pt x="134" y="276"/>
                  </a:lnTo>
                  <a:lnTo>
                    <a:pt x="134" y="250"/>
                  </a:lnTo>
                  <a:lnTo>
                    <a:pt x="79" y="265"/>
                  </a:lnTo>
                  <a:lnTo>
                    <a:pt x="15" y="265"/>
                  </a:lnTo>
                  <a:lnTo>
                    <a:pt x="50" y="205"/>
                  </a:lnTo>
                  <a:lnTo>
                    <a:pt x="74" y="145"/>
                  </a:lnTo>
                  <a:lnTo>
                    <a:pt x="130" y="145"/>
                  </a:lnTo>
                  <a:lnTo>
                    <a:pt x="126" y="120"/>
                  </a:lnTo>
                  <a:lnTo>
                    <a:pt x="79" y="109"/>
                  </a:lnTo>
                  <a:lnTo>
                    <a:pt x="119" y="65"/>
                  </a:lnTo>
                  <a:close/>
                </a:path>
              </a:pathLst>
            </a:custGeom>
            <a:solidFill>
              <a:srgbClr val="72470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46" name="Freeform 98"/>
            <p:cNvSpPr>
              <a:spLocks/>
            </p:cNvSpPr>
            <p:nvPr/>
          </p:nvSpPr>
          <p:spPr bwMode="auto">
            <a:xfrm>
              <a:off x="6616700" y="2540000"/>
              <a:ext cx="455613" cy="374650"/>
            </a:xfrm>
            <a:custGeom>
              <a:avLst/>
              <a:gdLst/>
              <a:ahLst/>
              <a:cxnLst>
                <a:cxn ang="0">
                  <a:pos x="287" y="0"/>
                </a:cxn>
                <a:cxn ang="0">
                  <a:pos x="217" y="45"/>
                </a:cxn>
                <a:cxn ang="0">
                  <a:pos x="163" y="105"/>
                </a:cxn>
                <a:cxn ang="0">
                  <a:pos x="104" y="136"/>
                </a:cxn>
                <a:cxn ang="0">
                  <a:pos x="158" y="60"/>
                </a:cxn>
                <a:cxn ang="0">
                  <a:pos x="113" y="75"/>
                </a:cxn>
                <a:cxn ang="0">
                  <a:pos x="16" y="110"/>
                </a:cxn>
                <a:cxn ang="0">
                  <a:pos x="0" y="236"/>
                </a:cxn>
                <a:cxn ang="0">
                  <a:pos x="123" y="220"/>
                </a:cxn>
                <a:cxn ang="0">
                  <a:pos x="253" y="205"/>
                </a:cxn>
                <a:cxn ang="0">
                  <a:pos x="277" y="145"/>
                </a:cxn>
                <a:cxn ang="0">
                  <a:pos x="287" y="0"/>
                </a:cxn>
              </a:cxnLst>
              <a:rect l="0" t="0" r="r" b="b"/>
              <a:pathLst>
                <a:path w="287" h="236">
                  <a:moveTo>
                    <a:pt x="287" y="0"/>
                  </a:moveTo>
                  <a:lnTo>
                    <a:pt x="217" y="45"/>
                  </a:lnTo>
                  <a:lnTo>
                    <a:pt x="163" y="105"/>
                  </a:lnTo>
                  <a:lnTo>
                    <a:pt x="104" y="136"/>
                  </a:lnTo>
                  <a:lnTo>
                    <a:pt x="158" y="60"/>
                  </a:lnTo>
                  <a:lnTo>
                    <a:pt x="113" y="75"/>
                  </a:lnTo>
                  <a:lnTo>
                    <a:pt x="16" y="110"/>
                  </a:lnTo>
                  <a:lnTo>
                    <a:pt x="0" y="236"/>
                  </a:lnTo>
                  <a:lnTo>
                    <a:pt x="123" y="220"/>
                  </a:lnTo>
                  <a:lnTo>
                    <a:pt x="253" y="205"/>
                  </a:lnTo>
                  <a:lnTo>
                    <a:pt x="277" y="145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72470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47" name="Freeform 99"/>
            <p:cNvSpPr>
              <a:spLocks/>
            </p:cNvSpPr>
            <p:nvPr/>
          </p:nvSpPr>
          <p:spPr bwMode="auto">
            <a:xfrm>
              <a:off x="6437313" y="1447800"/>
              <a:ext cx="338138" cy="1058863"/>
            </a:xfrm>
            <a:custGeom>
              <a:avLst/>
              <a:gdLst/>
              <a:ahLst/>
              <a:cxnLst>
                <a:cxn ang="0">
                  <a:pos x="183" y="0"/>
                </a:cxn>
                <a:cxn ang="0">
                  <a:pos x="190" y="20"/>
                </a:cxn>
                <a:cxn ang="0">
                  <a:pos x="194" y="39"/>
                </a:cxn>
                <a:cxn ang="0">
                  <a:pos x="198" y="58"/>
                </a:cxn>
                <a:cxn ang="0">
                  <a:pos x="201" y="79"/>
                </a:cxn>
                <a:cxn ang="0">
                  <a:pos x="213" y="125"/>
                </a:cxn>
                <a:cxn ang="0">
                  <a:pos x="196" y="184"/>
                </a:cxn>
                <a:cxn ang="0">
                  <a:pos x="191" y="216"/>
                </a:cxn>
                <a:cxn ang="0">
                  <a:pos x="184" y="247"/>
                </a:cxn>
                <a:cxn ang="0">
                  <a:pos x="176" y="276"/>
                </a:cxn>
                <a:cxn ang="0">
                  <a:pos x="167" y="303"/>
                </a:cxn>
                <a:cxn ang="0">
                  <a:pos x="156" y="331"/>
                </a:cxn>
                <a:cxn ang="0">
                  <a:pos x="144" y="358"/>
                </a:cxn>
                <a:cxn ang="0">
                  <a:pos x="132" y="388"/>
                </a:cxn>
                <a:cxn ang="0">
                  <a:pos x="118" y="418"/>
                </a:cxn>
                <a:cxn ang="0">
                  <a:pos x="110" y="458"/>
                </a:cxn>
                <a:cxn ang="0">
                  <a:pos x="110" y="492"/>
                </a:cxn>
                <a:cxn ang="0">
                  <a:pos x="122" y="542"/>
                </a:cxn>
                <a:cxn ang="0">
                  <a:pos x="122" y="584"/>
                </a:cxn>
                <a:cxn ang="0">
                  <a:pos x="96" y="609"/>
                </a:cxn>
                <a:cxn ang="0">
                  <a:pos x="73" y="629"/>
                </a:cxn>
                <a:cxn ang="0">
                  <a:pos x="76" y="667"/>
                </a:cxn>
                <a:cxn ang="0">
                  <a:pos x="44" y="667"/>
                </a:cxn>
                <a:cxn ang="0">
                  <a:pos x="22" y="625"/>
                </a:cxn>
                <a:cxn ang="0">
                  <a:pos x="0" y="592"/>
                </a:cxn>
                <a:cxn ang="0">
                  <a:pos x="0" y="542"/>
                </a:cxn>
                <a:cxn ang="0">
                  <a:pos x="18" y="476"/>
                </a:cxn>
                <a:cxn ang="0">
                  <a:pos x="34" y="426"/>
                </a:cxn>
                <a:cxn ang="0">
                  <a:pos x="39" y="388"/>
                </a:cxn>
                <a:cxn ang="0">
                  <a:pos x="45" y="350"/>
                </a:cxn>
                <a:cxn ang="0">
                  <a:pos x="49" y="313"/>
                </a:cxn>
                <a:cxn ang="0">
                  <a:pos x="53" y="276"/>
                </a:cxn>
                <a:cxn ang="0">
                  <a:pos x="58" y="238"/>
                </a:cxn>
                <a:cxn ang="0">
                  <a:pos x="64" y="200"/>
                </a:cxn>
                <a:cxn ang="0">
                  <a:pos x="69" y="163"/>
                </a:cxn>
                <a:cxn ang="0">
                  <a:pos x="76" y="125"/>
                </a:cxn>
                <a:cxn ang="0">
                  <a:pos x="48" y="93"/>
                </a:cxn>
                <a:cxn ang="0">
                  <a:pos x="22" y="67"/>
                </a:cxn>
                <a:cxn ang="0">
                  <a:pos x="64" y="25"/>
                </a:cxn>
                <a:cxn ang="0">
                  <a:pos x="130" y="1"/>
                </a:cxn>
                <a:cxn ang="0">
                  <a:pos x="183" y="0"/>
                </a:cxn>
              </a:cxnLst>
              <a:rect l="0" t="0" r="r" b="b"/>
              <a:pathLst>
                <a:path w="213" h="667">
                  <a:moveTo>
                    <a:pt x="183" y="0"/>
                  </a:moveTo>
                  <a:lnTo>
                    <a:pt x="190" y="20"/>
                  </a:lnTo>
                  <a:lnTo>
                    <a:pt x="194" y="39"/>
                  </a:lnTo>
                  <a:lnTo>
                    <a:pt x="198" y="58"/>
                  </a:lnTo>
                  <a:lnTo>
                    <a:pt x="201" y="79"/>
                  </a:lnTo>
                  <a:lnTo>
                    <a:pt x="213" y="125"/>
                  </a:lnTo>
                  <a:lnTo>
                    <a:pt x="196" y="184"/>
                  </a:lnTo>
                  <a:lnTo>
                    <a:pt x="191" y="216"/>
                  </a:lnTo>
                  <a:lnTo>
                    <a:pt x="184" y="247"/>
                  </a:lnTo>
                  <a:lnTo>
                    <a:pt x="176" y="276"/>
                  </a:lnTo>
                  <a:lnTo>
                    <a:pt x="167" y="303"/>
                  </a:lnTo>
                  <a:lnTo>
                    <a:pt x="156" y="331"/>
                  </a:lnTo>
                  <a:lnTo>
                    <a:pt x="144" y="358"/>
                  </a:lnTo>
                  <a:lnTo>
                    <a:pt x="132" y="388"/>
                  </a:lnTo>
                  <a:lnTo>
                    <a:pt x="118" y="418"/>
                  </a:lnTo>
                  <a:lnTo>
                    <a:pt x="110" y="458"/>
                  </a:lnTo>
                  <a:lnTo>
                    <a:pt x="110" y="492"/>
                  </a:lnTo>
                  <a:lnTo>
                    <a:pt x="122" y="542"/>
                  </a:lnTo>
                  <a:lnTo>
                    <a:pt x="122" y="584"/>
                  </a:lnTo>
                  <a:lnTo>
                    <a:pt x="96" y="609"/>
                  </a:lnTo>
                  <a:lnTo>
                    <a:pt x="73" y="629"/>
                  </a:lnTo>
                  <a:lnTo>
                    <a:pt x="76" y="667"/>
                  </a:lnTo>
                  <a:lnTo>
                    <a:pt x="44" y="667"/>
                  </a:lnTo>
                  <a:lnTo>
                    <a:pt x="22" y="625"/>
                  </a:lnTo>
                  <a:lnTo>
                    <a:pt x="0" y="592"/>
                  </a:lnTo>
                  <a:lnTo>
                    <a:pt x="0" y="542"/>
                  </a:lnTo>
                  <a:lnTo>
                    <a:pt x="18" y="476"/>
                  </a:lnTo>
                  <a:lnTo>
                    <a:pt x="34" y="426"/>
                  </a:lnTo>
                  <a:lnTo>
                    <a:pt x="39" y="388"/>
                  </a:lnTo>
                  <a:lnTo>
                    <a:pt x="45" y="350"/>
                  </a:lnTo>
                  <a:lnTo>
                    <a:pt x="49" y="313"/>
                  </a:lnTo>
                  <a:lnTo>
                    <a:pt x="53" y="276"/>
                  </a:lnTo>
                  <a:lnTo>
                    <a:pt x="58" y="238"/>
                  </a:lnTo>
                  <a:lnTo>
                    <a:pt x="64" y="200"/>
                  </a:lnTo>
                  <a:lnTo>
                    <a:pt x="69" y="163"/>
                  </a:lnTo>
                  <a:lnTo>
                    <a:pt x="76" y="125"/>
                  </a:lnTo>
                  <a:lnTo>
                    <a:pt x="48" y="93"/>
                  </a:lnTo>
                  <a:lnTo>
                    <a:pt x="22" y="67"/>
                  </a:lnTo>
                  <a:lnTo>
                    <a:pt x="64" y="25"/>
                  </a:lnTo>
                  <a:lnTo>
                    <a:pt x="130" y="1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rgbClr val="9942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48" name="Freeform 100"/>
            <p:cNvSpPr>
              <a:spLocks/>
            </p:cNvSpPr>
            <p:nvPr/>
          </p:nvSpPr>
          <p:spPr bwMode="auto">
            <a:xfrm>
              <a:off x="6357938" y="4117975"/>
              <a:ext cx="617538" cy="323850"/>
            </a:xfrm>
            <a:custGeom>
              <a:avLst/>
              <a:gdLst/>
              <a:ahLst/>
              <a:cxnLst>
                <a:cxn ang="0">
                  <a:pos x="222" y="0"/>
                </a:cxn>
                <a:cxn ang="0">
                  <a:pos x="194" y="40"/>
                </a:cxn>
                <a:cxn ang="0">
                  <a:pos x="152" y="92"/>
                </a:cxn>
                <a:cxn ang="0">
                  <a:pos x="127" y="115"/>
                </a:cxn>
                <a:cxn ang="0">
                  <a:pos x="65" y="124"/>
                </a:cxn>
                <a:cxn ang="0">
                  <a:pos x="16" y="143"/>
                </a:cxn>
                <a:cxn ang="0">
                  <a:pos x="0" y="189"/>
                </a:cxn>
                <a:cxn ang="0">
                  <a:pos x="85" y="204"/>
                </a:cxn>
                <a:cxn ang="0">
                  <a:pos x="194" y="204"/>
                </a:cxn>
                <a:cxn ang="0">
                  <a:pos x="269" y="192"/>
                </a:cxn>
                <a:cxn ang="0">
                  <a:pos x="339" y="195"/>
                </a:cxn>
                <a:cxn ang="0">
                  <a:pos x="387" y="192"/>
                </a:cxn>
                <a:cxn ang="0">
                  <a:pos x="389" y="151"/>
                </a:cxn>
                <a:cxn ang="0">
                  <a:pos x="386" y="118"/>
                </a:cxn>
                <a:cxn ang="0">
                  <a:pos x="379" y="86"/>
                </a:cxn>
                <a:cxn ang="0">
                  <a:pos x="364" y="51"/>
                </a:cxn>
                <a:cxn ang="0">
                  <a:pos x="321" y="55"/>
                </a:cxn>
                <a:cxn ang="0">
                  <a:pos x="279" y="38"/>
                </a:cxn>
                <a:cxn ang="0">
                  <a:pos x="251" y="7"/>
                </a:cxn>
                <a:cxn ang="0">
                  <a:pos x="222" y="0"/>
                </a:cxn>
              </a:cxnLst>
              <a:rect l="0" t="0" r="r" b="b"/>
              <a:pathLst>
                <a:path w="389" h="204">
                  <a:moveTo>
                    <a:pt x="222" y="0"/>
                  </a:moveTo>
                  <a:lnTo>
                    <a:pt x="194" y="40"/>
                  </a:lnTo>
                  <a:lnTo>
                    <a:pt x="152" y="92"/>
                  </a:lnTo>
                  <a:lnTo>
                    <a:pt x="127" y="115"/>
                  </a:lnTo>
                  <a:lnTo>
                    <a:pt x="65" y="124"/>
                  </a:lnTo>
                  <a:lnTo>
                    <a:pt x="16" y="143"/>
                  </a:lnTo>
                  <a:lnTo>
                    <a:pt x="0" y="189"/>
                  </a:lnTo>
                  <a:lnTo>
                    <a:pt x="85" y="204"/>
                  </a:lnTo>
                  <a:lnTo>
                    <a:pt x="194" y="204"/>
                  </a:lnTo>
                  <a:lnTo>
                    <a:pt x="269" y="192"/>
                  </a:lnTo>
                  <a:lnTo>
                    <a:pt x="339" y="195"/>
                  </a:lnTo>
                  <a:lnTo>
                    <a:pt x="387" y="192"/>
                  </a:lnTo>
                  <a:lnTo>
                    <a:pt x="389" y="151"/>
                  </a:lnTo>
                  <a:lnTo>
                    <a:pt x="386" y="118"/>
                  </a:lnTo>
                  <a:lnTo>
                    <a:pt x="379" y="86"/>
                  </a:lnTo>
                  <a:lnTo>
                    <a:pt x="364" y="51"/>
                  </a:lnTo>
                  <a:lnTo>
                    <a:pt x="321" y="55"/>
                  </a:lnTo>
                  <a:lnTo>
                    <a:pt x="279" y="38"/>
                  </a:lnTo>
                  <a:lnTo>
                    <a:pt x="251" y="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1C4CC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49" name="Freeform 101"/>
            <p:cNvSpPr>
              <a:spLocks/>
            </p:cNvSpPr>
            <p:nvPr/>
          </p:nvSpPr>
          <p:spPr bwMode="auto">
            <a:xfrm>
              <a:off x="6659563" y="2901950"/>
              <a:ext cx="347663" cy="1279525"/>
            </a:xfrm>
            <a:custGeom>
              <a:avLst/>
              <a:gdLst/>
              <a:ahLst/>
              <a:cxnLst>
                <a:cxn ang="0">
                  <a:pos x="13" y="11"/>
                </a:cxn>
                <a:cxn ang="0">
                  <a:pos x="13" y="42"/>
                </a:cxn>
                <a:cxn ang="0">
                  <a:pos x="13" y="113"/>
                </a:cxn>
                <a:cxn ang="0">
                  <a:pos x="0" y="146"/>
                </a:cxn>
                <a:cxn ang="0">
                  <a:pos x="4" y="182"/>
                </a:cxn>
                <a:cxn ang="0">
                  <a:pos x="55" y="192"/>
                </a:cxn>
                <a:cxn ang="0">
                  <a:pos x="55" y="212"/>
                </a:cxn>
                <a:cxn ang="0">
                  <a:pos x="32" y="231"/>
                </a:cxn>
                <a:cxn ang="0">
                  <a:pos x="32" y="257"/>
                </a:cxn>
                <a:cxn ang="0">
                  <a:pos x="42" y="273"/>
                </a:cxn>
                <a:cxn ang="0">
                  <a:pos x="65" y="247"/>
                </a:cxn>
                <a:cxn ang="0">
                  <a:pos x="67" y="280"/>
                </a:cxn>
                <a:cxn ang="0">
                  <a:pos x="51" y="326"/>
                </a:cxn>
                <a:cxn ang="0">
                  <a:pos x="51" y="436"/>
                </a:cxn>
                <a:cxn ang="0">
                  <a:pos x="65" y="532"/>
                </a:cxn>
                <a:cxn ang="0">
                  <a:pos x="73" y="609"/>
                </a:cxn>
                <a:cxn ang="0">
                  <a:pos x="65" y="697"/>
                </a:cxn>
                <a:cxn ang="0">
                  <a:pos x="55" y="768"/>
                </a:cxn>
                <a:cxn ang="0">
                  <a:pos x="81" y="781"/>
                </a:cxn>
                <a:cxn ang="0">
                  <a:pos x="104" y="806"/>
                </a:cxn>
                <a:cxn ang="0">
                  <a:pos x="128" y="805"/>
                </a:cxn>
                <a:cxn ang="0">
                  <a:pos x="135" y="778"/>
                </a:cxn>
                <a:cxn ang="0">
                  <a:pos x="135" y="750"/>
                </a:cxn>
                <a:cxn ang="0">
                  <a:pos x="144" y="685"/>
                </a:cxn>
                <a:cxn ang="0">
                  <a:pos x="177" y="537"/>
                </a:cxn>
                <a:cxn ang="0">
                  <a:pos x="182" y="459"/>
                </a:cxn>
                <a:cxn ang="0">
                  <a:pos x="181" y="390"/>
                </a:cxn>
                <a:cxn ang="0">
                  <a:pos x="170" y="320"/>
                </a:cxn>
                <a:cxn ang="0">
                  <a:pos x="149" y="245"/>
                </a:cxn>
                <a:cxn ang="0">
                  <a:pos x="123" y="241"/>
                </a:cxn>
                <a:cxn ang="0">
                  <a:pos x="116" y="201"/>
                </a:cxn>
                <a:cxn ang="0">
                  <a:pos x="139" y="166"/>
                </a:cxn>
                <a:cxn ang="0">
                  <a:pos x="167" y="130"/>
                </a:cxn>
                <a:cxn ang="0">
                  <a:pos x="200" y="78"/>
                </a:cxn>
                <a:cxn ang="0">
                  <a:pos x="219" y="13"/>
                </a:cxn>
                <a:cxn ang="0">
                  <a:pos x="190" y="7"/>
                </a:cxn>
                <a:cxn ang="0">
                  <a:pos x="165" y="2"/>
                </a:cxn>
                <a:cxn ang="0">
                  <a:pos x="140" y="1"/>
                </a:cxn>
                <a:cxn ang="0">
                  <a:pos x="116" y="0"/>
                </a:cxn>
                <a:cxn ang="0">
                  <a:pos x="93" y="1"/>
                </a:cxn>
                <a:cxn ang="0">
                  <a:pos x="69" y="2"/>
                </a:cxn>
                <a:cxn ang="0">
                  <a:pos x="42" y="7"/>
                </a:cxn>
                <a:cxn ang="0">
                  <a:pos x="13" y="11"/>
                </a:cxn>
              </a:cxnLst>
              <a:rect l="0" t="0" r="r" b="b"/>
              <a:pathLst>
                <a:path w="219" h="806">
                  <a:moveTo>
                    <a:pt x="13" y="11"/>
                  </a:moveTo>
                  <a:lnTo>
                    <a:pt x="13" y="42"/>
                  </a:lnTo>
                  <a:lnTo>
                    <a:pt x="13" y="113"/>
                  </a:lnTo>
                  <a:lnTo>
                    <a:pt x="0" y="146"/>
                  </a:lnTo>
                  <a:lnTo>
                    <a:pt x="4" y="182"/>
                  </a:lnTo>
                  <a:lnTo>
                    <a:pt x="55" y="192"/>
                  </a:lnTo>
                  <a:lnTo>
                    <a:pt x="55" y="212"/>
                  </a:lnTo>
                  <a:lnTo>
                    <a:pt x="32" y="231"/>
                  </a:lnTo>
                  <a:lnTo>
                    <a:pt x="32" y="257"/>
                  </a:lnTo>
                  <a:lnTo>
                    <a:pt x="42" y="273"/>
                  </a:lnTo>
                  <a:lnTo>
                    <a:pt x="65" y="247"/>
                  </a:lnTo>
                  <a:lnTo>
                    <a:pt x="67" y="280"/>
                  </a:lnTo>
                  <a:lnTo>
                    <a:pt x="51" y="326"/>
                  </a:lnTo>
                  <a:lnTo>
                    <a:pt x="51" y="436"/>
                  </a:lnTo>
                  <a:lnTo>
                    <a:pt x="65" y="532"/>
                  </a:lnTo>
                  <a:lnTo>
                    <a:pt x="73" y="609"/>
                  </a:lnTo>
                  <a:lnTo>
                    <a:pt x="65" y="697"/>
                  </a:lnTo>
                  <a:lnTo>
                    <a:pt x="55" y="768"/>
                  </a:lnTo>
                  <a:lnTo>
                    <a:pt x="81" y="781"/>
                  </a:lnTo>
                  <a:lnTo>
                    <a:pt x="104" y="806"/>
                  </a:lnTo>
                  <a:lnTo>
                    <a:pt x="128" y="805"/>
                  </a:lnTo>
                  <a:lnTo>
                    <a:pt x="135" y="778"/>
                  </a:lnTo>
                  <a:lnTo>
                    <a:pt x="135" y="750"/>
                  </a:lnTo>
                  <a:lnTo>
                    <a:pt x="144" y="685"/>
                  </a:lnTo>
                  <a:lnTo>
                    <a:pt x="177" y="537"/>
                  </a:lnTo>
                  <a:lnTo>
                    <a:pt x="182" y="459"/>
                  </a:lnTo>
                  <a:lnTo>
                    <a:pt x="181" y="390"/>
                  </a:lnTo>
                  <a:lnTo>
                    <a:pt x="170" y="320"/>
                  </a:lnTo>
                  <a:lnTo>
                    <a:pt x="149" y="245"/>
                  </a:lnTo>
                  <a:lnTo>
                    <a:pt x="123" y="241"/>
                  </a:lnTo>
                  <a:lnTo>
                    <a:pt x="116" y="201"/>
                  </a:lnTo>
                  <a:lnTo>
                    <a:pt x="139" y="166"/>
                  </a:lnTo>
                  <a:lnTo>
                    <a:pt x="167" y="130"/>
                  </a:lnTo>
                  <a:lnTo>
                    <a:pt x="200" y="78"/>
                  </a:lnTo>
                  <a:lnTo>
                    <a:pt x="219" y="13"/>
                  </a:lnTo>
                  <a:lnTo>
                    <a:pt x="190" y="7"/>
                  </a:lnTo>
                  <a:lnTo>
                    <a:pt x="165" y="2"/>
                  </a:lnTo>
                  <a:lnTo>
                    <a:pt x="140" y="1"/>
                  </a:lnTo>
                  <a:lnTo>
                    <a:pt x="116" y="0"/>
                  </a:lnTo>
                  <a:lnTo>
                    <a:pt x="93" y="1"/>
                  </a:lnTo>
                  <a:lnTo>
                    <a:pt x="69" y="2"/>
                  </a:lnTo>
                  <a:lnTo>
                    <a:pt x="42" y="7"/>
                  </a:lnTo>
                  <a:lnTo>
                    <a:pt x="13" y="11"/>
                  </a:lnTo>
                  <a:close/>
                </a:path>
              </a:pathLst>
            </a:custGeom>
            <a:solidFill>
              <a:srgbClr val="F49E7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50" name="Freeform 102"/>
            <p:cNvSpPr>
              <a:spLocks/>
            </p:cNvSpPr>
            <p:nvPr/>
          </p:nvSpPr>
          <p:spPr bwMode="auto">
            <a:xfrm>
              <a:off x="6535738" y="2913063"/>
              <a:ext cx="193675" cy="1171575"/>
            </a:xfrm>
            <a:custGeom>
              <a:avLst/>
              <a:gdLst/>
              <a:ahLst/>
              <a:cxnLst>
                <a:cxn ang="0">
                  <a:pos x="36" y="12"/>
                </a:cxn>
                <a:cxn ang="0">
                  <a:pos x="36" y="64"/>
                </a:cxn>
                <a:cxn ang="0">
                  <a:pos x="6" y="104"/>
                </a:cxn>
                <a:cxn ang="0">
                  <a:pos x="0" y="152"/>
                </a:cxn>
                <a:cxn ang="0">
                  <a:pos x="36" y="171"/>
                </a:cxn>
                <a:cxn ang="0">
                  <a:pos x="36" y="200"/>
                </a:cxn>
                <a:cxn ang="0">
                  <a:pos x="28" y="204"/>
                </a:cxn>
                <a:cxn ang="0">
                  <a:pos x="30" y="235"/>
                </a:cxn>
                <a:cxn ang="0">
                  <a:pos x="34" y="242"/>
                </a:cxn>
                <a:cxn ang="0">
                  <a:pos x="40" y="274"/>
                </a:cxn>
                <a:cxn ang="0">
                  <a:pos x="26" y="303"/>
                </a:cxn>
                <a:cxn ang="0">
                  <a:pos x="47" y="453"/>
                </a:cxn>
                <a:cxn ang="0">
                  <a:pos x="47" y="517"/>
                </a:cxn>
                <a:cxn ang="0">
                  <a:pos x="64" y="645"/>
                </a:cxn>
                <a:cxn ang="0">
                  <a:pos x="59" y="733"/>
                </a:cxn>
                <a:cxn ang="0">
                  <a:pos x="87" y="738"/>
                </a:cxn>
                <a:cxn ang="0">
                  <a:pos x="122" y="728"/>
                </a:cxn>
                <a:cxn ang="0">
                  <a:pos x="122" y="668"/>
                </a:cxn>
                <a:cxn ang="0">
                  <a:pos x="122" y="533"/>
                </a:cxn>
                <a:cxn ang="0">
                  <a:pos x="105" y="400"/>
                </a:cxn>
                <a:cxn ang="0">
                  <a:pos x="105" y="307"/>
                </a:cxn>
                <a:cxn ang="0">
                  <a:pos x="87" y="277"/>
                </a:cxn>
                <a:cxn ang="0">
                  <a:pos x="87" y="235"/>
                </a:cxn>
                <a:cxn ang="0">
                  <a:pos x="75" y="219"/>
                </a:cxn>
                <a:cxn ang="0">
                  <a:pos x="70" y="212"/>
                </a:cxn>
                <a:cxn ang="0">
                  <a:pos x="68" y="209"/>
                </a:cxn>
                <a:cxn ang="0">
                  <a:pos x="68" y="209"/>
                </a:cxn>
                <a:cxn ang="0">
                  <a:pos x="60" y="169"/>
                </a:cxn>
                <a:cxn ang="0">
                  <a:pos x="71" y="115"/>
                </a:cxn>
                <a:cxn ang="0">
                  <a:pos x="80" y="70"/>
                </a:cxn>
                <a:cxn ang="0">
                  <a:pos x="82" y="0"/>
                </a:cxn>
                <a:cxn ang="0">
                  <a:pos x="36" y="12"/>
                </a:cxn>
              </a:cxnLst>
              <a:rect l="0" t="0" r="r" b="b"/>
              <a:pathLst>
                <a:path w="122" h="738">
                  <a:moveTo>
                    <a:pt x="36" y="12"/>
                  </a:moveTo>
                  <a:lnTo>
                    <a:pt x="36" y="64"/>
                  </a:lnTo>
                  <a:lnTo>
                    <a:pt x="6" y="104"/>
                  </a:lnTo>
                  <a:lnTo>
                    <a:pt x="0" y="152"/>
                  </a:lnTo>
                  <a:lnTo>
                    <a:pt x="36" y="171"/>
                  </a:lnTo>
                  <a:lnTo>
                    <a:pt x="36" y="200"/>
                  </a:lnTo>
                  <a:lnTo>
                    <a:pt x="28" y="204"/>
                  </a:lnTo>
                  <a:lnTo>
                    <a:pt x="30" y="235"/>
                  </a:lnTo>
                  <a:lnTo>
                    <a:pt x="34" y="242"/>
                  </a:lnTo>
                  <a:lnTo>
                    <a:pt x="40" y="274"/>
                  </a:lnTo>
                  <a:lnTo>
                    <a:pt x="26" y="303"/>
                  </a:lnTo>
                  <a:lnTo>
                    <a:pt x="47" y="453"/>
                  </a:lnTo>
                  <a:lnTo>
                    <a:pt x="47" y="517"/>
                  </a:lnTo>
                  <a:lnTo>
                    <a:pt x="64" y="645"/>
                  </a:lnTo>
                  <a:lnTo>
                    <a:pt x="59" y="733"/>
                  </a:lnTo>
                  <a:lnTo>
                    <a:pt x="87" y="738"/>
                  </a:lnTo>
                  <a:lnTo>
                    <a:pt x="122" y="728"/>
                  </a:lnTo>
                  <a:lnTo>
                    <a:pt x="122" y="668"/>
                  </a:lnTo>
                  <a:lnTo>
                    <a:pt x="122" y="533"/>
                  </a:lnTo>
                  <a:lnTo>
                    <a:pt x="105" y="400"/>
                  </a:lnTo>
                  <a:lnTo>
                    <a:pt x="105" y="307"/>
                  </a:lnTo>
                  <a:lnTo>
                    <a:pt x="87" y="277"/>
                  </a:lnTo>
                  <a:lnTo>
                    <a:pt x="87" y="235"/>
                  </a:lnTo>
                  <a:lnTo>
                    <a:pt x="75" y="219"/>
                  </a:lnTo>
                  <a:lnTo>
                    <a:pt x="70" y="212"/>
                  </a:lnTo>
                  <a:lnTo>
                    <a:pt x="68" y="209"/>
                  </a:lnTo>
                  <a:lnTo>
                    <a:pt x="68" y="209"/>
                  </a:lnTo>
                  <a:lnTo>
                    <a:pt x="60" y="169"/>
                  </a:lnTo>
                  <a:lnTo>
                    <a:pt x="71" y="115"/>
                  </a:lnTo>
                  <a:lnTo>
                    <a:pt x="80" y="70"/>
                  </a:lnTo>
                  <a:lnTo>
                    <a:pt x="82" y="0"/>
                  </a:lnTo>
                  <a:lnTo>
                    <a:pt x="36" y="12"/>
                  </a:lnTo>
                  <a:close/>
                </a:path>
              </a:pathLst>
            </a:custGeom>
            <a:solidFill>
              <a:srgbClr val="F49E7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51" name="Freeform 103"/>
            <p:cNvSpPr>
              <a:spLocks/>
            </p:cNvSpPr>
            <p:nvPr/>
          </p:nvSpPr>
          <p:spPr bwMode="auto">
            <a:xfrm>
              <a:off x="6446838" y="1439863"/>
              <a:ext cx="295275" cy="1084263"/>
            </a:xfrm>
            <a:custGeom>
              <a:avLst/>
              <a:gdLst/>
              <a:ahLst/>
              <a:cxnLst>
                <a:cxn ang="0">
                  <a:pos x="36" y="56"/>
                </a:cxn>
                <a:cxn ang="0">
                  <a:pos x="47" y="46"/>
                </a:cxn>
                <a:cxn ang="0">
                  <a:pos x="58" y="38"/>
                </a:cxn>
                <a:cxn ang="0">
                  <a:pos x="67" y="30"/>
                </a:cxn>
                <a:cxn ang="0">
                  <a:pos x="79" y="23"/>
                </a:cxn>
                <a:cxn ang="0">
                  <a:pos x="92" y="18"/>
                </a:cxn>
                <a:cxn ang="0">
                  <a:pos x="105" y="13"/>
                </a:cxn>
                <a:cxn ang="0">
                  <a:pos x="120" y="6"/>
                </a:cxn>
                <a:cxn ang="0">
                  <a:pos x="136" y="0"/>
                </a:cxn>
                <a:cxn ang="0">
                  <a:pos x="153" y="10"/>
                </a:cxn>
                <a:cxn ang="0">
                  <a:pos x="174" y="65"/>
                </a:cxn>
                <a:cxn ang="0">
                  <a:pos x="162" y="99"/>
                </a:cxn>
                <a:cxn ang="0">
                  <a:pos x="182" y="102"/>
                </a:cxn>
                <a:cxn ang="0">
                  <a:pos x="186" y="120"/>
                </a:cxn>
                <a:cxn ang="0">
                  <a:pos x="182" y="138"/>
                </a:cxn>
                <a:cxn ang="0">
                  <a:pos x="165" y="144"/>
                </a:cxn>
                <a:cxn ang="0">
                  <a:pos x="158" y="182"/>
                </a:cxn>
                <a:cxn ang="0">
                  <a:pos x="173" y="163"/>
                </a:cxn>
                <a:cxn ang="0">
                  <a:pos x="177" y="182"/>
                </a:cxn>
                <a:cxn ang="0">
                  <a:pos x="174" y="216"/>
                </a:cxn>
                <a:cxn ang="0">
                  <a:pos x="172" y="245"/>
                </a:cxn>
                <a:cxn ang="0">
                  <a:pos x="167" y="271"/>
                </a:cxn>
                <a:cxn ang="0">
                  <a:pos x="162" y="293"/>
                </a:cxn>
                <a:cxn ang="0">
                  <a:pos x="154" y="316"/>
                </a:cxn>
                <a:cxn ang="0">
                  <a:pos x="144" y="339"/>
                </a:cxn>
                <a:cxn ang="0">
                  <a:pos x="132" y="365"/>
                </a:cxn>
                <a:cxn ang="0">
                  <a:pos x="116" y="393"/>
                </a:cxn>
                <a:cxn ang="0">
                  <a:pos x="100" y="450"/>
                </a:cxn>
                <a:cxn ang="0">
                  <a:pos x="90" y="493"/>
                </a:cxn>
                <a:cxn ang="0">
                  <a:pos x="108" y="563"/>
                </a:cxn>
                <a:cxn ang="0">
                  <a:pos x="96" y="582"/>
                </a:cxn>
                <a:cxn ang="0">
                  <a:pos x="84" y="585"/>
                </a:cxn>
                <a:cxn ang="0">
                  <a:pos x="77" y="607"/>
                </a:cxn>
                <a:cxn ang="0">
                  <a:pos x="40" y="612"/>
                </a:cxn>
                <a:cxn ang="0">
                  <a:pos x="43" y="680"/>
                </a:cxn>
                <a:cxn ang="0">
                  <a:pos x="24" y="683"/>
                </a:cxn>
                <a:cxn ang="0">
                  <a:pos x="4" y="624"/>
                </a:cxn>
                <a:cxn ang="0">
                  <a:pos x="0" y="576"/>
                </a:cxn>
                <a:cxn ang="0">
                  <a:pos x="2" y="523"/>
                </a:cxn>
                <a:cxn ang="0">
                  <a:pos x="19" y="470"/>
                </a:cxn>
                <a:cxn ang="0">
                  <a:pos x="52" y="297"/>
                </a:cxn>
                <a:cxn ang="0">
                  <a:pos x="56" y="202"/>
                </a:cxn>
                <a:cxn ang="0">
                  <a:pos x="77" y="134"/>
                </a:cxn>
                <a:cxn ang="0">
                  <a:pos x="97" y="117"/>
                </a:cxn>
                <a:cxn ang="0">
                  <a:pos x="88" y="95"/>
                </a:cxn>
                <a:cxn ang="0">
                  <a:pos x="65" y="98"/>
                </a:cxn>
                <a:cxn ang="0">
                  <a:pos x="61" y="91"/>
                </a:cxn>
                <a:cxn ang="0">
                  <a:pos x="51" y="76"/>
                </a:cxn>
                <a:cxn ang="0">
                  <a:pos x="42" y="61"/>
                </a:cxn>
                <a:cxn ang="0">
                  <a:pos x="36" y="56"/>
                </a:cxn>
              </a:cxnLst>
              <a:rect l="0" t="0" r="r" b="b"/>
              <a:pathLst>
                <a:path w="186" h="683">
                  <a:moveTo>
                    <a:pt x="36" y="56"/>
                  </a:moveTo>
                  <a:lnTo>
                    <a:pt x="47" y="46"/>
                  </a:lnTo>
                  <a:lnTo>
                    <a:pt x="58" y="38"/>
                  </a:lnTo>
                  <a:lnTo>
                    <a:pt x="67" y="30"/>
                  </a:lnTo>
                  <a:lnTo>
                    <a:pt x="79" y="23"/>
                  </a:lnTo>
                  <a:lnTo>
                    <a:pt x="92" y="18"/>
                  </a:lnTo>
                  <a:lnTo>
                    <a:pt x="105" y="13"/>
                  </a:lnTo>
                  <a:lnTo>
                    <a:pt x="120" y="6"/>
                  </a:lnTo>
                  <a:lnTo>
                    <a:pt x="136" y="0"/>
                  </a:lnTo>
                  <a:lnTo>
                    <a:pt x="153" y="10"/>
                  </a:lnTo>
                  <a:lnTo>
                    <a:pt x="174" y="65"/>
                  </a:lnTo>
                  <a:lnTo>
                    <a:pt x="162" y="99"/>
                  </a:lnTo>
                  <a:lnTo>
                    <a:pt x="182" y="102"/>
                  </a:lnTo>
                  <a:lnTo>
                    <a:pt x="186" y="120"/>
                  </a:lnTo>
                  <a:lnTo>
                    <a:pt x="182" y="138"/>
                  </a:lnTo>
                  <a:lnTo>
                    <a:pt x="165" y="144"/>
                  </a:lnTo>
                  <a:lnTo>
                    <a:pt x="158" y="182"/>
                  </a:lnTo>
                  <a:lnTo>
                    <a:pt x="173" y="163"/>
                  </a:lnTo>
                  <a:lnTo>
                    <a:pt x="177" y="182"/>
                  </a:lnTo>
                  <a:lnTo>
                    <a:pt x="174" y="216"/>
                  </a:lnTo>
                  <a:lnTo>
                    <a:pt x="172" y="245"/>
                  </a:lnTo>
                  <a:lnTo>
                    <a:pt x="167" y="271"/>
                  </a:lnTo>
                  <a:lnTo>
                    <a:pt x="162" y="293"/>
                  </a:lnTo>
                  <a:lnTo>
                    <a:pt x="154" y="316"/>
                  </a:lnTo>
                  <a:lnTo>
                    <a:pt x="144" y="339"/>
                  </a:lnTo>
                  <a:lnTo>
                    <a:pt x="132" y="365"/>
                  </a:lnTo>
                  <a:lnTo>
                    <a:pt x="116" y="393"/>
                  </a:lnTo>
                  <a:lnTo>
                    <a:pt x="100" y="450"/>
                  </a:lnTo>
                  <a:lnTo>
                    <a:pt x="90" y="493"/>
                  </a:lnTo>
                  <a:lnTo>
                    <a:pt x="108" y="563"/>
                  </a:lnTo>
                  <a:lnTo>
                    <a:pt x="96" y="582"/>
                  </a:lnTo>
                  <a:lnTo>
                    <a:pt x="84" y="585"/>
                  </a:lnTo>
                  <a:lnTo>
                    <a:pt x="77" y="607"/>
                  </a:lnTo>
                  <a:lnTo>
                    <a:pt x="40" y="612"/>
                  </a:lnTo>
                  <a:lnTo>
                    <a:pt x="43" y="680"/>
                  </a:lnTo>
                  <a:lnTo>
                    <a:pt x="24" y="683"/>
                  </a:lnTo>
                  <a:lnTo>
                    <a:pt x="4" y="624"/>
                  </a:lnTo>
                  <a:lnTo>
                    <a:pt x="0" y="576"/>
                  </a:lnTo>
                  <a:lnTo>
                    <a:pt x="2" y="523"/>
                  </a:lnTo>
                  <a:lnTo>
                    <a:pt x="19" y="470"/>
                  </a:lnTo>
                  <a:lnTo>
                    <a:pt x="52" y="297"/>
                  </a:lnTo>
                  <a:lnTo>
                    <a:pt x="56" y="202"/>
                  </a:lnTo>
                  <a:lnTo>
                    <a:pt x="77" y="134"/>
                  </a:lnTo>
                  <a:lnTo>
                    <a:pt x="97" y="117"/>
                  </a:lnTo>
                  <a:lnTo>
                    <a:pt x="88" y="95"/>
                  </a:lnTo>
                  <a:lnTo>
                    <a:pt x="65" y="98"/>
                  </a:lnTo>
                  <a:lnTo>
                    <a:pt x="61" y="91"/>
                  </a:lnTo>
                  <a:lnTo>
                    <a:pt x="51" y="76"/>
                  </a:lnTo>
                  <a:lnTo>
                    <a:pt x="42" y="61"/>
                  </a:lnTo>
                  <a:lnTo>
                    <a:pt x="36" y="56"/>
                  </a:lnTo>
                  <a:close/>
                </a:path>
              </a:pathLst>
            </a:custGeom>
            <a:solidFill>
              <a:srgbClr val="F49E7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52" name="Freeform 104"/>
            <p:cNvSpPr>
              <a:spLocks/>
            </p:cNvSpPr>
            <p:nvPr/>
          </p:nvSpPr>
          <p:spPr bwMode="auto">
            <a:xfrm>
              <a:off x="6521450" y="1449388"/>
              <a:ext cx="157163" cy="103188"/>
            </a:xfrm>
            <a:custGeom>
              <a:avLst/>
              <a:gdLst/>
              <a:ahLst/>
              <a:cxnLst>
                <a:cxn ang="0">
                  <a:pos x="0" y="34"/>
                </a:cxn>
                <a:cxn ang="0">
                  <a:pos x="15" y="24"/>
                </a:cxn>
                <a:cxn ang="0">
                  <a:pos x="26" y="17"/>
                </a:cxn>
                <a:cxn ang="0">
                  <a:pos x="35" y="12"/>
                </a:cxn>
                <a:cxn ang="0">
                  <a:pos x="43" y="7"/>
                </a:cxn>
                <a:cxn ang="0">
                  <a:pos x="50" y="4"/>
                </a:cxn>
                <a:cxn ang="0">
                  <a:pos x="57" y="1"/>
                </a:cxn>
                <a:cxn ang="0">
                  <a:pos x="66" y="0"/>
                </a:cxn>
                <a:cxn ang="0">
                  <a:pos x="77" y="0"/>
                </a:cxn>
                <a:cxn ang="0">
                  <a:pos x="93" y="22"/>
                </a:cxn>
                <a:cxn ang="0">
                  <a:pos x="93" y="40"/>
                </a:cxn>
                <a:cxn ang="0">
                  <a:pos x="99" y="58"/>
                </a:cxn>
                <a:cxn ang="0">
                  <a:pos x="84" y="65"/>
                </a:cxn>
                <a:cxn ang="0">
                  <a:pos x="65" y="62"/>
                </a:cxn>
                <a:cxn ang="0">
                  <a:pos x="41" y="53"/>
                </a:cxn>
                <a:cxn ang="0">
                  <a:pos x="20" y="53"/>
                </a:cxn>
                <a:cxn ang="0">
                  <a:pos x="18" y="50"/>
                </a:cxn>
                <a:cxn ang="0">
                  <a:pos x="11" y="43"/>
                </a:cxn>
                <a:cxn ang="0">
                  <a:pos x="3" y="38"/>
                </a:cxn>
                <a:cxn ang="0">
                  <a:pos x="0" y="34"/>
                </a:cxn>
              </a:cxnLst>
              <a:rect l="0" t="0" r="r" b="b"/>
              <a:pathLst>
                <a:path w="99" h="65">
                  <a:moveTo>
                    <a:pt x="0" y="34"/>
                  </a:moveTo>
                  <a:lnTo>
                    <a:pt x="15" y="24"/>
                  </a:lnTo>
                  <a:lnTo>
                    <a:pt x="26" y="17"/>
                  </a:lnTo>
                  <a:lnTo>
                    <a:pt x="35" y="12"/>
                  </a:lnTo>
                  <a:lnTo>
                    <a:pt x="43" y="7"/>
                  </a:lnTo>
                  <a:lnTo>
                    <a:pt x="50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7" y="0"/>
                  </a:lnTo>
                  <a:lnTo>
                    <a:pt x="93" y="22"/>
                  </a:lnTo>
                  <a:lnTo>
                    <a:pt x="93" y="40"/>
                  </a:lnTo>
                  <a:lnTo>
                    <a:pt x="99" y="58"/>
                  </a:lnTo>
                  <a:lnTo>
                    <a:pt x="84" y="65"/>
                  </a:lnTo>
                  <a:lnTo>
                    <a:pt x="65" y="62"/>
                  </a:lnTo>
                  <a:lnTo>
                    <a:pt x="41" y="53"/>
                  </a:lnTo>
                  <a:lnTo>
                    <a:pt x="20" y="53"/>
                  </a:lnTo>
                  <a:lnTo>
                    <a:pt x="18" y="50"/>
                  </a:lnTo>
                  <a:lnTo>
                    <a:pt x="11" y="43"/>
                  </a:lnTo>
                  <a:lnTo>
                    <a:pt x="3" y="38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F4BC9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53" name="Freeform 105"/>
            <p:cNvSpPr>
              <a:spLocks/>
            </p:cNvSpPr>
            <p:nvPr/>
          </p:nvSpPr>
          <p:spPr bwMode="auto">
            <a:xfrm>
              <a:off x="6357938" y="1955800"/>
              <a:ext cx="125413" cy="704850"/>
            </a:xfrm>
            <a:custGeom>
              <a:avLst/>
              <a:gdLst/>
              <a:ahLst/>
              <a:cxnLst>
                <a:cxn ang="0">
                  <a:pos x="0" y="25"/>
                </a:cxn>
                <a:cxn ang="0">
                  <a:pos x="15" y="60"/>
                </a:cxn>
                <a:cxn ang="0">
                  <a:pos x="12" y="119"/>
                </a:cxn>
                <a:cxn ang="0">
                  <a:pos x="15" y="191"/>
                </a:cxn>
                <a:cxn ang="0">
                  <a:pos x="19" y="243"/>
                </a:cxn>
                <a:cxn ang="0">
                  <a:pos x="19" y="306"/>
                </a:cxn>
                <a:cxn ang="0">
                  <a:pos x="4" y="341"/>
                </a:cxn>
                <a:cxn ang="0">
                  <a:pos x="4" y="376"/>
                </a:cxn>
                <a:cxn ang="0">
                  <a:pos x="4" y="417"/>
                </a:cxn>
                <a:cxn ang="0">
                  <a:pos x="35" y="444"/>
                </a:cxn>
                <a:cxn ang="0">
                  <a:pos x="35" y="413"/>
                </a:cxn>
                <a:cxn ang="0">
                  <a:pos x="27" y="381"/>
                </a:cxn>
                <a:cxn ang="0">
                  <a:pos x="27" y="358"/>
                </a:cxn>
                <a:cxn ang="0">
                  <a:pos x="39" y="337"/>
                </a:cxn>
                <a:cxn ang="0">
                  <a:pos x="39" y="298"/>
                </a:cxn>
                <a:cxn ang="0">
                  <a:pos x="43" y="243"/>
                </a:cxn>
                <a:cxn ang="0">
                  <a:pos x="58" y="179"/>
                </a:cxn>
                <a:cxn ang="0">
                  <a:pos x="79" y="127"/>
                </a:cxn>
                <a:cxn ang="0">
                  <a:pos x="79" y="64"/>
                </a:cxn>
                <a:cxn ang="0">
                  <a:pos x="46" y="64"/>
                </a:cxn>
                <a:cxn ang="0">
                  <a:pos x="46" y="41"/>
                </a:cxn>
                <a:cxn ang="0">
                  <a:pos x="54" y="0"/>
                </a:cxn>
                <a:cxn ang="0">
                  <a:pos x="27" y="0"/>
                </a:cxn>
                <a:cxn ang="0">
                  <a:pos x="0" y="25"/>
                </a:cxn>
              </a:cxnLst>
              <a:rect l="0" t="0" r="r" b="b"/>
              <a:pathLst>
                <a:path w="79" h="444">
                  <a:moveTo>
                    <a:pt x="0" y="25"/>
                  </a:moveTo>
                  <a:lnTo>
                    <a:pt x="15" y="60"/>
                  </a:lnTo>
                  <a:lnTo>
                    <a:pt x="12" y="119"/>
                  </a:lnTo>
                  <a:lnTo>
                    <a:pt x="15" y="191"/>
                  </a:lnTo>
                  <a:lnTo>
                    <a:pt x="19" y="243"/>
                  </a:lnTo>
                  <a:lnTo>
                    <a:pt x="19" y="306"/>
                  </a:lnTo>
                  <a:lnTo>
                    <a:pt x="4" y="341"/>
                  </a:lnTo>
                  <a:lnTo>
                    <a:pt x="4" y="376"/>
                  </a:lnTo>
                  <a:lnTo>
                    <a:pt x="4" y="417"/>
                  </a:lnTo>
                  <a:lnTo>
                    <a:pt x="35" y="444"/>
                  </a:lnTo>
                  <a:lnTo>
                    <a:pt x="35" y="413"/>
                  </a:lnTo>
                  <a:lnTo>
                    <a:pt x="27" y="381"/>
                  </a:lnTo>
                  <a:lnTo>
                    <a:pt x="27" y="358"/>
                  </a:lnTo>
                  <a:lnTo>
                    <a:pt x="39" y="337"/>
                  </a:lnTo>
                  <a:lnTo>
                    <a:pt x="39" y="298"/>
                  </a:lnTo>
                  <a:lnTo>
                    <a:pt x="43" y="243"/>
                  </a:lnTo>
                  <a:lnTo>
                    <a:pt x="58" y="179"/>
                  </a:lnTo>
                  <a:lnTo>
                    <a:pt x="79" y="127"/>
                  </a:lnTo>
                  <a:lnTo>
                    <a:pt x="79" y="64"/>
                  </a:lnTo>
                  <a:lnTo>
                    <a:pt x="46" y="64"/>
                  </a:lnTo>
                  <a:lnTo>
                    <a:pt x="46" y="41"/>
                  </a:lnTo>
                  <a:lnTo>
                    <a:pt x="54" y="0"/>
                  </a:lnTo>
                  <a:lnTo>
                    <a:pt x="27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F49E7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54" name="Freeform 106"/>
            <p:cNvSpPr>
              <a:spLocks/>
            </p:cNvSpPr>
            <p:nvPr/>
          </p:nvSpPr>
          <p:spPr bwMode="auto">
            <a:xfrm>
              <a:off x="6437313" y="2647950"/>
              <a:ext cx="69850" cy="88900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24"/>
                </a:cxn>
                <a:cxn ang="0">
                  <a:pos x="21" y="56"/>
                </a:cxn>
                <a:cxn ang="0">
                  <a:pos x="44" y="33"/>
                </a:cxn>
                <a:cxn ang="0">
                  <a:pos x="33" y="0"/>
                </a:cxn>
                <a:cxn ang="0">
                  <a:pos x="8" y="0"/>
                </a:cxn>
              </a:cxnLst>
              <a:rect l="0" t="0" r="r" b="b"/>
              <a:pathLst>
                <a:path w="44" h="56">
                  <a:moveTo>
                    <a:pt x="8" y="0"/>
                  </a:moveTo>
                  <a:lnTo>
                    <a:pt x="0" y="24"/>
                  </a:lnTo>
                  <a:lnTo>
                    <a:pt x="21" y="56"/>
                  </a:lnTo>
                  <a:lnTo>
                    <a:pt x="44" y="33"/>
                  </a:lnTo>
                  <a:lnTo>
                    <a:pt x="33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49E7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55" name="Freeform 107"/>
            <p:cNvSpPr>
              <a:spLocks/>
            </p:cNvSpPr>
            <p:nvPr/>
          </p:nvSpPr>
          <p:spPr bwMode="auto">
            <a:xfrm>
              <a:off x="6453188" y="2516188"/>
              <a:ext cx="53975" cy="904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1"/>
                </a:cxn>
                <a:cxn ang="0">
                  <a:pos x="12" y="57"/>
                </a:cxn>
                <a:cxn ang="0">
                  <a:pos x="34" y="57"/>
                </a:cxn>
                <a:cxn ang="0">
                  <a:pos x="34" y="30"/>
                </a:cxn>
                <a:cxn ang="0">
                  <a:pos x="17" y="7"/>
                </a:cxn>
                <a:cxn ang="0">
                  <a:pos x="0" y="0"/>
                </a:cxn>
              </a:cxnLst>
              <a:rect l="0" t="0" r="r" b="b"/>
              <a:pathLst>
                <a:path w="34" h="57">
                  <a:moveTo>
                    <a:pt x="0" y="0"/>
                  </a:moveTo>
                  <a:lnTo>
                    <a:pt x="0" y="21"/>
                  </a:lnTo>
                  <a:lnTo>
                    <a:pt x="12" y="57"/>
                  </a:lnTo>
                  <a:lnTo>
                    <a:pt x="34" y="57"/>
                  </a:lnTo>
                  <a:lnTo>
                    <a:pt x="34" y="30"/>
                  </a:lnTo>
                  <a:lnTo>
                    <a:pt x="17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9E7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56" name="Freeform 108"/>
            <p:cNvSpPr>
              <a:spLocks/>
            </p:cNvSpPr>
            <p:nvPr/>
          </p:nvSpPr>
          <p:spPr bwMode="auto">
            <a:xfrm>
              <a:off x="6515100" y="2520950"/>
              <a:ext cx="47625" cy="66675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0" y="41"/>
                </a:cxn>
                <a:cxn ang="0">
                  <a:pos x="18" y="42"/>
                </a:cxn>
                <a:cxn ang="0">
                  <a:pos x="30" y="26"/>
                </a:cxn>
                <a:cxn ang="0">
                  <a:pos x="24" y="0"/>
                </a:cxn>
                <a:cxn ang="0">
                  <a:pos x="0" y="10"/>
                </a:cxn>
              </a:cxnLst>
              <a:rect l="0" t="0" r="r" b="b"/>
              <a:pathLst>
                <a:path w="30" h="42">
                  <a:moveTo>
                    <a:pt x="0" y="10"/>
                  </a:moveTo>
                  <a:lnTo>
                    <a:pt x="0" y="41"/>
                  </a:lnTo>
                  <a:lnTo>
                    <a:pt x="18" y="42"/>
                  </a:lnTo>
                  <a:lnTo>
                    <a:pt x="30" y="26"/>
                  </a:lnTo>
                  <a:lnTo>
                    <a:pt x="24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49E7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58" name="Freeform 110"/>
            <p:cNvSpPr>
              <a:spLocks/>
            </p:cNvSpPr>
            <p:nvPr/>
          </p:nvSpPr>
          <p:spPr bwMode="auto">
            <a:xfrm>
              <a:off x="6513513" y="1449388"/>
              <a:ext cx="220663" cy="754063"/>
            </a:xfrm>
            <a:custGeom>
              <a:avLst/>
              <a:gdLst/>
              <a:ahLst/>
              <a:cxnLst>
                <a:cxn ang="0">
                  <a:pos x="97" y="7"/>
                </a:cxn>
                <a:cxn ang="0">
                  <a:pos x="113" y="50"/>
                </a:cxn>
                <a:cxn ang="0">
                  <a:pos x="113" y="74"/>
                </a:cxn>
                <a:cxn ang="0">
                  <a:pos x="94" y="97"/>
                </a:cxn>
                <a:cxn ang="0">
                  <a:pos x="94" y="118"/>
                </a:cxn>
                <a:cxn ang="0">
                  <a:pos x="123" y="118"/>
                </a:cxn>
                <a:cxn ang="0">
                  <a:pos x="117" y="134"/>
                </a:cxn>
                <a:cxn ang="0">
                  <a:pos x="101" y="153"/>
                </a:cxn>
                <a:cxn ang="0">
                  <a:pos x="94" y="169"/>
                </a:cxn>
                <a:cxn ang="0">
                  <a:pos x="81" y="203"/>
                </a:cxn>
                <a:cxn ang="0">
                  <a:pos x="81" y="241"/>
                </a:cxn>
                <a:cxn ang="0">
                  <a:pos x="63" y="321"/>
                </a:cxn>
                <a:cxn ang="0">
                  <a:pos x="40" y="371"/>
                </a:cxn>
                <a:cxn ang="0">
                  <a:pos x="40" y="406"/>
                </a:cxn>
                <a:cxn ang="0">
                  <a:pos x="21" y="430"/>
                </a:cxn>
                <a:cxn ang="0">
                  <a:pos x="0" y="446"/>
                </a:cxn>
                <a:cxn ang="0">
                  <a:pos x="19" y="446"/>
                </a:cxn>
                <a:cxn ang="0">
                  <a:pos x="33" y="452"/>
                </a:cxn>
                <a:cxn ang="0">
                  <a:pos x="33" y="471"/>
                </a:cxn>
                <a:cxn ang="0">
                  <a:pos x="44" y="475"/>
                </a:cxn>
                <a:cxn ang="0">
                  <a:pos x="59" y="449"/>
                </a:cxn>
                <a:cxn ang="0">
                  <a:pos x="70" y="396"/>
                </a:cxn>
                <a:cxn ang="0">
                  <a:pos x="92" y="359"/>
                </a:cxn>
                <a:cxn ang="0">
                  <a:pos x="113" y="310"/>
                </a:cxn>
                <a:cxn ang="0">
                  <a:pos x="132" y="227"/>
                </a:cxn>
                <a:cxn ang="0">
                  <a:pos x="139" y="210"/>
                </a:cxn>
                <a:cxn ang="0">
                  <a:pos x="136" y="158"/>
                </a:cxn>
                <a:cxn ang="0">
                  <a:pos x="130" y="169"/>
                </a:cxn>
                <a:cxn ang="0">
                  <a:pos x="130" y="196"/>
                </a:cxn>
                <a:cxn ang="0">
                  <a:pos x="120" y="237"/>
                </a:cxn>
                <a:cxn ang="0">
                  <a:pos x="109" y="275"/>
                </a:cxn>
                <a:cxn ang="0">
                  <a:pos x="75" y="306"/>
                </a:cxn>
                <a:cxn ang="0">
                  <a:pos x="97" y="250"/>
                </a:cxn>
                <a:cxn ang="0">
                  <a:pos x="109" y="210"/>
                </a:cxn>
                <a:cxn ang="0">
                  <a:pos x="120" y="153"/>
                </a:cxn>
                <a:cxn ang="0">
                  <a:pos x="127" y="137"/>
                </a:cxn>
                <a:cxn ang="0">
                  <a:pos x="136" y="119"/>
                </a:cxn>
                <a:cxn ang="0">
                  <a:pos x="130" y="96"/>
                </a:cxn>
                <a:cxn ang="0">
                  <a:pos x="132" y="74"/>
                </a:cxn>
                <a:cxn ang="0">
                  <a:pos x="132" y="53"/>
                </a:cxn>
                <a:cxn ang="0">
                  <a:pos x="120" y="0"/>
                </a:cxn>
                <a:cxn ang="0">
                  <a:pos x="116" y="1"/>
                </a:cxn>
                <a:cxn ang="0">
                  <a:pos x="109" y="3"/>
                </a:cxn>
                <a:cxn ang="0">
                  <a:pos x="101" y="5"/>
                </a:cxn>
                <a:cxn ang="0">
                  <a:pos x="97" y="7"/>
                </a:cxn>
              </a:cxnLst>
              <a:rect l="0" t="0" r="r" b="b"/>
              <a:pathLst>
                <a:path w="139" h="475">
                  <a:moveTo>
                    <a:pt x="97" y="7"/>
                  </a:moveTo>
                  <a:lnTo>
                    <a:pt x="113" y="50"/>
                  </a:lnTo>
                  <a:lnTo>
                    <a:pt x="113" y="74"/>
                  </a:lnTo>
                  <a:lnTo>
                    <a:pt x="94" y="97"/>
                  </a:lnTo>
                  <a:lnTo>
                    <a:pt x="94" y="118"/>
                  </a:lnTo>
                  <a:lnTo>
                    <a:pt x="123" y="118"/>
                  </a:lnTo>
                  <a:lnTo>
                    <a:pt x="117" y="134"/>
                  </a:lnTo>
                  <a:lnTo>
                    <a:pt x="101" y="153"/>
                  </a:lnTo>
                  <a:lnTo>
                    <a:pt x="94" y="169"/>
                  </a:lnTo>
                  <a:lnTo>
                    <a:pt x="81" y="203"/>
                  </a:lnTo>
                  <a:lnTo>
                    <a:pt x="81" y="241"/>
                  </a:lnTo>
                  <a:lnTo>
                    <a:pt x="63" y="321"/>
                  </a:lnTo>
                  <a:lnTo>
                    <a:pt x="40" y="371"/>
                  </a:lnTo>
                  <a:lnTo>
                    <a:pt x="40" y="406"/>
                  </a:lnTo>
                  <a:lnTo>
                    <a:pt x="21" y="430"/>
                  </a:lnTo>
                  <a:lnTo>
                    <a:pt x="0" y="446"/>
                  </a:lnTo>
                  <a:lnTo>
                    <a:pt x="19" y="446"/>
                  </a:lnTo>
                  <a:lnTo>
                    <a:pt x="33" y="452"/>
                  </a:lnTo>
                  <a:lnTo>
                    <a:pt x="33" y="471"/>
                  </a:lnTo>
                  <a:lnTo>
                    <a:pt x="44" y="475"/>
                  </a:lnTo>
                  <a:lnTo>
                    <a:pt x="59" y="449"/>
                  </a:lnTo>
                  <a:lnTo>
                    <a:pt x="70" y="396"/>
                  </a:lnTo>
                  <a:lnTo>
                    <a:pt x="92" y="359"/>
                  </a:lnTo>
                  <a:lnTo>
                    <a:pt x="113" y="310"/>
                  </a:lnTo>
                  <a:lnTo>
                    <a:pt x="132" y="227"/>
                  </a:lnTo>
                  <a:lnTo>
                    <a:pt x="139" y="210"/>
                  </a:lnTo>
                  <a:lnTo>
                    <a:pt x="136" y="158"/>
                  </a:lnTo>
                  <a:lnTo>
                    <a:pt x="130" y="169"/>
                  </a:lnTo>
                  <a:lnTo>
                    <a:pt x="130" y="196"/>
                  </a:lnTo>
                  <a:lnTo>
                    <a:pt x="120" y="237"/>
                  </a:lnTo>
                  <a:lnTo>
                    <a:pt x="109" y="275"/>
                  </a:lnTo>
                  <a:lnTo>
                    <a:pt x="75" y="306"/>
                  </a:lnTo>
                  <a:lnTo>
                    <a:pt x="97" y="250"/>
                  </a:lnTo>
                  <a:lnTo>
                    <a:pt x="109" y="210"/>
                  </a:lnTo>
                  <a:lnTo>
                    <a:pt x="120" y="153"/>
                  </a:lnTo>
                  <a:lnTo>
                    <a:pt x="127" y="137"/>
                  </a:lnTo>
                  <a:lnTo>
                    <a:pt x="136" y="119"/>
                  </a:lnTo>
                  <a:lnTo>
                    <a:pt x="130" y="96"/>
                  </a:lnTo>
                  <a:lnTo>
                    <a:pt x="132" y="74"/>
                  </a:lnTo>
                  <a:lnTo>
                    <a:pt x="132" y="53"/>
                  </a:lnTo>
                  <a:lnTo>
                    <a:pt x="120" y="0"/>
                  </a:lnTo>
                  <a:lnTo>
                    <a:pt x="116" y="1"/>
                  </a:lnTo>
                  <a:lnTo>
                    <a:pt x="109" y="3"/>
                  </a:lnTo>
                  <a:lnTo>
                    <a:pt x="101" y="5"/>
                  </a:lnTo>
                  <a:lnTo>
                    <a:pt x="97" y="7"/>
                  </a:lnTo>
                  <a:close/>
                </a:path>
              </a:pathLst>
            </a:custGeom>
            <a:solidFill>
              <a:srgbClr val="E87F5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59" name="Freeform 111"/>
            <p:cNvSpPr>
              <a:spLocks/>
            </p:cNvSpPr>
            <p:nvPr/>
          </p:nvSpPr>
          <p:spPr bwMode="auto">
            <a:xfrm>
              <a:off x="6480175" y="1522413"/>
              <a:ext cx="127000" cy="661988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40" y="23"/>
                </a:cxn>
                <a:cxn ang="0">
                  <a:pos x="54" y="38"/>
                </a:cxn>
                <a:cxn ang="0">
                  <a:pos x="71" y="40"/>
                </a:cxn>
                <a:cxn ang="0">
                  <a:pos x="80" y="57"/>
                </a:cxn>
                <a:cxn ang="0">
                  <a:pos x="56" y="95"/>
                </a:cxn>
                <a:cxn ang="0">
                  <a:pos x="42" y="153"/>
                </a:cxn>
                <a:cxn ang="0">
                  <a:pos x="40" y="197"/>
                </a:cxn>
                <a:cxn ang="0">
                  <a:pos x="33" y="276"/>
                </a:cxn>
                <a:cxn ang="0">
                  <a:pos x="33" y="304"/>
                </a:cxn>
                <a:cxn ang="0">
                  <a:pos x="30" y="350"/>
                </a:cxn>
                <a:cxn ang="0">
                  <a:pos x="21" y="398"/>
                </a:cxn>
                <a:cxn ang="0">
                  <a:pos x="0" y="417"/>
                </a:cxn>
                <a:cxn ang="0">
                  <a:pos x="14" y="375"/>
                </a:cxn>
                <a:cxn ang="0">
                  <a:pos x="17" y="317"/>
                </a:cxn>
                <a:cxn ang="0">
                  <a:pos x="27" y="238"/>
                </a:cxn>
                <a:cxn ang="0">
                  <a:pos x="27" y="188"/>
                </a:cxn>
                <a:cxn ang="0">
                  <a:pos x="40" y="123"/>
                </a:cxn>
                <a:cxn ang="0">
                  <a:pos x="52" y="85"/>
                </a:cxn>
                <a:cxn ang="0">
                  <a:pos x="61" y="59"/>
                </a:cxn>
                <a:cxn ang="0">
                  <a:pos x="30" y="47"/>
                </a:cxn>
                <a:cxn ang="0">
                  <a:pos x="10" y="9"/>
                </a:cxn>
                <a:cxn ang="0">
                  <a:pos x="26" y="0"/>
                </a:cxn>
              </a:cxnLst>
              <a:rect l="0" t="0" r="r" b="b"/>
              <a:pathLst>
                <a:path w="80" h="417">
                  <a:moveTo>
                    <a:pt x="26" y="0"/>
                  </a:moveTo>
                  <a:lnTo>
                    <a:pt x="40" y="23"/>
                  </a:lnTo>
                  <a:lnTo>
                    <a:pt x="54" y="38"/>
                  </a:lnTo>
                  <a:lnTo>
                    <a:pt x="71" y="40"/>
                  </a:lnTo>
                  <a:lnTo>
                    <a:pt x="80" y="57"/>
                  </a:lnTo>
                  <a:lnTo>
                    <a:pt x="56" y="95"/>
                  </a:lnTo>
                  <a:lnTo>
                    <a:pt x="42" y="153"/>
                  </a:lnTo>
                  <a:lnTo>
                    <a:pt x="40" y="197"/>
                  </a:lnTo>
                  <a:lnTo>
                    <a:pt x="33" y="276"/>
                  </a:lnTo>
                  <a:lnTo>
                    <a:pt x="33" y="304"/>
                  </a:lnTo>
                  <a:lnTo>
                    <a:pt x="30" y="350"/>
                  </a:lnTo>
                  <a:lnTo>
                    <a:pt x="21" y="398"/>
                  </a:lnTo>
                  <a:lnTo>
                    <a:pt x="0" y="417"/>
                  </a:lnTo>
                  <a:lnTo>
                    <a:pt x="14" y="375"/>
                  </a:lnTo>
                  <a:lnTo>
                    <a:pt x="17" y="317"/>
                  </a:lnTo>
                  <a:lnTo>
                    <a:pt x="27" y="238"/>
                  </a:lnTo>
                  <a:lnTo>
                    <a:pt x="27" y="188"/>
                  </a:lnTo>
                  <a:lnTo>
                    <a:pt x="40" y="123"/>
                  </a:lnTo>
                  <a:lnTo>
                    <a:pt x="52" y="85"/>
                  </a:lnTo>
                  <a:lnTo>
                    <a:pt x="61" y="59"/>
                  </a:lnTo>
                  <a:lnTo>
                    <a:pt x="30" y="47"/>
                  </a:lnTo>
                  <a:lnTo>
                    <a:pt x="10" y="9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E87F5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60" name="Freeform 112"/>
            <p:cNvSpPr>
              <a:spLocks/>
            </p:cNvSpPr>
            <p:nvPr/>
          </p:nvSpPr>
          <p:spPr bwMode="auto">
            <a:xfrm>
              <a:off x="6443663" y="2201863"/>
              <a:ext cx="142875" cy="282575"/>
            </a:xfrm>
            <a:custGeom>
              <a:avLst/>
              <a:gdLst/>
              <a:ahLst/>
              <a:cxnLst>
                <a:cxn ang="0">
                  <a:pos x="31" y="13"/>
                </a:cxn>
                <a:cxn ang="0">
                  <a:pos x="17" y="20"/>
                </a:cxn>
                <a:cxn ang="0">
                  <a:pos x="6" y="39"/>
                </a:cxn>
                <a:cxn ang="0">
                  <a:pos x="0" y="92"/>
                </a:cxn>
                <a:cxn ang="0">
                  <a:pos x="0" y="117"/>
                </a:cxn>
                <a:cxn ang="0">
                  <a:pos x="6" y="151"/>
                </a:cxn>
                <a:cxn ang="0">
                  <a:pos x="14" y="178"/>
                </a:cxn>
                <a:cxn ang="0">
                  <a:pos x="26" y="178"/>
                </a:cxn>
                <a:cxn ang="0">
                  <a:pos x="26" y="159"/>
                </a:cxn>
                <a:cxn ang="0">
                  <a:pos x="19" y="127"/>
                </a:cxn>
                <a:cxn ang="0">
                  <a:pos x="27" y="117"/>
                </a:cxn>
                <a:cxn ang="0">
                  <a:pos x="40" y="117"/>
                </a:cxn>
                <a:cxn ang="0">
                  <a:pos x="52" y="117"/>
                </a:cxn>
                <a:cxn ang="0">
                  <a:pos x="53" y="86"/>
                </a:cxn>
                <a:cxn ang="0">
                  <a:pos x="67" y="111"/>
                </a:cxn>
                <a:cxn ang="0">
                  <a:pos x="76" y="97"/>
                </a:cxn>
                <a:cxn ang="0">
                  <a:pos x="76" y="74"/>
                </a:cxn>
                <a:cxn ang="0">
                  <a:pos x="90" y="78"/>
                </a:cxn>
                <a:cxn ang="0">
                  <a:pos x="87" y="55"/>
                </a:cxn>
                <a:cxn ang="0">
                  <a:pos x="60" y="47"/>
                </a:cxn>
                <a:cxn ang="0">
                  <a:pos x="57" y="8"/>
                </a:cxn>
                <a:cxn ang="0">
                  <a:pos x="49" y="0"/>
                </a:cxn>
                <a:cxn ang="0">
                  <a:pos x="46" y="2"/>
                </a:cxn>
                <a:cxn ang="0">
                  <a:pos x="41" y="6"/>
                </a:cxn>
                <a:cxn ang="0">
                  <a:pos x="34" y="10"/>
                </a:cxn>
                <a:cxn ang="0">
                  <a:pos x="31" y="13"/>
                </a:cxn>
              </a:cxnLst>
              <a:rect l="0" t="0" r="r" b="b"/>
              <a:pathLst>
                <a:path w="90" h="178">
                  <a:moveTo>
                    <a:pt x="31" y="13"/>
                  </a:moveTo>
                  <a:lnTo>
                    <a:pt x="17" y="20"/>
                  </a:lnTo>
                  <a:lnTo>
                    <a:pt x="6" y="39"/>
                  </a:lnTo>
                  <a:lnTo>
                    <a:pt x="0" y="92"/>
                  </a:lnTo>
                  <a:lnTo>
                    <a:pt x="0" y="117"/>
                  </a:lnTo>
                  <a:lnTo>
                    <a:pt x="6" y="151"/>
                  </a:lnTo>
                  <a:lnTo>
                    <a:pt x="14" y="178"/>
                  </a:lnTo>
                  <a:lnTo>
                    <a:pt x="26" y="178"/>
                  </a:lnTo>
                  <a:lnTo>
                    <a:pt x="26" y="159"/>
                  </a:lnTo>
                  <a:lnTo>
                    <a:pt x="19" y="127"/>
                  </a:lnTo>
                  <a:lnTo>
                    <a:pt x="27" y="117"/>
                  </a:lnTo>
                  <a:lnTo>
                    <a:pt x="40" y="117"/>
                  </a:lnTo>
                  <a:lnTo>
                    <a:pt x="52" y="117"/>
                  </a:lnTo>
                  <a:lnTo>
                    <a:pt x="53" y="86"/>
                  </a:lnTo>
                  <a:lnTo>
                    <a:pt x="67" y="111"/>
                  </a:lnTo>
                  <a:lnTo>
                    <a:pt x="76" y="97"/>
                  </a:lnTo>
                  <a:lnTo>
                    <a:pt x="76" y="74"/>
                  </a:lnTo>
                  <a:lnTo>
                    <a:pt x="90" y="78"/>
                  </a:lnTo>
                  <a:lnTo>
                    <a:pt x="87" y="55"/>
                  </a:lnTo>
                  <a:lnTo>
                    <a:pt x="60" y="47"/>
                  </a:lnTo>
                  <a:lnTo>
                    <a:pt x="57" y="8"/>
                  </a:lnTo>
                  <a:lnTo>
                    <a:pt x="49" y="0"/>
                  </a:lnTo>
                  <a:lnTo>
                    <a:pt x="46" y="2"/>
                  </a:lnTo>
                  <a:lnTo>
                    <a:pt x="41" y="6"/>
                  </a:lnTo>
                  <a:lnTo>
                    <a:pt x="34" y="10"/>
                  </a:lnTo>
                  <a:lnTo>
                    <a:pt x="31" y="13"/>
                  </a:lnTo>
                  <a:close/>
                </a:path>
              </a:pathLst>
            </a:custGeom>
            <a:solidFill>
              <a:srgbClr val="F4BC9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61" name="Freeform 113"/>
            <p:cNvSpPr>
              <a:spLocks/>
            </p:cNvSpPr>
            <p:nvPr/>
          </p:nvSpPr>
          <p:spPr bwMode="auto">
            <a:xfrm>
              <a:off x="6343650" y="1978025"/>
              <a:ext cx="76200" cy="566738"/>
            </a:xfrm>
            <a:custGeom>
              <a:avLst/>
              <a:gdLst/>
              <a:ahLst/>
              <a:cxnLst>
                <a:cxn ang="0">
                  <a:pos x="15" y="1"/>
                </a:cxn>
                <a:cxn ang="0">
                  <a:pos x="15" y="23"/>
                </a:cxn>
                <a:cxn ang="0">
                  <a:pos x="24" y="39"/>
                </a:cxn>
                <a:cxn ang="0">
                  <a:pos x="43" y="39"/>
                </a:cxn>
                <a:cxn ang="0">
                  <a:pos x="32" y="58"/>
                </a:cxn>
                <a:cxn ang="0">
                  <a:pos x="24" y="96"/>
                </a:cxn>
                <a:cxn ang="0">
                  <a:pos x="35" y="150"/>
                </a:cxn>
                <a:cxn ang="0">
                  <a:pos x="38" y="178"/>
                </a:cxn>
                <a:cxn ang="0">
                  <a:pos x="48" y="181"/>
                </a:cxn>
                <a:cxn ang="0">
                  <a:pos x="48" y="193"/>
                </a:cxn>
                <a:cxn ang="0">
                  <a:pos x="42" y="231"/>
                </a:cxn>
                <a:cxn ang="0">
                  <a:pos x="42" y="281"/>
                </a:cxn>
                <a:cxn ang="0">
                  <a:pos x="32" y="311"/>
                </a:cxn>
                <a:cxn ang="0">
                  <a:pos x="16" y="330"/>
                </a:cxn>
                <a:cxn ang="0">
                  <a:pos x="6" y="357"/>
                </a:cxn>
                <a:cxn ang="0">
                  <a:pos x="12" y="315"/>
                </a:cxn>
                <a:cxn ang="0">
                  <a:pos x="27" y="269"/>
                </a:cxn>
                <a:cxn ang="0">
                  <a:pos x="27" y="224"/>
                </a:cxn>
                <a:cxn ang="0">
                  <a:pos x="20" y="169"/>
                </a:cxn>
                <a:cxn ang="0">
                  <a:pos x="20" y="124"/>
                </a:cxn>
                <a:cxn ang="0">
                  <a:pos x="21" y="73"/>
                </a:cxn>
                <a:cxn ang="0">
                  <a:pos x="8" y="42"/>
                </a:cxn>
                <a:cxn ang="0">
                  <a:pos x="0" y="0"/>
                </a:cxn>
                <a:cxn ang="0">
                  <a:pos x="15" y="1"/>
                </a:cxn>
              </a:cxnLst>
              <a:rect l="0" t="0" r="r" b="b"/>
              <a:pathLst>
                <a:path w="48" h="357">
                  <a:moveTo>
                    <a:pt x="15" y="1"/>
                  </a:moveTo>
                  <a:lnTo>
                    <a:pt x="15" y="23"/>
                  </a:lnTo>
                  <a:lnTo>
                    <a:pt x="24" y="39"/>
                  </a:lnTo>
                  <a:lnTo>
                    <a:pt x="43" y="39"/>
                  </a:lnTo>
                  <a:lnTo>
                    <a:pt x="32" y="58"/>
                  </a:lnTo>
                  <a:lnTo>
                    <a:pt x="24" y="96"/>
                  </a:lnTo>
                  <a:lnTo>
                    <a:pt x="35" y="150"/>
                  </a:lnTo>
                  <a:lnTo>
                    <a:pt x="38" y="178"/>
                  </a:lnTo>
                  <a:lnTo>
                    <a:pt x="48" y="181"/>
                  </a:lnTo>
                  <a:lnTo>
                    <a:pt x="48" y="193"/>
                  </a:lnTo>
                  <a:lnTo>
                    <a:pt x="42" y="231"/>
                  </a:lnTo>
                  <a:lnTo>
                    <a:pt x="42" y="281"/>
                  </a:lnTo>
                  <a:lnTo>
                    <a:pt x="32" y="311"/>
                  </a:lnTo>
                  <a:lnTo>
                    <a:pt x="16" y="330"/>
                  </a:lnTo>
                  <a:lnTo>
                    <a:pt x="6" y="357"/>
                  </a:lnTo>
                  <a:lnTo>
                    <a:pt x="12" y="315"/>
                  </a:lnTo>
                  <a:lnTo>
                    <a:pt x="27" y="269"/>
                  </a:lnTo>
                  <a:lnTo>
                    <a:pt x="27" y="224"/>
                  </a:lnTo>
                  <a:lnTo>
                    <a:pt x="20" y="169"/>
                  </a:lnTo>
                  <a:lnTo>
                    <a:pt x="20" y="124"/>
                  </a:lnTo>
                  <a:lnTo>
                    <a:pt x="21" y="73"/>
                  </a:lnTo>
                  <a:lnTo>
                    <a:pt x="8" y="42"/>
                  </a:lnTo>
                  <a:lnTo>
                    <a:pt x="0" y="0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E87F5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62" name="Freeform 114"/>
            <p:cNvSpPr>
              <a:spLocks/>
            </p:cNvSpPr>
            <p:nvPr/>
          </p:nvSpPr>
          <p:spPr bwMode="auto">
            <a:xfrm>
              <a:off x="6416675" y="2003425"/>
              <a:ext cx="68263" cy="207963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0" y="8"/>
                </a:cxn>
                <a:cxn ang="0">
                  <a:pos x="0" y="31"/>
                </a:cxn>
                <a:cxn ang="0">
                  <a:pos x="20" y="42"/>
                </a:cxn>
                <a:cxn ang="0">
                  <a:pos x="24" y="77"/>
                </a:cxn>
                <a:cxn ang="0">
                  <a:pos x="28" y="131"/>
                </a:cxn>
                <a:cxn ang="0">
                  <a:pos x="43" y="92"/>
                </a:cxn>
                <a:cxn ang="0">
                  <a:pos x="43" y="53"/>
                </a:cxn>
                <a:cxn ang="0">
                  <a:pos x="43" y="26"/>
                </a:cxn>
                <a:cxn ang="0">
                  <a:pos x="21" y="15"/>
                </a:cxn>
                <a:cxn ang="0">
                  <a:pos x="17" y="0"/>
                </a:cxn>
              </a:cxnLst>
              <a:rect l="0" t="0" r="r" b="b"/>
              <a:pathLst>
                <a:path w="43" h="131">
                  <a:moveTo>
                    <a:pt x="17" y="0"/>
                  </a:moveTo>
                  <a:lnTo>
                    <a:pt x="0" y="8"/>
                  </a:lnTo>
                  <a:lnTo>
                    <a:pt x="0" y="31"/>
                  </a:lnTo>
                  <a:lnTo>
                    <a:pt x="20" y="42"/>
                  </a:lnTo>
                  <a:lnTo>
                    <a:pt x="24" y="77"/>
                  </a:lnTo>
                  <a:lnTo>
                    <a:pt x="28" y="131"/>
                  </a:lnTo>
                  <a:lnTo>
                    <a:pt x="43" y="92"/>
                  </a:lnTo>
                  <a:lnTo>
                    <a:pt x="43" y="53"/>
                  </a:lnTo>
                  <a:lnTo>
                    <a:pt x="43" y="26"/>
                  </a:lnTo>
                  <a:lnTo>
                    <a:pt x="21" y="1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E87F5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63" name="Freeform 115"/>
            <p:cNvSpPr>
              <a:spLocks/>
            </p:cNvSpPr>
            <p:nvPr/>
          </p:nvSpPr>
          <p:spPr bwMode="auto">
            <a:xfrm>
              <a:off x="6375400" y="1955800"/>
              <a:ext cx="55563" cy="42863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22" y="0"/>
                </a:cxn>
                <a:cxn ang="0">
                  <a:pos x="35" y="0"/>
                </a:cxn>
                <a:cxn ang="0">
                  <a:pos x="35" y="18"/>
                </a:cxn>
                <a:cxn ang="0">
                  <a:pos x="26" y="27"/>
                </a:cxn>
                <a:cxn ang="0">
                  <a:pos x="4" y="27"/>
                </a:cxn>
                <a:cxn ang="0">
                  <a:pos x="0" y="10"/>
                </a:cxn>
              </a:cxnLst>
              <a:rect l="0" t="0" r="r" b="b"/>
              <a:pathLst>
                <a:path w="35" h="27">
                  <a:moveTo>
                    <a:pt x="0" y="10"/>
                  </a:moveTo>
                  <a:lnTo>
                    <a:pt x="22" y="0"/>
                  </a:lnTo>
                  <a:lnTo>
                    <a:pt x="35" y="0"/>
                  </a:lnTo>
                  <a:lnTo>
                    <a:pt x="35" y="18"/>
                  </a:lnTo>
                  <a:lnTo>
                    <a:pt x="26" y="27"/>
                  </a:lnTo>
                  <a:lnTo>
                    <a:pt x="4" y="27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4BC9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64" name="Freeform 116"/>
            <p:cNvSpPr>
              <a:spLocks/>
            </p:cNvSpPr>
            <p:nvPr/>
          </p:nvSpPr>
          <p:spPr bwMode="auto">
            <a:xfrm>
              <a:off x="6096000" y="965200"/>
              <a:ext cx="134938" cy="261938"/>
            </a:xfrm>
            <a:custGeom>
              <a:avLst/>
              <a:gdLst/>
              <a:ahLst/>
              <a:cxnLst>
                <a:cxn ang="0">
                  <a:pos x="83" y="48"/>
                </a:cxn>
                <a:cxn ang="0">
                  <a:pos x="50" y="33"/>
                </a:cxn>
                <a:cxn ang="0">
                  <a:pos x="28" y="33"/>
                </a:cxn>
                <a:cxn ang="0">
                  <a:pos x="30" y="45"/>
                </a:cxn>
                <a:cxn ang="0">
                  <a:pos x="37" y="63"/>
                </a:cxn>
                <a:cxn ang="0">
                  <a:pos x="42" y="98"/>
                </a:cxn>
                <a:cxn ang="0">
                  <a:pos x="49" y="147"/>
                </a:cxn>
                <a:cxn ang="0">
                  <a:pos x="64" y="165"/>
                </a:cxn>
                <a:cxn ang="0">
                  <a:pos x="39" y="160"/>
                </a:cxn>
                <a:cxn ang="0">
                  <a:pos x="19" y="106"/>
                </a:cxn>
                <a:cxn ang="0">
                  <a:pos x="15" y="69"/>
                </a:cxn>
                <a:cxn ang="0">
                  <a:pos x="0" y="34"/>
                </a:cxn>
                <a:cxn ang="0">
                  <a:pos x="0" y="19"/>
                </a:cxn>
                <a:cxn ang="0">
                  <a:pos x="0" y="0"/>
                </a:cxn>
                <a:cxn ang="0">
                  <a:pos x="16" y="0"/>
                </a:cxn>
                <a:cxn ang="0">
                  <a:pos x="38" y="4"/>
                </a:cxn>
                <a:cxn ang="0">
                  <a:pos x="85" y="26"/>
                </a:cxn>
                <a:cxn ang="0">
                  <a:pos x="83" y="48"/>
                </a:cxn>
              </a:cxnLst>
              <a:rect l="0" t="0" r="r" b="b"/>
              <a:pathLst>
                <a:path w="85" h="165">
                  <a:moveTo>
                    <a:pt x="83" y="48"/>
                  </a:moveTo>
                  <a:lnTo>
                    <a:pt x="50" y="33"/>
                  </a:lnTo>
                  <a:lnTo>
                    <a:pt x="28" y="33"/>
                  </a:lnTo>
                  <a:lnTo>
                    <a:pt x="30" y="45"/>
                  </a:lnTo>
                  <a:lnTo>
                    <a:pt x="37" y="63"/>
                  </a:lnTo>
                  <a:lnTo>
                    <a:pt x="42" y="98"/>
                  </a:lnTo>
                  <a:lnTo>
                    <a:pt x="49" y="147"/>
                  </a:lnTo>
                  <a:lnTo>
                    <a:pt x="64" y="165"/>
                  </a:lnTo>
                  <a:lnTo>
                    <a:pt x="39" y="160"/>
                  </a:lnTo>
                  <a:lnTo>
                    <a:pt x="19" y="106"/>
                  </a:lnTo>
                  <a:lnTo>
                    <a:pt x="15" y="69"/>
                  </a:lnTo>
                  <a:lnTo>
                    <a:pt x="0" y="34"/>
                  </a:lnTo>
                  <a:lnTo>
                    <a:pt x="0" y="19"/>
                  </a:lnTo>
                  <a:lnTo>
                    <a:pt x="0" y="0"/>
                  </a:lnTo>
                  <a:lnTo>
                    <a:pt x="16" y="0"/>
                  </a:lnTo>
                  <a:lnTo>
                    <a:pt x="38" y="4"/>
                  </a:lnTo>
                  <a:lnTo>
                    <a:pt x="85" y="26"/>
                  </a:lnTo>
                  <a:lnTo>
                    <a:pt x="83" y="48"/>
                  </a:lnTo>
                  <a:close/>
                </a:path>
              </a:pathLst>
            </a:custGeom>
            <a:solidFill>
              <a:srgbClr val="E87F5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65" name="Freeform 117"/>
            <p:cNvSpPr>
              <a:spLocks/>
            </p:cNvSpPr>
            <p:nvPr/>
          </p:nvSpPr>
          <p:spPr bwMode="auto">
            <a:xfrm>
              <a:off x="6000750" y="935038"/>
              <a:ext cx="57150" cy="42863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" y="2"/>
                </a:cxn>
                <a:cxn ang="0">
                  <a:pos x="17" y="0"/>
                </a:cxn>
                <a:cxn ang="0">
                  <a:pos x="28" y="4"/>
                </a:cxn>
                <a:cxn ang="0">
                  <a:pos x="36" y="22"/>
                </a:cxn>
                <a:cxn ang="0">
                  <a:pos x="22" y="14"/>
                </a:cxn>
                <a:cxn ang="0">
                  <a:pos x="13" y="13"/>
                </a:cxn>
                <a:cxn ang="0">
                  <a:pos x="13" y="21"/>
                </a:cxn>
                <a:cxn ang="0">
                  <a:pos x="17" y="25"/>
                </a:cxn>
                <a:cxn ang="0">
                  <a:pos x="3" y="27"/>
                </a:cxn>
                <a:cxn ang="0">
                  <a:pos x="3" y="25"/>
                </a:cxn>
                <a:cxn ang="0">
                  <a:pos x="2" y="18"/>
                </a:cxn>
                <a:cxn ang="0">
                  <a:pos x="0" y="11"/>
                </a:cxn>
                <a:cxn ang="0">
                  <a:pos x="0" y="7"/>
                </a:cxn>
              </a:cxnLst>
              <a:rect l="0" t="0" r="r" b="b"/>
              <a:pathLst>
                <a:path w="36" h="27">
                  <a:moveTo>
                    <a:pt x="0" y="7"/>
                  </a:moveTo>
                  <a:lnTo>
                    <a:pt x="5" y="2"/>
                  </a:lnTo>
                  <a:lnTo>
                    <a:pt x="17" y="0"/>
                  </a:lnTo>
                  <a:lnTo>
                    <a:pt x="28" y="4"/>
                  </a:lnTo>
                  <a:lnTo>
                    <a:pt x="36" y="22"/>
                  </a:lnTo>
                  <a:lnTo>
                    <a:pt x="22" y="14"/>
                  </a:lnTo>
                  <a:lnTo>
                    <a:pt x="13" y="13"/>
                  </a:lnTo>
                  <a:lnTo>
                    <a:pt x="13" y="21"/>
                  </a:lnTo>
                  <a:lnTo>
                    <a:pt x="17" y="25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2" y="18"/>
                  </a:lnTo>
                  <a:lnTo>
                    <a:pt x="0" y="11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8228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66" name="Freeform 118"/>
            <p:cNvSpPr>
              <a:spLocks/>
            </p:cNvSpPr>
            <p:nvPr/>
          </p:nvSpPr>
          <p:spPr bwMode="auto">
            <a:xfrm>
              <a:off x="5908675" y="1116013"/>
              <a:ext cx="168275" cy="88900"/>
            </a:xfrm>
            <a:custGeom>
              <a:avLst/>
              <a:gdLst/>
              <a:ahLst/>
              <a:cxnLst>
                <a:cxn ang="0">
                  <a:pos x="8" y="14"/>
                </a:cxn>
                <a:cxn ang="0">
                  <a:pos x="12" y="23"/>
                </a:cxn>
                <a:cxn ang="0">
                  <a:pos x="29" y="23"/>
                </a:cxn>
                <a:cxn ang="0">
                  <a:pos x="42" y="34"/>
                </a:cxn>
                <a:cxn ang="0">
                  <a:pos x="56" y="38"/>
                </a:cxn>
                <a:cxn ang="0">
                  <a:pos x="76" y="38"/>
                </a:cxn>
                <a:cxn ang="0">
                  <a:pos x="88" y="46"/>
                </a:cxn>
                <a:cxn ang="0">
                  <a:pos x="106" y="56"/>
                </a:cxn>
                <a:cxn ang="0">
                  <a:pos x="87" y="53"/>
                </a:cxn>
                <a:cxn ang="0">
                  <a:pos x="71" y="47"/>
                </a:cxn>
                <a:cxn ang="0">
                  <a:pos x="40" y="47"/>
                </a:cxn>
                <a:cxn ang="0">
                  <a:pos x="22" y="38"/>
                </a:cxn>
                <a:cxn ang="0">
                  <a:pos x="0" y="24"/>
                </a:cxn>
                <a:cxn ang="0">
                  <a:pos x="0" y="10"/>
                </a:cxn>
                <a:cxn ang="0">
                  <a:pos x="10" y="0"/>
                </a:cxn>
                <a:cxn ang="0">
                  <a:pos x="8" y="14"/>
                </a:cxn>
              </a:cxnLst>
              <a:rect l="0" t="0" r="r" b="b"/>
              <a:pathLst>
                <a:path w="106" h="56">
                  <a:moveTo>
                    <a:pt x="8" y="14"/>
                  </a:moveTo>
                  <a:lnTo>
                    <a:pt x="12" y="23"/>
                  </a:lnTo>
                  <a:lnTo>
                    <a:pt x="29" y="23"/>
                  </a:lnTo>
                  <a:lnTo>
                    <a:pt x="42" y="34"/>
                  </a:lnTo>
                  <a:lnTo>
                    <a:pt x="56" y="38"/>
                  </a:lnTo>
                  <a:lnTo>
                    <a:pt x="76" y="38"/>
                  </a:lnTo>
                  <a:lnTo>
                    <a:pt x="88" y="46"/>
                  </a:lnTo>
                  <a:lnTo>
                    <a:pt x="106" y="56"/>
                  </a:lnTo>
                  <a:lnTo>
                    <a:pt x="87" y="53"/>
                  </a:lnTo>
                  <a:lnTo>
                    <a:pt x="71" y="47"/>
                  </a:lnTo>
                  <a:lnTo>
                    <a:pt x="40" y="47"/>
                  </a:lnTo>
                  <a:lnTo>
                    <a:pt x="22" y="38"/>
                  </a:lnTo>
                  <a:lnTo>
                    <a:pt x="0" y="24"/>
                  </a:lnTo>
                  <a:lnTo>
                    <a:pt x="0" y="10"/>
                  </a:lnTo>
                  <a:lnTo>
                    <a:pt x="10" y="0"/>
                  </a:lnTo>
                  <a:lnTo>
                    <a:pt x="8" y="14"/>
                  </a:lnTo>
                  <a:close/>
                </a:path>
              </a:pathLst>
            </a:custGeom>
            <a:solidFill>
              <a:srgbClr val="E87F5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67" name="Freeform 119"/>
            <p:cNvSpPr>
              <a:spLocks/>
            </p:cNvSpPr>
            <p:nvPr/>
          </p:nvSpPr>
          <p:spPr bwMode="auto">
            <a:xfrm>
              <a:off x="5853113" y="993775"/>
              <a:ext cx="119063" cy="115888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7" y="11"/>
                </a:cxn>
                <a:cxn ang="0">
                  <a:pos x="14" y="30"/>
                </a:cxn>
                <a:cxn ang="0">
                  <a:pos x="0" y="50"/>
                </a:cxn>
                <a:cxn ang="0">
                  <a:pos x="0" y="62"/>
                </a:cxn>
                <a:cxn ang="0">
                  <a:pos x="16" y="41"/>
                </a:cxn>
                <a:cxn ang="0">
                  <a:pos x="33" y="35"/>
                </a:cxn>
                <a:cxn ang="0">
                  <a:pos x="52" y="41"/>
                </a:cxn>
                <a:cxn ang="0">
                  <a:pos x="61" y="51"/>
                </a:cxn>
                <a:cxn ang="0">
                  <a:pos x="61" y="62"/>
                </a:cxn>
                <a:cxn ang="0">
                  <a:pos x="70" y="73"/>
                </a:cxn>
                <a:cxn ang="0">
                  <a:pos x="75" y="59"/>
                </a:cxn>
                <a:cxn ang="0">
                  <a:pos x="75" y="41"/>
                </a:cxn>
                <a:cxn ang="0">
                  <a:pos x="65" y="30"/>
                </a:cxn>
                <a:cxn ang="0">
                  <a:pos x="73" y="12"/>
                </a:cxn>
                <a:cxn ang="0">
                  <a:pos x="56" y="3"/>
                </a:cxn>
                <a:cxn ang="0">
                  <a:pos x="34" y="0"/>
                </a:cxn>
              </a:cxnLst>
              <a:rect l="0" t="0" r="r" b="b"/>
              <a:pathLst>
                <a:path w="75" h="73">
                  <a:moveTo>
                    <a:pt x="34" y="0"/>
                  </a:moveTo>
                  <a:lnTo>
                    <a:pt x="27" y="11"/>
                  </a:lnTo>
                  <a:lnTo>
                    <a:pt x="14" y="30"/>
                  </a:lnTo>
                  <a:lnTo>
                    <a:pt x="0" y="50"/>
                  </a:lnTo>
                  <a:lnTo>
                    <a:pt x="0" y="62"/>
                  </a:lnTo>
                  <a:lnTo>
                    <a:pt x="16" y="41"/>
                  </a:lnTo>
                  <a:lnTo>
                    <a:pt x="33" y="35"/>
                  </a:lnTo>
                  <a:lnTo>
                    <a:pt x="52" y="41"/>
                  </a:lnTo>
                  <a:lnTo>
                    <a:pt x="61" y="51"/>
                  </a:lnTo>
                  <a:lnTo>
                    <a:pt x="61" y="62"/>
                  </a:lnTo>
                  <a:lnTo>
                    <a:pt x="70" y="73"/>
                  </a:lnTo>
                  <a:lnTo>
                    <a:pt x="75" y="59"/>
                  </a:lnTo>
                  <a:lnTo>
                    <a:pt x="75" y="41"/>
                  </a:lnTo>
                  <a:lnTo>
                    <a:pt x="65" y="30"/>
                  </a:lnTo>
                  <a:lnTo>
                    <a:pt x="73" y="12"/>
                  </a:lnTo>
                  <a:lnTo>
                    <a:pt x="56" y="3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4BC9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68" name="Freeform 120"/>
            <p:cNvSpPr>
              <a:spLocks/>
            </p:cNvSpPr>
            <p:nvPr/>
          </p:nvSpPr>
          <p:spPr bwMode="auto">
            <a:xfrm>
              <a:off x="5834063" y="1181100"/>
              <a:ext cx="44450" cy="33338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8" y="0"/>
                </a:cxn>
                <a:cxn ang="0">
                  <a:pos x="19" y="2"/>
                </a:cxn>
                <a:cxn ang="0">
                  <a:pos x="28" y="15"/>
                </a:cxn>
                <a:cxn ang="0">
                  <a:pos x="26" y="21"/>
                </a:cxn>
                <a:cxn ang="0">
                  <a:pos x="17" y="21"/>
                </a:cxn>
                <a:cxn ang="0">
                  <a:pos x="12" y="16"/>
                </a:cxn>
                <a:cxn ang="0">
                  <a:pos x="4" y="19"/>
                </a:cxn>
                <a:cxn ang="0">
                  <a:pos x="0" y="11"/>
                </a:cxn>
              </a:cxnLst>
              <a:rect l="0" t="0" r="r" b="b"/>
              <a:pathLst>
                <a:path w="28" h="21">
                  <a:moveTo>
                    <a:pt x="0" y="11"/>
                  </a:moveTo>
                  <a:lnTo>
                    <a:pt x="8" y="0"/>
                  </a:lnTo>
                  <a:lnTo>
                    <a:pt x="19" y="2"/>
                  </a:lnTo>
                  <a:lnTo>
                    <a:pt x="28" y="15"/>
                  </a:lnTo>
                  <a:lnTo>
                    <a:pt x="26" y="21"/>
                  </a:lnTo>
                  <a:lnTo>
                    <a:pt x="17" y="21"/>
                  </a:lnTo>
                  <a:lnTo>
                    <a:pt x="12" y="16"/>
                  </a:lnTo>
                  <a:lnTo>
                    <a:pt x="4" y="19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6026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69" name="Freeform 121"/>
            <p:cNvSpPr>
              <a:spLocks/>
            </p:cNvSpPr>
            <p:nvPr/>
          </p:nvSpPr>
          <p:spPr bwMode="auto">
            <a:xfrm>
              <a:off x="5853113" y="1096963"/>
              <a:ext cx="74613" cy="60325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22"/>
                </a:cxn>
                <a:cxn ang="0">
                  <a:pos x="0" y="27"/>
                </a:cxn>
                <a:cxn ang="0">
                  <a:pos x="14" y="31"/>
                </a:cxn>
                <a:cxn ang="0">
                  <a:pos x="16" y="38"/>
                </a:cxn>
                <a:cxn ang="0">
                  <a:pos x="24" y="38"/>
                </a:cxn>
                <a:cxn ang="0">
                  <a:pos x="30" y="28"/>
                </a:cxn>
                <a:cxn ang="0">
                  <a:pos x="35" y="19"/>
                </a:cxn>
                <a:cxn ang="0">
                  <a:pos x="47" y="1"/>
                </a:cxn>
                <a:cxn ang="0">
                  <a:pos x="28" y="8"/>
                </a:cxn>
                <a:cxn ang="0">
                  <a:pos x="19" y="16"/>
                </a:cxn>
                <a:cxn ang="0">
                  <a:pos x="14" y="0"/>
                </a:cxn>
              </a:cxnLst>
              <a:rect l="0" t="0" r="r" b="b"/>
              <a:pathLst>
                <a:path w="47" h="38">
                  <a:moveTo>
                    <a:pt x="14" y="0"/>
                  </a:moveTo>
                  <a:lnTo>
                    <a:pt x="0" y="22"/>
                  </a:lnTo>
                  <a:lnTo>
                    <a:pt x="0" y="27"/>
                  </a:lnTo>
                  <a:lnTo>
                    <a:pt x="14" y="31"/>
                  </a:lnTo>
                  <a:lnTo>
                    <a:pt x="16" y="38"/>
                  </a:lnTo>
                  <a:lnTo>
                    <a:pt x="24" y="38"/>
                  </a:lnTo>
                  <a:lnTo>
                    <a:pt x="30" y="28"/>
                  </a:lnTo>
                  <a:lnTo>
                    <a:pt x="35" y="19"/>
                  </a:lnTo>
                  <a:lnTo>
                    <a:pt x="47" y="1"/>
                  </a:lnTo>
                  <a:lnTo>
                    <a:pt x="28" y="8"/>
                  </a:lnTo>
                  <a:lnTo>
                    <a:pt x="19" y="1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6026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70" name="Freeform 122"/>
            <p:cNvSpPr>
              <a:spLocks/>
            </p:cNvSpPr>
            <p:nvPr/>
          </p:nvSpPr>
          <p:spPr bwMode="auto">
            <a:xfrm>
              <a:off x="5765800" y="946150"/>
              <a:ext cx="142875" cy="252413"/>
            </a:xfrm>
            <a:custGeom>
              <a:avLst/>
              <a:gdLst/>
              <a:ahLst/>
              <a:cxnLst>
                <a:cxn ang="0">
                  <a:pos x="78" y="12"/>
                </a:cxn>
                <a:cxn ang="0">
                  <a:pos x="59" y="50"/>
                </a:cxn>
                <a:cxn ang="0">
                  <a:pos x="43" y="95"/>
                </a:cxn>
                <a:cxn ang="0">
                  <a:pos x="40" y="118"/>
                </a:cxn>
                <a:cxn ang="0">
                  <a:pos x="50" y="138"/>
                </a:cxn>
                <a:cxn ang="0">
                  <a:pos x="39" y="148"/>
                </a:cxn>
                <a:cxn ang="0">
                  <a:pos x="31" y="159"/>
                </a:cxn>
                <a:cxn ang="0">
                  <a:pos x="13" y="148"/>
                </a:cxn>
                <a:cxn ang="0">
                  <a:pos x="0" y="131"/>
                </a:cxn>
                <a:cxn ang="0">
                  <a:pos x="16" y="117"/>
                </a:cxn>
                <a:cxn ang="0">
                  <a:pos x="31" y="92"/>
                </a:cxn>
                <a:cxn ang="0">
                  <a:pos x="46" y="61"/>
                </a:cxn>
                <a:cxn ang="0">
                  <a:pos x="52" y="23"/>
                </a:cxn>
                <a:cxn ang="0">
                  <a:pos x="90" y="0"/>
                </a:cxn>
                <a:cxn ang="0">
                  <a:pos x="90" y="12"/>
                </a:cxn>
                <a:cxn ang="0">
                  <a:pos x="78" y="19"/>
                </a:cxn>
                <a:cxn ang="0">
                  <a:pos x="78" y="12"/>
                </a:cxn>
              </a:cxnLst>
              <a:rect l="0" t="0" r="r" b="b"/>
              <a:pathLst>
                <a:path w="90" h="159">
                  <a:moveTo>
                    <a:pt x="78" y="12"/>
                  </a:moveTo>
                  <a:lnTo>
                    <a:pt x="59" y="50"/>
                  </a:lnTo>
                  <a:lnTo>
                    <a:pt x="43" y="95"/>
                  </a:lnTo>
                  <a:lnTo>
                    <a:pt x="40" y="118"/>
                  </a:lnTo>
                  <a:lnTo>
                    <a:pt x="50" y="138"/>
                  </a:lnTo>
                  <a:lnTo>
                    <a:pt x="39" y="148"/>
                  </a:lnTo>
                  <a:lnTo>
                    <a:pt x="31" y="159"/>
                  </a:lnTo>
                  <a:lnTo>
                    <a:pt x="13" y="148"/>
                  </a:lnTo>
                  <a:lnTo>
                    <a:pt x="0" y="131"/>
                  </a:lnTo>
                  <a:lnTo>
                    <a:pt x="16" y="117"/>
                  </a:lnTo>
                  <a:lnTo>
                    <a:pt x="31" y="92"/>
                  </a:lnTo>
                  <a:lnTo>
                    <a:pt x="46" y="61"/>
                  </a:lnTo>
                  <a:lnTo>
                    <a:pt x="52" y="23"/>
                  </a:lnTo>
                  <a:lnTo>
                    <a:pt x="90" y="0"/>
                  </a:lnTo>
                  <a:lnTo>
                    <a:pt x="90" y="12"/>
                  </a:lnTo>
                  <a:lnTo>
                    <a:pt x="78" y="19"/>
                  </a:lnTo>
                  <a:lnTo>
                    <a:pt x="78" y="12"/>
                  </a:lnTo>
                  <a:close/>
                </a:path>
              </a:pathLst>
            </a:custGeom>
            <a:solidFill>
              <a:srgbClr val="6026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71" name="Freeform 123"/>
            <p:cNvSpPr>
              <a:spLocks/>
            </p:cNvSpPr>
            <p:nvPr/>
          </p:nvSpPr>
          <p:spPr bwMode="auto">
            <a:xfrm>
              <a:off x="6046788" y="787400"/>
              <a:ext cx="68263" cy="50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28"/>
                </a:cxn>
                <a:cxn ang="0">
                  <a:pos x="43" y="32"/>
                </a:cxn>
                <a:cxn ang="0">
                  <a:pos x="23" y="0"/>
                </a:cxn>
                <a:cxn ang="0">
                  <a:pos x="0" y="0"/>
                </a:cxn>
              </a:cxnLst>
              <a:rect l="0" t="0" r="r" b="b"/>
              <a:pathLst>
                <a:path w="43" h="32">
                  <a:moveTo>
                    <a:pt x="0" y="0"/>
                  </a:moveTo>
                  <a:lnTo>
                    <a:pt x="11" y="28"/>
                  </a:lnTo>
                  <a:lnTo>
                    <a:pt x="43" y="32"/>
                  </a:lnTo>
                  <a:lnTo>
                    <a:pt x="2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2B3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72" name="Freeform 124"/>
            <p:cNvSpPr>
              <a:spLocks/>
            </p:cNvSpPr>
            <p:nvPr/>
          </p:nvSpPr>
          <p:spPr bwMode="auto">
            <a:xfrm>
              <a:off x="5715000" y="744538"/>
              <a:ext cx="306388" cy="320675"/>
            </a:xfrm>
            <a:custGeom>
              <a:avLst/>
              <a:gdLst/>
              <a:ahLst/>
              <a:cxnLst>
                <a:cxn ang="0">
                  <a:pos x="193" y="55"/>
                </a:cxn>
                <a:cxn ang="0">
                  <a:pos x="157" y="83"/>
                </a:cxn>
                <a:cxn ang="0">
                  <a:pos x="130" y="122"/>
                </a:cxn>
                <a:cxn ang="0">
                  <a:pos x="95" y="146"/>
                </a:cxn>
                <a:cxn ang="0">
                  <a:pos x="56" y="170"/>
                </a:cxn>
                <a:cxn ang="0">
                  <a:pos x="28" y="202"/>
                </a:cxn>
                <a:cxn ang="0">
                  <a:pos x="40" y="146"/>
                </a:cxn>
                <a:cxn ang="0">
                  <a:pos x="79" y="126"/>
                </a:cxn>
                <a:cxn ang="0">
                  <a:pos x="44" y="115"/>
                </a:cxn>
                <a:cxn ang="0">
                  <a:pos x="0" y="99"/>
                </a:cxn>
                <a:cxn ang="0">
                  <a:pos x="28" y="95"/>
                </a:cxn>
                <a:cxn ang="0">
                  <a:pos x="83" y="95"/>
                </a:cxn>
                <a:cxn ang="0">
                  <a:pos x="79" y="59"/>
                </a:cxn>
                <a:cxn ang="0">
                  <a:pos x="48" y="35"/>
                </a:cxn>
                <a:cxn ang="0">
                  <a:pos x="75" y="0"/>
                </a:cxn>
                <a:cxn ang="0">
                  <a:pos x="130" y="0"/>
                </a:cxn>
                <a:cxn ang="0">
                  <a:pos x="166" y="23"/>
                </a:cxn>
                <a:cxn ang="0">
                  <a:pos x="171" y="30"/>
                </a:cxn>
                <a:cxn ang="0">
                  <a:pos x="180" y="42"/>
                </a:cxn>
                <a:cxn ang="0">
                  <a:pos x="190" y="54"/>
                </a:cxn>
                <a:cxn ang="0">
                  <a:pos x="193" y="55"/>
                </a:cxn>
              </a:cxnLst>
              <a:rect l="0" t="0" r="r" b="b"/>
              <a:pathLst>
                <a:path w="193" h="202">
                  <a:moveTo>
                    <a:pt x="193" y="55"/>
                  </a:moveTo>
                  <a:lnTo>
                    <a:pt x="157" y="83"/>
                  </a:lnTo>
                  <a:lnTo>
                    <a:pt x="130" y="122"/>
                  </a:lnTo>
                  <a:lnTo>
                    <a:pt x="95" y="146"/>
                  </a:lnTo>
                  <a:lnTo>
                    <a:pt x="56" y="170"/>
                  </a:lnTo>
                  <a:lnTo>
                    <a:pt x="28" y="202"/>
                  </a:lnTo>
                  <a:lnTo>
                    <a:pt x="40" y="146"/>
                  </a:lnTo>
                  <a:lnTo>
                    <a:pt x="79" y="126"/>
                  </a:lnTo>
                  <a:lnTo>
                    <a:pt x="44" y="115"/>
                  </a:lnTo>
                  <a:lnTo>
                    <a:pt x="0" y="99"/>
                  </a:lnTo>
                  <a:lnTo>
                    <a:pt x="28" y="95"/>
                  </a:lnTo>
                  <a:lnTo>
                    <a:pt x="83" y="95"/>
                  </a:lnTo>
                  <a:lnTo>
                    <a:pt x="79" y="59"/>
                  </a:lnTo>
                  <a:lnTo>
                    <a:pt x="48" y="35"/>
                  </a:lnTo>
                  <a:lnTo>
                    <a:pt x="75" y="0"/>
                  </a:lnTo>
                  <a:lnTo>
                    <a:pt x="130" y="0"/>
                  </a:lnTo>
                  <a:lnTo>
                    <a:pt x="166" y="23"/>
                  </a:lnTo>
                  <a:lnTo>
                    <a:pt x="171" y="30"/>
                  </a:lnTo>
                  <a:lnTo>
                    <a:pt x="180" y="42"/>
                  </a:lnTo>
                  <a:lnTo>
                    <a:pt x="190" y="54"/>
                  </a:lnTo>
                  <a:lnTo>
                    <a:pt x="193" y="55"/>
                  </a:lnTo>
                  <a:close/>
                </a:path>
              </a:pathLst>
            </a:custGeom>
            <a:solidFill>
              <a:srgbClr val="FF596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73" name="Freeform 125"/>
            <p:cNvSpPr>
              <a:spLocks/>
            </p:cNvSpPr>
            <p:nvPr/>
          </p:nvSpPr>
          <p:spPr bwMode="auto">
            <a:xfrm>
              <a:off x="5672138" y="1031875"/>
              <a:ext cx="168275" cy="209550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98" y="41"/>
                </a:cxn>
                <a:cxn ang="0">
                  <a:pos x="75" y="76"/>
                </a:cxn>
                <a:cxn ang="0">
                  <a:pos x="23" y="103"/>
                </a:cxn>
                <a:cxn ang="0">
                  <a:pos x="0" y="132"/>
                </a:cxn>
                <a:cxn ang="0">
                  <a:pos x="19" y="80"/>
                </a:cxn>
                <a:cxn ang="0">
                  <a:pos x="71" y="29"/>
                </a:cxn>
                <a:cxn ang="0">
                  <a:pos x="106" y="0"/>
                </a:cxn>
              </a:cxnLst>
              <a:rect l="0" t="0" r="r" b="b"/>
              <a:pathLst>
                <a:path w="106" h="132">
                  <a:moveTo>
                    <a:pt x="106" y="0"/>
                  </a:moveTo>
                  <a:lnTo>
                    <a:pt x="98" y="41"/>
                  </a:lnTo>
                  <a:lnTo>
                    <a:pt x="75" y="76"/>
                  </a:lnTo>
                  <a:lnTo>
                    <a:pt x="23" y="103"/>
                  </a:lnTo>
                  <a:lnTo>
                    <a:pt x="0" y="132"/>
                  </a:lnTo>
                  <a:lnTo>
                    <a:pt x="19" y="80"/>
                  </a:lnTo>
                  <a:lnTo>
                    <a:pt x="71" y="29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FF596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74" name="Freeform 126"/>
            <p:cNvSpPr>
              <a:spLocks/>
            </p:cNvSpPr>
            <p:nvPr/>
          </p:nvSpPr>
          <p:spPr bwMode="auto">
            <a:xfrm>
              <a:off x="6832600" y="2905125"/>
              <a:ext cx="187325" cy="1274763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77" y="19"/>
                </a:cxn>
                <a:cxn ang="0">
                  <a:pos x="50" y="83"/>
                </a:cxn>
                <a:cxn ang="0">
                  <a:pos x="31" y="129"/>
                </a:cxn>
                <a:cxn ang="0">
                  <a:pos x="0" y="183"/>
                </a:cxn>
                <a:cxn ang="0">
                  <a:pos x="0" y="222"/>
                </a:cxn>
                <a:cxn ang="0">
                  <a:pos x="3" y="244"/>
                </a:cxn>
                <a:cxn ang="0">
                  <a:pos x="14" y="264"/>
                </a:cxn>
                <a:cxn ang="0">
                  <a:pos x="27" y="297"/>
                </a:cxn>
                <a:cxn ang="0">
                  <a:pos x="27" y="371"/>
                </a:cxn>
                <a:cxn ang="0">
                  <a:pos x="30" y="489"/>
                </a:cxn>
                <a:cxn ang="0">
                  <a:pos x="25" y="599"/>
                </a:cxn>
                <a:cxn ang="0">
                  <a:pos x="22" y="678"/>
                </a:cxn>
                <a:cxn ang="0">
                  <a:pos x="22" y="708"/>
                </a:cxn>
                <a:cxn ang="0">
                  <a:pos x="25" y="738"/>
                </a:cxn>
                <a:cxn ang="0">
                  <a:pos x="27" y="776"/>
                </a:cxn>
                <a:cxn ang="0">
                  <a:pos x="15" y="803"/>
                </a:cxn>
                <a:cxn ang="0">
                  <a:pos x="35" y="798"/>
                </a:cxn>
                <a:cxn ang="0">
                  <a:pos x="42" y="769"/>
                </a:cxn>
                <a:cxn ang="0">
                  <a:pos x="41" y="737"/>
                </a:cxn>
                <a:cxn ang="0">
                  <a:pos x="68" y="591"/>
                </a:cxn>
                <a:cxn ang="0">
                  <a:pos x="86" y="484"/>
                </a:cxn>
                <a:cxn ang="0">
                  <a:pos x="77" y="386"/>
                </a:cxn>
                <a:cxn ang="0">
                  <a:pos x="63" y="312"/>
                </a:cxn>
                <a:cxn ang="0">
                  <a:pos x="49" y="239"/>
                </a:cxn>
                <a:cxn ang="0">
                  <a:pos x="45" y="268"/>
                </a:cxn>
                <a:cxn ang="0">
                  <a:pos x="53" y="362"/>
                </a:cxn>
                <a:cxn ang="0">
                  <a:pos x="65" y="446"/>
                </a:cxn>
                <a:cxn ang="0">
                  <a:pos x="65" y="493"/>
                </a:cxn>
                <a:cxn ang="0">
                  <a:pos x="63" y="534"/>
                </a:cxn>
                <a:cxn ang="0">
                  <a:pos x="50" y="561"/>
                </a:cxn>
                <a:cxn ang="0">
                  <a:pos x="50" y="457"/>
                </a:cxn>
                <a:cxn ang="0">
                  <a:pos x="35" y="318"/>
                </a:cxn>
                <a:cxn ang="0">
                  <a:pos x="27" y="241"/>
                </a:cxn>
                <a:cxn ang="0">
                  <a:pos x="15" y="212"/>
                </a:cxn>
                <a:cxn ang="0">
                  <a:pos x="33" y="179"/>
                </a:cxn>
                <a:cxn ang="0">
                  <a:pos x="75" y="124"/>
                </a:cxn>
                <a:cxn ang="0">
                  <a:pos x="106" y="52"/>
                </a:cxn>
                <a:cxn ang="0">
                  <a:pos x="118" y="2"/>
                </a:cxn>
                <a:cxn ang="0">
                  <a:pos x="46" y="0"/>
                </a:cxn>
              </a:cxnLst>
              <a:rect l="0" t="0" r="r" b="b"/>
              <a:pathLst>
                <a:path w="118" h="803">
                  <a:moveTo>
                    <a:pt x="46" y="0"/>
                  </a:moveTo>
                  <a:lnTo>
                    <a:pt x="77" y="19"/>
                  </a:lnTo>
                  <a:lnTo>
                    <a:pt x="50" y="83"/>
                  </a:lnTo>
                  <a:lnTo>
                    <a:pt x="31" y="129"/>
                  </a:lnTo>
                  <a:lnTo>
                    <a:pt x="0" y="183"/>
                  </a:lnTo>
                  <a:lnTo>
                    <a:pt x="0" y="222"/>
                  </a:lnTo>
                  <a:lnTo>
                    <a:pt x="3" y="244"/>
                  </a:lnTo>
                  <a:lnTo>
                    <a:pt x="14" y="264"/>
                  </a:lnTo>
                  <a:lnTo>
                    <a:pt x="27" y="297"/>
                  </a:lnTo>
                  <a:lnTo>
                    <a:pt x="27" y="371"/>
                  </a:lnTo>
                  <a:lnTo>
                    <a:pt x="30" y="489"/>
                  </a:lnTo>
                  <a:lnTo>
                    <a:pt x="25" y="599"/>
                  </a:lnTo>
                  <a:lnTo>
                    <a:pt x="22" y="678"/>
                  </a:lnTo>
                  <a:lnTo>
                    <a:pt x="22" y="708"/>
                  </a:lnTo>
                  <a:lnTo>
                    <a:pt x="25" y="738"/>
                  </a:lnTo>
                  <a:lnTo>
                    <a:pt x="27" y="776"/>
                  </a:lnTo>
                  <a:lnTo>
                    <a:pt x="15" y="803"/>
                  </a:lnTo>
                  <a:lnTo>
                    <a:pt x="35" y="798"/>
                  </a:lnTo>
                  <a:lnTo>
                    <a:pt x="42" y="769"/>
                  </a:lnTo>
                  <a:lnTo>
                    <a:pt x="41" y="737"/>
                  </a:lnTo>
                  <a:lnTo>
                    <a:pt x="68" y="591"/>
                  </a:lnTo>
                  <a:lnTo>
                    <a:pt x="86" y="484"/>
                  </a:lnTo>
                  <a:lnTo>
                    <a:pt x="77" y="386"/>
                  </a:lnTo>
                  <a:lnTo>
                    <a:pt x="63" y="312"/>
                  </a:lnTo>
                  <a:lnTo>
                    <a:pt x="49" y="239"/>
                  </a:lnTo>
                  <a:lnTo>
                    <a:pt x="45" y="268"/>
                  </a:lnTo>
                  <a:lnTo>
                    <a:pt x="53" y="362"/>
                  </a:lnTo>
                  <a:lnTo>
                    <a:pt x="65" y="446"/>
                  </a:lnTo>
                  <a:lnTo>
                    <a:pt x="65" y="493"/>
                  </a:lnTo>
                  <a:lnTo>
                    <a:pt x="63" y="534"/>
                  </a:lnTo>
                  <a:lnTo>
                    <a:pt x="50" y="561"/>
                  </a:lnTo>
                  <a:lnTo>
                    <a:pt x="50" y="457"/>
                  </a:lnTo>
                  <a:lnTo>
                    <a:pt x="35" y="318"/>
                  </a:lnTo>
                  <a:lnTo>
                    <a:pt x="27" y="241"/>
                  </a:lnTo>
                  <a:lnTo>
                    <a:pt x="15" y="212"/>
                  </a:lnTo>
                  <a:lnTo>
                    <a:pt x="33" y="179"/>
                  </a:lnTo>
                  <a:lnTo>
                    <a:pt x="75" y="124"/>
                  </a:lnTo>
                  <a:lnTo>
                    <a:pt x="106" y="52"/>
                  </a:lnTo>
                  <a:lnTo>
                    <a:pt x="118" y="2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E87F5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75" name="Freeform 127"/>
            <p:cNvSpPr>
              <a:spLocks/>
            </p:cNvSpPr>
            <p:nvPr/>
          </p:nvSpPr>
          <p:spPr bwMode="auto">
            <a:xfrm>
              <a:off x="6861175" y="3273425"/>
              <a:ext cx="71438" cy="1460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7" y="12"/>
                </a:cxn>
                <a:cxn ang="0">
                  <a:pos x="45" y="92"/>
                </a:cxn>
                <a:cxn ang="0">
                  <a:pos x="15" y="72"/>
                </a:cxn>
                <a:cxn ang="0">
                  <a:pos x="0" y="0"/>
                </a:cxn>
              </a:cxnLst>
              <a:rect l="0" t="0" r="r" b="b"/>
              <a:pathLst>
                <a:path w="45" h="92">
                  <a:moveTo>
                    <a:pt x="0" y="0"/>
                  </a:moveTo>
                  <a:lnTo>
                    <a:pt x="27" y="12"/>
                  </a:lnTo>
                  <a:lnTo>
                    <a:pt x="45" y="92"/>
                  </a:lnTo>
                  <a:lnTo>
                    <a:pt x="15" y="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7F5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76" name="Freeform 128"/>
            <p:cNvSpPr>
              <a:spLocks/>
            </p:cNvSpPr>
            <p:nvPr/>
          </p:nvSpPr>
          <p:spPr bwMode="auto">
            <a:xfrm>
              <a:off x="6648450" y="2916238"/>
              <a:ext cx="163513" cy="1233488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35" y="39"/>
                </a:cxn>
                <a:cxn ang="0">
                  <a:pos x="35" y="84"/>
                </a:cxn>
                <a:cxn ang="0">
                  <a:pos x="50" y="102"/>
                </a:cxn>
                <a:cxn ang="0">
                  <a:pos x="70" y="104"/>
                </a:cxn>
                <a:cxn ang="0">
                  <a:pos x="68" y="125"/>
                </a:cxn>
                <a:cxn ang="0">
                  <a:pos x="35" y="125"/>
                </a:cxn>
                <a:cxn ang="0">
                  <a:pos x="24" y="140"/>
                </a:cxn>
                <a:cxn ang="0">
                  <a:pos x="24" y="164"/>
                </a:cxn>
                <a:cxn ang="0">
                  <a:pos x="40" y="172"/>
                </a:cxn>
                <a:cxn ang="0">
                  <a:pos x="68" y="172"/>
                </a:cxn>
                <a:cxn ang="0">
                  <a:pos x="70" y="196"/>
                </a:cxn>
                <a:cxn ang="0">
                  <a:pos x="50" y="207"/>
                </a:cxn>
                <a:cxn ang="0">
                  <a:pos x="43" y="232"/>
                </a:cxn>
                <a:cxn ang="0">
                  <a:pos x="50" y="249"/>
                </a:cxn>
                <a:cxn ang="0">
                  <a:pos x="73" y="225"/>
                </a:cxn>
                <a:cxn ang="0">
                  <a:pos x="96" y="240"/>
                </a:cxn>
                <a:cxn ang="0">
                  <a:pos x="99" y="255"/>
                </a:cxn>
                <a:cxn ang="0">
                  <a:pos x="103" y="279"/>
                </a:cxn>
                <a:cxn ang="0">
                  <a:pos x="76" y="320"/>
                </a:cxn>
                <a:cxn ang="0">
                  <a:pos x="76" y="362"/>
                </a:cxn>
                <a:cxn ang="0">
                  <a:pos x="91" y="444"/>
                </a:cxn>
                <a:cxn ang="0">
                  <a:pos x="86" y="512"/>
                </a:cxn>
                <a:cxn ang="0">
                  <a:pos x="86" y="581"/>
                </a:cxn>
                <a:cxn ang="0">
                  <a:pos x="91" y="697"/>
                </a:cxn>
                <a:cxn ang="0">
                  <a:pos x="91" y="777"/>
                </a:cxn>
                <a:cxn ang="0">
                  <a:pos x="65" y="750"/>
                </a:cxn>
                <a:cxn ang="0">
                  <a:pos x="73" y="634"/>
                </a:cxn>
                <a:cxn ang="0">
                  <a:pos x="51" y="502"/>
                </a:cxn>
                <a:cxn ang="0">
                  <a:pos x="51" y="409"/>
                </a:cxn>
                <a:cxn ang="0">
                  <a:pos x="47" y="297"/>
                </a:cxn>
                <a:cxn ang="0">
                  <a:pos x="59" y="274"/>
                </a:cxn>
                <a:cxn ang="0">
                  <a:pos x="45" y="272"/>
                </a:cxn>
                <a:cxn ang="0">
                  <a:pos x="31" y="251"/>
                </a:cxn>
                <a:cxn ang="0">
                  <a:pos x="31" y="192"/>
                </a:cxn>
                <a:cxn ang="0">
                  <a:pos x="45" y="182"/>
                </a:cxn>
                <a:cxn ang="0">
                  <a:pos x="24" y="180"/>
                </a:cxn>
                <a:cxn ang="0">
                  <a:pos x="11" y="176"/>
                </a:cxn>
                <a:cxn ang="0">
                  <a:pos x="3" y="169"/>
                </a:cxn>
                <a:cxn ang="0">
                  <a:pos x="0" y="159"/>
                </a:cxn>
                <a:cxn ang="0">
                  <a:pos x="1" y="146"/>
                </a:cxn>
                <a:cxn ang="0">
                  <a:pos x="4" y="131"/>
                </a:cxn>
                <a:cxn ang="0">
                  <a:pos x="8" y="115"/>
                </a:cxn>
                <a:cxn ang="0">
                  <a:pos x="13" y="98"/>
                </a:cxn>
                <a:cxn ang="0">
                  <a:pos x="17" y="0"/>
                </a:cxn>
                <a:cxn ang="0">
                  <a:pos x="40" y="0"/>
                </a:cxn>
              </a:cxnLst>
              <a:rect l="0" t="0" r="r" b="b"/>
              <a:pathLst>
                <a:path w="103" h="777">
                  <a:moveTo>
                    <a:pt x="40" y="0"/>
                  </a:moveTo>
                  <a:lnTo>
                    <a:pt x="35" y="39"/>
                  </a:lnTo>
                  <a:lnTo>
                    <a:pt x="35" y="84"/>
                  </a:lnTo>
                  <a:lnTo>
                    <a:pt x="50" y="102"/>
                  </a:lnTo>
                  <a:lnTo>
                    <a:pt x="70" y="104"/>
                  </a:lnTo>
                  <a:lnTo>
                    <a:pt x="68" y="125"/>
                  </a:lnTo>
                  <a:lnTo>
                    <a:pt x="35" y="125"/>
                  </a:lnTo>
                  <a:lnTo>
                    <a:pt x="24" y="140"/>
                  </a:lnTo>
                  <a:lnTo>
                    <a:pt x="24" y="164"/>
                  </a:lnTo>
                  <a:lnTo>
                    <a:pt x="40" y="172"/>
                  </a:lnTo>
                  <a:lnTo>
                    <a:pt x="68" y="172"/>
                  </a:lnTo>
                  <a:lnTo>
                    <a:pt x="70" y="196"/>
                  </a:lnTo>
                  <a:lnTo>
                    <a:pt x="50" y="207"/>
                  </a:lnTo>
                  <a:lnTo>
                    <a:pt x="43" y="232"/>
                  </a:lnTo>
                  <a:lnTo>
                    <a:pt x="50" y="249"/>
                  </a:lnTo>
                  <a:lnTo>
                    <a:pt x="73" y="225"/>
                  </a:lnTo>
                  <a:lnTo>
                    <a:pt x="96" y="240"/>
                  </a:lnTo>
                  <a:lnTo>
                    <a:pt x="99" y="255"/>
                  </a:lnTo>
                  <a:lnTo>
                    <a:pt x="103" y="279"/>
                  </a:lnTo>
                  <a:lnTo>
                    <a:pt x="76" y="320"/>
                  </a:lnTo>
                  <a:lnTo>
                    <a:pt x="76" y="362"/>
                  </a:lnTo>
                  <a:lnTo>
                    <a:pt x="91" y="444"/>
                  </a:lnTo>
                  <a:lnTo>
                    <a:pt x="86" y="512"/>
                  </a:lnTo>
                  <a:lnTo>
                    <a:pt x="86" y="581"/>
                  </a:lnTo>
                  <a:lnTo>
                    <a:pt x="91" y="697"/>
                  </a:lnTo>
                  <a:lnTo>
                    <a:pt x="91" y="777"/>
                  </a:lnTo>
                  <a:lnTo>
                    <a:pt x="65" y="750"/>
                  </a:lnTo>
                  <a:lnTo>
                    <a:pt x="73" y="634"/>
                  </a:lnTo>
                  <a:lnTo>
                    <a:pt x="51" y="502"/>
                  </a:lnTo>
                  <a:lnTo>
                    <a:pt x="51" y="409"/>
                  </a:lnTo>
                  <a:lnTo>
                    <a:pt x="47" y="297"/>
                  </a:lnTo>
                  <a:lnTo>
                    <a:pt x="59" y="274"/>
                  </a:lnTo>
                  <a:lnTo>
                    <a:pt x="45" y="272"/>
                  </a:lnTo>
                  <a:lnTo>
                    <a:pt x="31" y="251"/>
                  </a:lnTo>
                  <a:lnTo>
                    <a:pt x="31" y="192"/>
                  </a:lnTo>
                  <a:lnTo>
                    <a:pt x="45" y="182"/>
                  </a:lnTo>
                  <a:lnTo>
                    <a:pt x="24" y="180"/>
                  </a:lnTo>
                  <a:lnTo>
                    <a:pt x="11" y="176"/>
                  </a:lnTo>
                  <a:lnTo>
                    <a:pt x="3" y="169"/>
                  </a:lnTo>
                  <a:lnTo>
                    <a:pt x="0" y="159"/>
                  </a:lnTo>
                  <a:lnTo>
                    <a:pt x="1" y="146"/>
                  </a:lnTo>
                  <a:lnTo>
                    <a:pt x="4" y="131"/>
                  </a:lnTo>
                  <a:lnTo>
                    <a:pt x="8" y="115"/>
                  </a:lnTo>
                  <a:lnTo>
                    <a:pt x="13" y="98"/>
                  </a:lnTo>
                  <a:lnTo>
                    <a:pt x="17" y="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E87F5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77" name="Freeform 129"/>
            <p:cNvSpPr>
              <a:spLocks/>
            </p:cNvSpPr>
            <p:nvPr/>
          </p:nvSpPr>
          <p:spPr bwMode="auto">
            <a:xfrm>
              <a:off x="6732588" y="2903538"/>
              <a:ext cx="173038" cy="120650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89" y="0"/>
                </a:cxn>
                <a:cxn ang="0">
                  <a:pos x="109" y="14"/>
                </a:cxn>
                <a:cxn ang="0">
                  <a:pos x="105" y="33"/>
                </a:cxn>
                <a:cxn ang="0">
                  <a:pos x="86" y="53"/>
                </a:cxn>
                <a:cxn ang="0">
                  <a:pos x="70" y="73"/>
                </a:cxn>
                <a:cxn ang="0">
                  <a:pos x="48" y="76"/>
                </a:cxn>
                <a:cxn ang="0">
                  <a:pos x="6" y="76"/>
                </a:cxn>
                <a:cxn ang="0">
                  <a:pos x="6" y="57"/>
                </a:cxn>
                <a:cxn ang="0">
                  <a:pos x="23" y="43"/>
                </a:cxn>
                <a:cxn ang="0">
                  <a:pos x="2" y="33"/>
                </a:cxn>
                <a:cxn ang="0">
                  <a:pos x="0" y="7"/>
                </a:cxn>
              </a:cxnLst>
              <a:rect l="0" t="0" r="r" b="b"/>
              <a:pathLst>
                <a:path w="109" h="76">
                  <a:moveTo>
                    <a:pt x="0" y="7"/>
                  </a:moveTo>
                  <a:lnTo>
                    <a:pt x="89" y="0"/>
                  </a:lnTo>
                  <a:lnTo>
                    <a:pt x="109" y="14"/>
                  </a:lnTo>
                  <a:lnTo>
                    <a:pt x="105" y="33"/>
                  </a:lnTo>
                  <a:lnTo>
                    <a:pt x="86" y="53"/>
                  </a:lnTo>
                  <a:lnTo>
                    <a:pt x="70" y="73"/>
                  </a:lnTo>
                  <a:lnTo>
                    <a:pt x="48" y="76"/>
                  </a:lnTo>
                  <a:lnTo>
                    <a:pt x="6" y="76"/>
                  </a:lnTo>
                  <a:lnTo>
                    <a:pt x="6" y="57"/>
                  </a:lnTo>
                  <a:lnTo>
                    <a:pt x="23" y="43"/>
                  </a:lnTo>
                  <a:lnTo>
                    <a:pt x="2" y="3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F4A58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78" name="Freeform 130"/>
            <p:cNvSpPr>
              <a:spLocks/>
            </p:cNvSpPr>
            <p:nvPr/>
          </p:nvSpPr>
          <p:spPr bwMode="auto">
            <a:xfrm>
              <a:off x="6732588" y="3144838"/>
              <a:ext cx="82550" cy="141288"/>
            </a:xfrm>
            <a:custGeom>
              <a:avLst/>
              <a:gdLst/>
              <a:ahLst/>
              <a:cxnLst>
                <a:cxn ang="0">
                  <a:pos x="2" y="11"/>
                </a:cxn>
                <a:cxn ang="0">
                  <a:pos x="27" y="0"/>
                </a:cxn>
                <a:cxn ang="0">
                  <a:pos x="43" y="6"/>
                </a:cxn>
                <a:cxn ang="0">
                  <a:pos x="46" y="27"/>
                </a:cxn>
                <a:cxn ang="0">
                  <a:pos x="32" y="43"/>
                </a:cxn>
                <a:cxn ang="0">
                  <a:pos x="52" y="70"/>
                </a:cxn>
                <a:cxn ang="0">
                  <a:pos x="52" y="89"/>
                </a:cxn>
                <a:cxn ang="0">
                  <a:pos x="36" y="84"/>
                </a:cxn>
                <a:cxn ang="0">
                  <a:pos x="28" y="66"/>
                </a:cxn>
                <a:cxn ang="0">
                  <a:pos x="5" y="74"/>
                </a:cxn>
                <a:cxn ang="0">
                  <a:pos x="15" y="57"/>
                </a:cxn>
                <a:cxn ang="0">
                  <a:pos x="23" y="36"/>
                </a:cxn>
                <a:cxn ang="0">
                  <a:pos x="23" y="17"/>
                </a:cxn>
                <a:cxn ang="0">
                  <a:pos x="0" y="24"/>
                </a:cxn>
                <a:cxn ang="0">
                  <a:pos x="2" y="11"/>
                </a:cxn>
              </a:cxnLst>
              <a:rect l="0" t="0" r="r" b="b"/>
              <a:pathLst>
                <a:path w="52" h="89">
                  <a:moveTo>
                    <a:pt x="2" y="11"/>
                  </a:moveTo>
                  <a:lnTo>
                    <a:pt x="27" y="0"/>
                  </a:lnTo>
                  <a:lnTo>
                    <a:pt x="43" y="6"/>
                  </a:lnTo>
                  <a:lnTo>
                    <a:pt x="46" y="27"/>
                  </a:lnTo>
                  <a:lnTo>
                    <a:pt x="32" y="43"/>
                  </a:lnTo>
                  <a:lnTo>
                    <a:pt x="52" y="70"/>
                  </a:lnTo>
                  <a:lnTo>
                    <a:pt x="52" y="89"/>
                  </a:lnTo>
                  <a:lnTo>
                    <a:pt x="36" y="84"/>
                  </a:lnTo>
                  <a:lnTo>
                    <a:pt x="28" y="66"/>
                  </a:lnTo>
                  <a:lnTo>
                    <a:pt x="5" y="74"/>
                  </a:lnTo>
                  <a:lnTo>
                    <a:pt x="15" y="57"/>
                  </a:lnTo>
                  <a:lnTo>
                    <a:pt x="23" y="36"/>
                  </a:lnTo>
                  <a:lnTo>
                    <a:pt x="23" y="17"/>
                  </a:lnTo>
                  <a:lnTo>
                    <a:pt x="0" y="24"/>
                  </a:lnTo>
                  <a:lnTo>
                    <a:pt x="2" y="11"/>
                  </a:lnTo>
                  <a:close/>
                </a:path>
              </a:pathLst>
            </a:custGeom>
            <a:solidFill>
              <a:srgbClr val="F4A58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79" name="Freeform 131"/>
            <p:cNvSpPr>
              <a:spLocks/>
            </p:cNvSpPr>
            <p:nvPr/>
          </p:nvSpPr>
          <p:spPr bwMode="auto">
            <a:xfrm>
              <a:off x="6532563" y="2914650"/>
              <a:ext cx="214313" cy="1177925"/>
            </a:xfrm>
            <a:custGeom>
              <a:avLst/>
              <a:gdLst/>
              <a:ahLst/>
              <a:cxnLst>
                <a:cxn ang="0">
                  <a:pos x="31" y="39"/>
                </a:cxn>
                <a:cxn ang="0">
                  <a:pos x="19" y="77"/>
                </a:cxn>
                <a:cxn ang="0">
                  <a:pos x="0" y="120"/>
                </a:cxn>
                <a:cxn ang="0">
                  <a:pos x="8" y="168"/>
                </a:cxn>
                <a:cxn ang="0">
                  <a:pos x="27" y="196"/>
                </a:cxn>
                <a:cxn ang="0">
                  <a:pos x="34" y="260"/>
                </a:cxn>
                <a:cxn ang="0">
                  <a:pos x="31" y="318"/>
                </a:cxn>
                <a:cxn ang="0">
                  <a:pos x="39" y="471"/>
                </a:cxn>
                <a:cxn ang="0">
                  <a:pos x="57" y="620"/>
                </a:cxn>
                <a:cxn ang="0">
                  <a:pos x="66" y="742"/>
                </a:cxn>
                <a:cxn ang="0">
                  <a:pos x="126" y="727"/>
                </a:cxn>
                <a:cxn ang="0">
                  <a:pos x="124" y="540"/>
                </a:cxn>
                <a:cxn ang="0">
                  <a:pos x="115" y="407"/>
                </a:cxn>
                <a:cxn ang="0">
                  <a:pos x="89" y="289"/>
                </a:cxn>
                <a:cxn ang="0">
                  <a:pos x="97" y="234"/>
                </a:cxn>
                <a:cxn ang="0">
                  <a:pos x="67" y="179"/>
                </a:cxn>
                <a:cxn ang="0">
                  <a:pos x="70" y="124"/>
                </a:cxn>
                <a:cxn ang="0">
                  <a:pos x="86" y="0"/>
                </a:cxn>
                <a:cxn ang="0">
                  <a:pos x="70" y="36"/>
                </a:cxn>
                <a:cxn ang="0">
                  <a:pos x="66" y="109"/>
                </a:cxn>
                <a:cxn ang="0">
                  <a:pos x="47" y="130"/>
                </a:cxn>
                <a:cxn ang="0">
                  <a:pos x="57" y="210"/>
                </a:cxn>
                <a:cxn ang="0">
                  <a:pos x="70" y="248"/>
                </a:cxn>
                <a:cxn ang="0">
                  <a:pos x="57" y="287"/>
                </a:cxn>
                <a:cxn ang="0">
                  <a:pos x="84" y="287"/>
                </a:cxn>
                <a:cxn ang="0">
                  <a:pos x="92" y="411"/>
                </a:cxn>
                <a:cxn ang="0">
                  <a:pos x="103" y="587"/>
                </a:cxn>
                <a:cxn ang="0">
                  <a:pos x="108" y="701"/>
                </a:cxn>
                <a:cxn ang="0">
                  <a:pos x="84" y="659"/>
                </a:cxn>
                <a:cxn ang="0">
                  <a:pos x="77" y="373"/>
                </a:cxn>
                <a:cxn ang="0">
                  <a:pos x="47" y="303"/>
                </a:cxn>
                <a:cxn ang="0">
                  <a:pos x="44" y="208"/>
                </a:cxn>
                <a:cxn ang="0">
                  <a:pos x="28" y="153"/>
                </a:cxn>
                <a:cxn ang="0">
                  <a:pos x="19" y="134"/>
                </a:cxn>
                <a:cxn ang="0">
                  <a:pos x="21" y="118"/>
                </a:cxn>
                <a:cxn ang="0">
                  <a:pos x="36" y="101"/>
                </a:cxn>
                <a:cxn ang="0">
                  <a:pos x="59" y="4"/>
                </a:cxn>
              </a:cxnLst>
              <a:rect l="0" t="0" r="r" b="b"/>
              <a:pathLst>
                <a:path w="135" h="742">
                  <a:moveTo>
                    <a:pt x="38" y="11"/>
                  </a:moveTo>
                  <a:lnTo>
                    <a:pt x="31" y="39"/>
                  </a:lnTo>
                  <a:lnTo>
                    <a:pt x="28" y="58"/>
                  </a:lnTo>
                  <a:lnTo>
                    <a:pt x="19" y="77"/>
                  </a:lnTo>
                  <a:lnTo>
                    <a:pt x="5" y="99"/>
                  </a:lnTo>
                  <a:lnTo>
                    <a:pt x="0" y="120"/>
                  </a:lnTo>
                  <a:lnTo>
                    <a:pt x="1" y="142"/>
                  </a:lnTo>
                  <a:lnTo>
                    <a:pt x="8" y="168"/>
                  </a:lnTo>
                  <a:lnTo>
                    <a:pt x="27" y="181"/>
                  </a:lnTo>
                  <a:lnTo>
                    <a:pt x="27" y="196"/>
                  </a:lnTo>
                  <a:lnTo>
                    <a:pt x="21" y="226"/>
                  </a:lnTo>
                  <a:lnTo>
                    <a:pt x="34" y="260"/>
                  </a:lnTo>
                  <a:lnTo>
                    <a:pt x="34" y="285"/>
                  </a:lnTo>
                  <a:lnTo>
                    <a:pt x="31" y="318"/>
                  </a:lnTo>
                  <a:lnTo>
                    <a:pt x="35" y="396"/>
                  </a:lnTo>
                  <a:lnTo>
                    <a:pt x="39" y="471"/>
                  </a:lnTo>
                  <a:lnTo>
                    <a:pt x="46" y="544"/>
                  </a:lnTo>
                  <a:lnTo>
                    <a:pt x="57" y="620"/>
                  </a:lnTo>
                  <a:lnTo>
                    <a:pt x="57" y="719"/>
                  </a:lnTo>
                  <a:lnTo>
                    <a:pt x="66" y="742"/>
                  </a:lnTo>
                  <a:lnTo>
                    <a:pt x="93" y="742"/>
                  </a:lnTo>
                  <a:lnTo>
                    <a:pt x="126" y="727"/>
                  </a:lnTo>
                  <a:lnTo>
                    <a:pt x="135" y="620"/>
                  </a:lnTo>
                  <a:lnTo>
                    <a:pt x="124" y="540"/>
                  </a:lnTo>
                  <a:lnTo>
                    <a:pt x="115" y="453"/>
                  </a:lnTo>
                  <a:lnTo>
                    <a:pt x="115" y="407"/>
                  </a:lnTo>
                  <a:lnTo>
                    <a:pt x="109" y="312"/>
                  </a:lnTo>
                  <a:lnTo>
                    <a:pt x="89" y="289"/>
                  </a:lnTo>
                  <a:lnTo>
                    <a:pt x="89" y="261"/>
                  </a:lnTo>
                  <a:lnTo>
                    <a:pt x="97" y="234"/>
                  </a:lnTo>
                  <a:lnTo>
                    <a:pt x="80" y="208"/>
                  </a:lnTo>
                  <a:lnTo>
                    <a:pt x="67" y="179"/>
                  </a:lnTo>
                  <a:lnTo>
                    <a:pt x="66" y="153"/>
                  </a:lnTo>
                  <a:lnTo>
                    <a:pt x="70" y="124"/>
                  </a:lnTo>
                  <a:lnTo>
                    <a:pt x="77" y="86"/>
                  </a:lnTo>
                  <a:lnTo>
                    <a:pt x="86" y="0"/>
                  </a:lnTo>
                  <a:lnTo>
                    <a:pt x="70" y="0"/>
                  </a:lnTo>
                  <a:lnTo>
                    <a:pt x="70" y="36"/>
                  </a:lnTo>
                  <a:lnTo>
                    <a:pt x="69" y="81"/>
                  </a:lnTo>
                  <a:lnTo>
                    <a:pt x="66" y="109"/>
                  </a:lnTo>
                  <a:lnTo>
                    <a:pt x="50" y="114"/>
                  </a:lnTo>
                  <a:lnTo>
                    <a:pt x="47" y="130"/>
                  </a:lnTo>
                  <a:lnTo>
                    <a:pt x="47" y="154"/>
                  </a:lnTo>
                  <a:lnTo>
                    <a:pt x="57" y="210"/>
                  </a:lnTo>
                  <a:lnTo>
                    <a:pt x="70" y="231"/>
                  </a:lnTo>
                  <a:lnTo>
                    <a:pt x="70" y="248"/>
                  </a:lnTo>
                  <a:lnTo>
                    <a:pt x="57" y="273"/>
                  </a:lnTo>
                  <a:lnTo>
                    <a:pt x="57" y="287"/>
                  </a:lnTo>
                  <a:lnTo>
                    <a:pt x="70" y="271"/>
                  </a:lnTo>
                  <a:lnTo>
                    <a:pt x="84" y="287"/>
                  </a:lnTo>
                  <a:lnTo>
                    <a:pt x="84" y="315"/>
                  </a:lnTo>
                  <a:lnTo>
                    <a:pt x="92" y="411"/>
                  </a:lnTo>
                  <a:lnTo>
                    <a:pt x="99" y="498"/>
                  </a:lnTo>
                  <a:lnTo>
                    <a:pt x="103" y="587"/>
                  </a:lnTo>
                  <a:lnTo>
                    <a:pt x="115" y="671"/>
                  </a:lnTo>
                  <a:lnTo>
                    <a:pt x="108" y="701"/>
                  </a:lnTo>
                  <a:lnTo>
                    <a:pt x="89" y="713"/>
                  </a:lnTo>
                  <a:lnTo>
                    <a:pt x="84" y="659"/>
                  </a:lnTo>
                  <a:lnTo>
                    <a:pt x="80" y="446"/>
                  </a:lnTo>
                  <a:lnTo>
                    <a:pt x="77" y="373"/>
                  </a:lnTo>
                  <a:lnTo>
                    <a:pt x="51" y="334"/>
                  </a:lnTo>
                  <a:lnTo>
                    <a:pt x="47" y="303"/>
                  </a:lnTo>
                  <a:lnTo>
                    <a:pt x="44" y="250"/>
                  </a:lnTo>
                  <a:lnTo>
                    <a:pt x="44" y="208"/>
                  </a:lnTo>
                  <a:lnTo>
                    <a:pt x="38" y="165"/>
                  </a:lnTo>
                  <a:lnTo>
                    <a:pt x="28" y="153"/>
                  </a:lnTo>
                  <a:lnTo>
                    <a:pt x="21" y="143"/>
                  </a:lnTo>
                  <a:lnTo>
                    <a:pt x="19" y="134"/>
                  </a:lnTo>
                  <a:lnTo>
                    <a:pt x="19" y="126"/>
                  </a:lnTo>
                  <a:lnTo>
                    <a:pt x="21" y="118"/>
                  </a:lnTo>
                  <a:lnTo>
                    <a:pt x="27" y="109"/>
                  </a:lnTo>
                  <a:lnTo>
                    <a:pt x="36" y="101"/>
                  </a:lnTo>
                  <a:lnTo>
                    <a:pt x="50" y="93"/>
                  </a:lnTo>
                  <a:lnTo>
                    <a:pt x="59" y="4"/>
                  </a:lnTo>
                  <a:lnTo>
                    <a:pt x="38" y="11"/>
                  </a:lnTo>
                  <a:close/>
                </a:path>
              </a:pathLst>
            </a:custGeom>
            <a:solidFill>
              <a:srgbClr val="E87F5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80" name="Freeform 132"/>
            <p:cNvSpPr>
              <a:spLocks/>
            </p:cNvSpPr>
            <p:nvPr/>
          </p:nvSpPr>
          <p:spPr bwMode="auto">
            <a:xfrm>
              <a:off x="6642100" y="4141788"/>
              <a:ext cx="319088" cy="255588"/>
            </a:xfrm>
            <a:custGeom>
              <a:avLst/>
              <a:gdLst/>
              <a:ahLst/>
              <a:cxnLst>
                <a:cxn ang="0">
                  <a:pos x="63" y="0"/>
                </a:cxn>
                <a:cxn ang="0">
                  <a:pos x="43" y="8"/>
                </a:cxn>
                <a:cxn ang="0">
                  <a:pos x="43" y="25"/>
                </a:cxn>
                <a:cxn ang="0">
                  <a:pos x="57" y="43"/>
                </a:cxn>
                <a:cxn ang="0">
                  <a:pos x="42" y="61"/>
                </a:cxn>
                <a:cxn ang="0">
                  <a:pos x="32" y="35"/>
                </a:cxn>
                <a:cxn ang="0">
                  <a:pos x="15" y="42"/>
                </a:cxn>
                <a:cxn ang="0">
                  <a:pos x="15" y="61"/>
                </a:cxn>
                <a:cxn ang="0">
                  <a:pos x="28" y="77"/>
                </a:cxn>
                <a:cxn ang="0">
                  <a:pos x="0" y="73"/>
                </a:cxn>
                <a:cxn ang="0">
                  <a:pos x="0" y="88"/>
                </a:cxn>
                <a:cxn ang="0">
                  <a:pos x="24" y="112"/>
                </a:cxn>
                <a:cxn ang="0">
                  <a:pos x="105" y="120"/>
                </a:cxn>
                <a:cxn ang="0">
                  <a:pos x="116" y="161"/>
                </a:cxn>
                <a:cxn ang="0">
                  <a:pos x="197" y="158"/>
                </a:cxn>
                <a:cxn ang="0">
                  <a:pos x="201" y="134"/>
                </a:cxn>
                <a:cxn ang="0">
                  <a:pos x="188" y="39"/>
                </a:cxn>
                <a:cxn ang="0">
                  <a:pos x="160" y="46"/>
                </a:cxn>
                <a:cxn ang="0">
                  <a:pos x="138" y="46"/>
                </a:cxn>
                <a:cxn ang="0">
                  <a:pos x="118" y="39"/>
                </a:cxn>
                <a:cxn ang="0">
                  <a:pos x="103" y="35"/>
                </a:cxn>
                <a:cxn ang="0">
                  <a:pos x="114" y="50"/>
                </a:cxn>
                <a:cxn ang="0">
                  <a:pos x="146" y="63"/>
                </a:cxn>
                <a:cxn ang="0">
                  <a:pos x="124" y="81"/>
                </a:cxn>
                <a:cxn ang="0">
                  <a:pos x="92" y="63"/>
                </a:cxn>
                <a:cxn ang="0">
                  <a:pos x="81" y="28"/>
                </a:cxn>
                <a:cxn ang="0">
                  <a:pos x="81" y="10"/>
                </a:cxn>
                <a:cxn ang="0">
                  <a:pos x="63" y="0"/>
                </a:cxn>
              </a:cxnLst>
              <a:rect l="0" t="0" r="r" b="b"/>
              <a:pathLst>
                <a:path w="201" h="161">
                  <a:moveTo>
                    <a:pt x="63" y="0"/>
                  </a:moveTo>
                  <a:lnTo>
                    <a:pt x="43" y="8"/>
                  </a:lnTo>
                  <a:lnTo>
                    <a:pt x="43" y="25"/>
                  </a:lnTo>
                  <a:lnTo>
                    <a:pt x="57" y="43"/>
                  </a:lnTo>
                  <a:lnTo>
                    <a:pt x="42" y="61"/>
                  </a:lnTo>
                  <a:lnTo>
                    <a:pt x="32" y="35"/>
                  </a:lnTo>
                  <a:lnTo>
                    <a:pt x="15" y="42"/>
                  </a:lnTo>
                  <a:lnTo>
                    <a:pt x="15" y="61"/>
                  </a:lnTo>
                  <a:lnTo>
                    <a:pt x="28" y="77"/>
                  </a:lnTo>
                  <a:lnTo>
                    <a:pt x="0" y="73"/>
                  </a:lnTo>
                  <a:lnTo>
                    <a:pt x="0" y="88"/>
                  </a:lnTo>
                  <a:lnTo>
                    <a:pt x="24" y="112"/>
                  </a:lnTo>
                  <a:lnTo>
                    <a:pt x="105" y="120"/>
                  </a:lnTo>
                  <a:lnTo>
                    <a:pt x="116" y="161"/>
                  </a:lnTo>
                  <a:lnTo>
                    <a:pt x="197" y="158"/>
                  </a:lnTo>
                  <a:lnTo>
                    <a:pt x="201" y="134"/>
                  </a:lnTo>
                  <a:lnTo>
                    <a:pt x="188" y="39"/>
                  </a:lnTo>
                  <a:lnTo>
                    <a:pt x="160" y="46"/>
                  </a:lnTo>
                  <a:lnTo>
                    <a:pt x="138" y="46"/>
                  </a:lnTo>
                  <a:lnTo>
                    <a:pt x="118" y="39"/>
                  </a:lnTo>
                  <a:lnTo>
                    <a:pt x="103" y="35"/>
                  </a:lnTo>
                  <a:lnTo>
                    <a:pt x="114" y="50"/>
                  </a:lnTo>
                  <a:lnTo>
                    <a:pt x="146" y="63"/>
                  </a:lnTo>
                  <a:lnTo>
                    <a:pt x="124" y="81"/>
                  </a:lnTo>
                  <a:lnTo>
                    <a:pt x="92" y="63"/>
                  </a:lnTo>
                  <a:lnTo>
                    <a:pt x="81" y="28"/>
                  </a:lnTo>
                  <a:lnTo>
                    <a:pt x="81" y="1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2EDE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81" name="Freeform 133"/>
            <p:cNvSpPr>
              <a:spLocks/>
            </p:cNvSpPr>
            <p:nvPr/>
          </p:nvSpPr>
          <p:spPr bwMode="auto">
            <a:xfrm>
              <a:off x="6369050" y="4287838"/>
              <a:ext cx="425450" cy="127000"/>
            </a:xfrm>
            <a:custGeom>
              <a:avLst/>
              <a:gdLst/>
              <a:ahLst/>
              <a:cxnLst>
                <a:cxn ang="0">
                  <a:pos x="147" y="0"/>
                </a:cxn>
                <a:cxn ang="0">
                  <a:pos x="119" y="16"/>
                </a:cxn>
                <a:cxn ang="0">
                  <a:pos x="59" y="24"/>
                </a:cxn>
                <a:cxn ang="0">
                  <a:pos x="9" y="35"/>
                </a:cxn>
                <a:cxn ang="0">
                  <a:pos x="0" y="66"/>
                </a:cxn>
                <a:cxn ang="0">
                  <a:pos x="43" y="69"/>
                </a:cxn>
                <a:cxn ang="0">
                  <a:pos x="139" y="80"/>
                </a:cxn>
                <a:cxn ang="0">
                  <a:pos x="222" y="73"/>
                </a:cxn>
                <a:cxn ang="0">
                  <a:pos x="268" y="66"/>
                </a:cxn>
                <a:cxn ang="0">
                  <a:pos x="260" y="44"/>
                </a:cxn>
                <a:cxn ang="0">
                  <a:pos x="221" y="40"/>
                </a:cxn>
                <a:cxn ang="0">
                  <a:pos x="164" y="20"/>
                </a:cxn>
                <a:cxn ang="0">
                  <a:pos x="147" y="0"/>
                </a:cxn>
              </a:cxnLst>
              <a:rect l="0" t="0" r="r" b="b"/>
              <a:pathLst>
                <a:path w="268" h="80">
                  <a:moveTo>
                    <a:pt x="147" y="0"/>
                  </a:moveTo>
                  <a:lnTo>
                    <a:pt x="119" y="16"/>
                  </a:lnTo>
                  <a:lnTo>
                    <a:pt x="59" y="24"/>
                  </a:lnTo>
                  <a:lnTo>
                    <a:pt x="9" y="35"/>
                  </a:lnTo>
                  <a:lnTo>
                    <a:pt x="0" y="66"/>
                  </a:lnTo>
                  <a:lnTo>
                    <a:pt x="43" y="69"/>
                  </a:lnTo>
                  <a:lnTo>
                    <a:pt x="139" y="80"/>
                  </a:lnTo>
                  <a:lnTo>
                    <a:pt x="222" y="73"/>
                  </a:lnTo>
                  <a:lnTo>
                    <a:pt x="268" y="66"/>
                  </a:lnTo>
                  <a:lnTo>
                    <a:pt x="260" y="44"/>
                  </a:lnTo>
                  <a:lnTo>
                    <a:pt x="221" y="40"/>
                  </a:lnTo>
                  <a:lnTo>
                    <a:pt x="164" y="20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F2EDE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82" name="Freeform 134"/>
            <p:cNvSpPr>
              <a:spLocks/>
            </p:cNvSpPr>
            <p:nvPr/>
          </p:nvSpPr>
          <p:spPr bwMode="auto">
            <a:xfrm>
              <a:off x="6353175" y="4403725"/>
              <a:ext cx="623888" cy="42863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17"/>
                </a:cxn>
                <a:cxn ang="0">
                  <a:pos x="87" y="27"/>
                </a:cxn>
                <a:cxn ang="0">
                  <a:pos x="185" y="27"/>
                </a:cxn>
                <a:cxn ang="0">
                  <a:pos x="252" y="25"/>
                </a:cxn>
                <a:cxn ang="0">
                  <a:pos x="389" y="20"/>
                </a:cxn>
                <a:cxn ang="0">
                  <a:pos x="393" y="0"/>
                </a:cxn>
                <a:cxn ang="0">
                  <a:pos x="278" y="7"/>
                </a:cxn>
                <a:cxn ang="0">
                  <a:pos x="175" y="13"/>
                </a:cxn>
                <a:cxn ang="0">
                  <a:pos x="52" y="11"/>
                </a:cxn>
                <a:cxn ang="0">
                  <a:pos x="0" y="2"/>
                </a:cxn>
              </a:cxnLst>
              <a:rect l="0" t="0" r="r" b="b"/>
              <a:pathLst>
                <a:path w="393" h="27">
                  <a:moveTo>
                    <a:pt x="0" y="2"/>
                  </a:moveTo>
                  <a:lnTo>
                    <a:pt x="0" y="17"/>
                  </a:lnTo>
                  <a:lnTo>
                    <a:pt x="87" y="27"/>
                  </a:lnTo>
                  <a:lnTo>
                    <a:pt x="185" y="27"/>
                  </a:lnTo>
                  <a:lnTo>
                    <a:pt x="252" y="25"/>
                  </a:lnTo>
                  <a:lnTo>
                    <a:pt x="389" y="20"/>
                  </a:lnTo>
                  <a:lnTo>
                    <a:pt x="393" y="0"/>
                  </a:lnTo>
                  <a:lnTo>
                    <a:pt x="278" y="7"/>
                  </a:lnTo>
                  <a:lnTo>
                    <a:pt x="175" y="13"/>
                  </a:lnTo>
                  <a:lnTo>
                    <a:pt x="52" y="11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3A4F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83" name="Freeform 135"/>
            <p:cNvSpPr>
              <a:spLocks/>
            </p:cNvSpPr>
            <p:nvPr/>
          </p:nvSpPr>
          <p:spPr bwMode="auto">
            <a:xfrm>
              <a:off x="6497638" y="4087813"/>
              <a:ext cx="204788" cy="160338"/>
            </a:xfrm>
            <a:custGeom>
              <a:avLst/>
              <a:gdLst/>
              <a:ahLst/>
              <a:cxnLst>
                <a:cxn ang="0">
                  <a:pos x="66" y="0"/>
                </a:cxn>
                <a:cxn ang="0">
                  <a:pos x="45" y="20"/>
                </a:cxn>
                <a:cxn ang="0">
                  <a:pos x="54" y="40"/>
                </a:cxn>
                <a:cxn ang="0">
                  <a:pos x="54" y="55"/>
                </a:cxn>
                <a:cxn ang="0">
                  <a:pos x="35" y="53"/>
                </a:cxn>
                <a:cxn ang="0">
                  <a:pos x="23" y="40"/>
                </a:cxn>
                <a:cxn ang="0">
                  <a:pos x="0" y="47"/>
                </a:cxn>
                <a:cxn ang="0">
                  <a:pos x="12" y="73"/>
                </a:cxn>
                <a:cxn ang="0">
                  <a:pos x="64" y="101"/>
                </a:cxn>
                <a:cxn ang="0">
                  <a:pos x="73" y="86"/>
                </a:cxn>
                <a:cxn ang="0">
                  <a:pos x="76" y="69"/>
                </a:cxn>
                <a:cxn ang="0">
                  <a:pos x="95" y="69"/>
                </a:cxn>
                <a:cxn ang="0">
                  <a:pos x="111" y="44"/>
                </a:cxn>
                <a:cxn ang="0">
                  <a:pos x="129" y="17"/>
                </a:cxn>
                <a:cxn ang="0">
                  <a:pos x="94" y="12"/>
                </a:cxn>
                <a:cxn ang="0">
                  <a:pos x="66" y="0"/>
                </a:cxn>
              </a:cxnLst>
              <a:rect l="0" t="0" r="r" b="b"/>
              <a:pathLst>
                <a:path w="129" h="101">
                  <a:moveTo>
                    <a:pt x="66" y="0"/>
                  </a:moveTo>
                  <a:lnTo>
                    <a:pt x="45" y="20"/>
                  </a:lnTo>
                  <a:lnTo>
                    <a:pt x="54" y="40"/>
                  </a:lnTo>
                  <a:lnTo>
                    <a:pt x="54" y="55"/>
                  </a:lnTo>
                  <a:lnTo>
                    <a:pt x="35" y="53"/>
                  </a:lnTo>
                  <a:lnTo>
                    <a:pt x="23" y="40"/>
                  </a:lnTo>
                  <a:lnTo>
                    <a:pt x="0" y="47"/>
                  </a:lnTo>
                  <a:lnTo>
                    <a:pt x="12" y="73"/>
                  </a:lnTo>
                  <a:lnTo>
                    <a:pt x="64" y="101"/>
                  </a:lnTo>
                  <a:lnTo>
                    <a:pt x="73" y="86"/>
                  </a:lnTo>
                  <a:lnTo>
                    <a:pt x="76" y="69"/>
                  </a:lnTo>
                  <a:lnTo>
                    <a:pt x="95" y="69"/>
                  </a:lnTo>
                  <a:lnTo>
                    <a:pt x="111" y="44"/>
                  </a:lnTo>
                  <a:lnTo>
                    <a:pt x="129" y="17"/>
                  </a:lnTo>
                  <a:lnTo>
                    <a:pt x="94" y="12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2EDE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84" name="Freeform 136"/>
            <p:cNvSpPr>
              <a:spLocks/>
            </p:cNvSpPr>
            <p:nvPr/>
          </p:nvSpPr>
          <p:spPr bwMode="auto">
            <a:xfrm>
              <a:off x="6240463" y="4192588"/>
              <a:ext cx="325438" cy="103188"/>
            </a:xfrm>
            <a:custGeom>
              <a:avLst/>
              <a:gdLst/>
              <a:ahLst/>
              <a:cxnLst>
                <a:cxn ang="0">
                  <a:pos x="145" y="0"/>
                </a:cxn>
                <a:cxn ang="0">
                  <a:pos x="107" y="20"/>
                </a:cxn>
                <a:cxn ang="0">
                  <a:pos x="74" y="20"/>
                </a:cxn>
                <a:cxn ang="0">
                  <a:pos x="29" y="24"/>
                </a:cxn>
                <a:cxn ang="0">
                  <a:pos x="5" y="35"/>
                </a:cxn>
                <a:cxn ang="0">
                  <a:pos x="0" y="60"/>
                </a:cxn>
                <a:cxn ang="0">
                  <a:pos x="94" y="62"/>
                </a:cxn>
                <a:cxn ang="0">
                  <a:pos x="138" y="62"/>
                </a:cxn>
                <a:cxn ang="0">
                  <a:pos x="177" y="65"/>
                </a:cxn>
                <a:cxn ang="0">
                  <a:pos x="205" y="46"/>
                </a:cxn>
                <a:cxn ang="0">
                  <a:pos x="177" y="20"/>
                </a:cxn>
                <a:cxn ang="0">
                  <a:pos x="145" y="0"/>
                </a:cxn>
              </a:cxnLst>
              <a:rect l="0" t="0" r="r" b="b"/>
              <a:pathLst>
                <a:path w="205" h="65">
                  <a:moveTo>
                    <a:pt x="145" y="0"/>
                  </a:moveTo>
                  <a:lnTo>
                    <a:pt x="107" y="20"/>
                  </a:lnTo>
                  <a:lnTo>
                    <a:pt x="74" y="20"/>
                  </a:lnTo>
                  <a:lnTo>
                    <a:pt x="29" y="24"/>
                  </a:lnTo>
                  <a:lnTo>
                    <a:pt x="5" y="35"/>
                  </a:lnTo>
                  <a:lnTo>
                    <a:pt x="0" y="60"/>
                  </a:lnTo>
                  <a:lnTo>
                    <a:pt x="94" y="62"/>
                  </a:lnTo>
                  <a:lnTo>
                    <a:pt x="138" y="62"/>
                  </a:lnTo>
                  <a:lnTo>
                    <a:pt x="177" y="65"/>
                  </a:lnTo>
                  <a:lnTo>
                    <a:pt x="205" y="46"/>
                  </a:lnTo>
                  <a:lnTo>
                    <a:pt x="177" y="20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F2EDE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85" name="Freeform 137"/>
            <p:cNvSpPr>
              <a:spLocks/>
            </p:cNvSpPr>
            <p:nvPr/>
          </p:nvSpPr>
          <p:spPr bwMode="auto">
            <a:xfrm>
              <a:off x="6230938" y="4305300"/>
              <a:ext cx="261938" cy="3651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165" y="1"/>
                </a:cxn>
                <a:cxn ang="0">
                  <a:pos x="126" y="16"/>
                </a:cxn>
                <a:cxn ang="0">
                  <a:pos x="99" y="23"/>
                </a:cxn>
                <a:cxn ang="0">
                  <a:pos x="4" y="16"/>
                </a:cxn>
                <a:cxn ang="0">
                  <a:pos x="3" y="13"/>
                </a:cxn>
                <a:cxn ang="0">
                  <a:pos x="2" y="8"/>
                </a:cxn>
                <a:cxn ang="0">
                  <a:pos x="0" y="2"/>
                </a:cxn>
                <a:cxn ang="0">
                  <a:pos x="2" y="0"/>
                </a:cxn>
              </a:cxnLst>
              <a:rect l="0" t="0" r="r" b="b"/>
              <a:pathLst>
                <a:path w="165" h="23">
                  <a:moveTo>
                    <a:pt x="2" y="0"/>
                  </a:moveTo>
                  <a:lnTo>
                    <a:pt x="165" y="1"/>
                  </a:lnTo>
                  <a:lnTo>
                    <a:pt x="126" y="16"/>
                  </a:lnTo>
                  <a:lnTo>
                    <a:pt x="99" y="23"/>
                  </a:lnTo>
                  <a:lnTo>
                    <a:pt x="4" y="16"/>
                  </a:lnTo>
                  <a:lnTo>
                    <a:pt x="3" y="13"/>
                  </a:lnTo>
                  <a:lnTo>
                    <a:pt x="2" y="8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3A4F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2186" name="Freeform 138"/>
          <p:cNvSpPr>
            <a:spLocks/>
          </p:cNvSpPr>
          <p:nvPr/>
        </p:nvSpPr>
        <p:spPr bwMode="auto">
          <a:xfrm>
            <a:off x="5876925" y="4360863"/>
            <a:ext cx="120650" cy="82550"/>
          </a:xfrm>
          <a:custGeom>
            <a:avLst/>
            <a:gdLst/>
            <a:ahLst/>
            <a:cxnLst>
              <a:cxn ang="0">
                <a:pos x="38" y="0"/>
              </a:cxn>
              <a:cxn ang="0">
                <a:pos x="53" y="2"/>
              </a:cxn>
              <a:cxn ang="0">
                <a:pos x="65" y="8"/>
              </a:cxn>
              <a:cxn ang="0">
                <a:pos x="73" y="16"/>
              </a:cxn>
              <a:cxn ang="0">
                <a:pos x="76" y="25"/>
              </a:cxn>
              <a:cxn ang="0">
                <a:pos x="73" y="36"/>
              </a:cxn>
              <a:cxn ang="0">
                <a:pos x="65" y="44"/>
              </a:cxn>
              <a:cxn ang="0">
                <a:pos x="53" y="50"/>
              </a:cxn>
              <a:cxn ang="0">
                <a:pos x="38" y="52"/>
              </a:cxn>
              <a:cxn ang="0">
                <a:pos x="23" y="50"/>
              </a:cxn>
              <a:cxn ang="0">
                <a:pos x="11" y="44"/>
              </a:cxn>
              <a:cxn ang="0">
                <a:pos x="3" y="36"/>
              </a:cxn>
              <a:cxn ang="0">
                <a:pos x="0" y="25"/>
              </a:cxn>
              <a:cxn ang="0">
                <a:pos x="3" y="16"/>
              </a:cxn>
              <a:cxn ang="0">
                <a:pos x="11" y="8"/>
              </a:cxn>
              <a:cxn ang="0">
                <a:pos x="23" y="2"/>
              </a:cxn>
              <a:cxn ang="0">
                <a:pos x="38" y="0"/>
              </a:cxn>
            </a:cxnLst>
            <a:rect l="0" t="0" r="r" b="b"/>
            <a:pathLst>
              <a:path w="76" h="52">
                <a:moveTo>
                  <a:pt x="38" y="0"/>
                </a:moveTo>
                <a:lnTo>
                  <a:pt x="53" y="2"/>
                </a:lnTo>
                <a:lnTo>
                  <a:pt x="65" y="8"/>
                </a:lnTo>
                <a:lnTo>
                  <a:pt x="73" y="16"/>
                </a:lnTo>
                <a:lnTo>
                  <a:pt x="76" y="25"/>
                </a:lnTo>
                <a:lnTo>
                  <a:pt x="73" y="36"/>
                </a:lnTo>
                <a:lnTo>
                  <a:pt x="65" y="44"/>
                </a:lnTo>
                <a:lnTo>
                  <a:pt x="53" y="50"/>
                </a:lnTo>
                <a:lnTo>
                  <a:pt x="38" y="52"/>
                </a:lnTo>
                <a:lnTo>
                  <a:pt x="23" y="50"/>
                </a:lnTo>
                <a:lnTo>
                  <a:pt x="11" y="44"/>
                </a:lnTo>
                <a:lnTo>
                  <a:pt x="3" y="36"/>
                </a:lnTo>
                <a:lnTo>
                  <a:pt x="0" y="25"/>
                </a:lnTo>
                <a:lnTo>
                  <a:pt x="3" y="16"/>
                </a:lnTo>
                <a:lnTo>
                  <a:pt x="11" y="8"/>
                </a:lnTo>
                <a:lnTo>
                  <a:pt x="23" y="2"/>
                </a:lnTo>
                <a:lnTo>
                  <a:pt x="38" y="0"/>
                </a:lnTo>
                <a:close/>
              </a:path>
            </a:pathLst>
          </a:custGeom>
          <a:solidFill>
            <a:srgbClr val="00665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8" name="AutoShape 49"/>
          <p:cNvSpPr>
            <a:spLocks noChangeAspect="1" noChangeArrowheads="1" noTextEdit="1"/>
          </p:cNvSpPr>
          <p:nvPr/>
        </p:nvSpPr>
        <p:spPr bwMode="auto">
          <a:xfrm>
            <a:off x="785813" y="571500"/>
            <a:ext cx="195262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9" name="Freeform 51"/>
          <p:cNvSpPr>
            <a:spLocks/>
          </p:cNvSpPr>
          <p:nvPr/>
        </p:nvSpPr>
        <p:spPr bwMode="auto">
          <a:xfrm>
            <a:off x="788988" y="1474788"/>
            <a:ext cx="1879600" cy="1143000"/>
          </a:xfrm>
          <a:custGeom>
            <a:avLst/>
            <a:gdLst>
              <a:gd name="T0" fmla="*/ 26 w 2369"/>
              <a:gd name="T1" fmla="*/ 44 h 1439"/>
              <a:gd name="T2" fmla="*/ 74 w 2369"/>
              <a:gd name="T3" fmla="*/ 36 h 1439"/>
              <a:gd name="T4" fmla="*/ 137 w 2369"/>
              <a:gd name="T5" fmla="*/ 26 h 1439"/>
              <a:gd name="T6" fmla="*/ 207 w 2369"/>
              <a:gd name="T7" fmla="*/ 19 h 1439"/>
              <a:gd name="T8" fmla="*/ 277 w 2369"/>
              <a:gd name="T9" fmla="*/ 9 h 1439"/>
              <a:gd name="T10" fmla="*/ 342 w 2369"/>
              <a:gd name="T11" fmla="*/ 2 h 1439"/>
              <a:gd name="T12" fmla="*/ 391 w 2369"/>
              <a:gd name="T13" fmla="*/ 0 h 1439"/>
              <a:gd name="T14" fmla="*/ 412 w 2369"/>
              <a:gd name="T15" fmla="*/ 9 h 1439"/>
              <a:gd name="T16" fmla="*/ 407 w 2369"/>
              <a:gd name="T17" fmla="*/ 63 h 1439"/>
              <a:gd name="T18" fmla="*/ 407 w 2369"/>
              <a:gd name="T19" fmla="*/ 154 h 1439"/>
              <a:gd name="T20" fmla="*/ 420 w 2369"/>
              <a:gd name="T21" fmla="*/ 272 h 1439"/>
              <a:gd name="T22" fmla="*/ 448 w 2369"/>
              <a:gd name="T23" fmla="*/ 401 h 1439"/>
              <a:gd name="T24" fmla="*/ 504 w 2369"/>
              <a:gd name="T25" fmla="*/ 532 h 1439"/>
              <a:gd name="T26" fmla="*/ 593 w 2369"/>
              <a:gd name="T27" fmla="*/ 656 h 1439"/>
              <a:gd name="T28" fmla="*/ 722 w 2369"/>
              <a:gd name="T29" fmla="*/ 756 h 1439"/>
              <a:gd name="T30" fmla="*/ 886 w 2369"/>
              <a:gd name="T31" fmla="*/ 825 h 1439"/>
              <a:gd name="T32" fmla="*/ 1043 w 2369"/>
              <a:gd name="T33" fmla="*/ 855 h 1439"/>
              <a:gd name="T34" fmla="*/ 1188 w 2369"/>
              <a:gd name="T35" fmla="*/ 859 h 1439"/>
              <a:gd name="T36" fmla="*/ 1317 w 2369"/>
              <a:gd name="T37" fmla="*/ 844 h 1439"/>
              <a:gd name="T38" fmla="*/ 1424 w 2369"/>
              <a:gd name="T39" fmla="*/ 815 h 1439"/>
              <a:gd name="T40" fmla="*/ 1509 w 2369"/>
              <a:gd name="T41" fmla="*/ 785 h 1439"/>
              <a:gd name="T42" fmla="*/ 1566 w 2369"/>
              <a:gd name="T43" fmla="*/ 756 h 1439"/>
              <a:gd name="T44" fmla="*/ 1599 w 2369"/>
              <a:gd name="T45" fmla="*/ 737 h 1439"/>
              <a:gd name="T46" fmla="*/ 1642 w 2369"/>
              <a:gd name="T47" fmla="*/ 696 h 1439"/>
              <a:gd name="T48" fmla="*/ 1688 w 2369"/>
              <a:gd name="T49" fmla="*/ 639 h 1439"/>
              <a:gd name="T50" fmla="*/ 1743 w 2369"/>
              <a:gd name="T51" fmla="*/ 561 h 1439"/>
              <a:gd name="T52" fmla="*/ 1794 w 2369"/>
              <a:gd name="T53" fmla="*/ 460 h 1439"/>
              <a:gd name="T54" fmla="*/ 1838 w 2369"/>
              <a:gd name="T55" fmla="*/ 342 h 1439"/>
              <a:gd name="T56" fmla="*/ 1863 w 2369"/>
              <a:gd name="T57" fmla="*/ 201 h 1439"/>
              <a:gd name="T58" fmla="*/ 1863 w 2369"/>
              <a:gd name="T59" fmla="*/ 45 h 1439"/>
              <a:gd name="T60" fmla="*/ 1891 w 2369"/>
              <a:gd name="T61" fmla="*/ 26 h 1439"/>
              <a:gd name="T62" fmla="*/ 1941 w 2369"/>
              <a:gd name="T63" fmla="*/ 30 h 1439"/>
              <a:gd name="T64" fmla="*/ 2004 w 2369"/>
              <a:gd name="T65" fmla="*/ 38 h 1439"/>
              <a:gd name="T66" fmla="*/ 2076 w 2369"/>
              <a:gd name="T67" fmla="*/ 47 h 1439"/>
              <a:gd name="T68" fmla="*/ 2152 w 2369"/>
              <a:gd name="T69" fmla="*/ 61 h 1439"/>
              <a:gd name="T70" fmla="*/ 2224 w 2369"/>
              <a:gd name="T71" fmla="*/ 76 h 1439"/>
              <a:gd name="T72" fmla="*/ 2287 w 2369"/>
              <a:gd name="T73" fmla="*/ 95 h 1439"/>
              <a:gd name="T74" fmla="*/ 2313 w 2369"/>
              <a:gd name="T75" fmla="*/ 120 h 1439"/>
              <a:gd name="T76" fmla="*/ 2321 w 2369"/>
              <a:gd name="T77" fmla="*/ 196 h 1439"/>
              <a:gd name="T78" fmla="*/ 2332 w 2369"/>
              <a:gd name="T79" fmla="*/ 319 h 1439"/>
              <a:gd name="T80" fmla="*/ 2346 w 2369"/>
              <a:gd name="T81" fmla="*/ 479 h 1439"/>
              <a:gd name="T82" fmla="*/ 2357 w 2369"/>
              <a:gd name="T83" fmla="*/ 656 h 1439"/>
              <a:gd name="T84" fmla="*/ 2367 w 2369"/>
              <a:gd name="T85" fmla="*/ 831 h 1439"/>
              <a:gd name="T86" fmla="*/ 2367 w 2369"/>
              <a:gd name="T87" fmla="*/ 990 h 1439"/>
              <a:gd name="T88" fmla="*/ 2361 w 2369"/>
              <a:gd name="T89" fmla="*/ 1116 h 1439"/>
              <a:gd name="T90" fmla="*/ 2334 w 2369"/>
              <a:gd name="T91" fmla="*/ 1156 h 1439"/>
              <a:gd name="T92" fmla="*/ 2220 w 2369"/>
              <a:gd name="T93" fmla="*/ 1177 h 1439"/>
              <a:gd name="T94" fmla="*/ 2028 w 2369"/>
              <a:gd name="T95" fmla="*/ 1215 h 1439"/>
              <a:gd name="T96" fmla="*/ 1781 w 2369"/>
              <a:gd name="T97" fmla="*/ 1260 h 1439"/>
              <a:gd name="T98" fmla="*/ 1500 w 2369"/>
              <a:gd name="T99" fmla="*/ 1310 h 1439"/>
              <a:gd name="T100" fmla="*/ 1211 w 2369"/>
              <a:gd name="T101" fmla="*/ 1357 h 1439"/>
              <a:gd name="T102" fmla="*/ 931 w 2369"/>
              <a:gd name="T103" fmla="*/ 1399 h 1439"/>
              <a:gd name="T104" fmla="*/ 690 w 2369"/>
              <a:gd name="T105" fmla="*/ 1429 h 1439"/>
              <a:gd name="T106" fmla="*/ 597 w 2369"/>
              <a:gd name="T107" fmla="*/ 1416 h 1439"/>
              <a:gd name="T108" fmla="*/ 549 w 2369"/>
              <a:gd name="T109" fmla="*/ 1342 h 1439"/>
              <a:gd name="T110" fmla="*/ 477 w 2369"/>
              <a:gd name="T111" fmla="*/ 1224 h 1439"/>
              <a:gd name="T112" fmla="*/ 390 w 2369"/>
              <a:gd name="T113" fmla="*/ 1068 h 1439"/>
              <a:gd name="T114" fmla="*/ 293 w 2369"/>
              <a:gd name="T115" fmla="*/ 884 h 1439"/>
              <a:gd name="T116" fmla="*/ 196 w 2369"/>
              <a:gd name="T117" fmla="*/ 679 h 1439"/>
              <a:gd name="T118" fmla="*/ 110 w 2369"/>
              <a:gd name="T119" fmla="*/ 460 h 1439"/>
              <a:gd name="T120" fmla="*/ 40 w 2369"/>
              <a:gd name="T121" fmla="*/ 236 h 14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369" h="1439">
                <a:moveTo>
                  <a:pt x="0" y="49"/>
                </a:moveTo>
                <a:lnTo>
                  <a:pt x="0" y="47"/>
                </a:lnTo>
                <a:lnTo>
                  <a:pt x="4" y="47"/>
                </a:lnTo>
                <a:lnTo>
                  <a:pt x="7" y="45"/>
                </a:lnTo>
                <a:lnTo>
                  <a:pt x="15" y="45"/>
                </a:lnTo>
                <a:lnTo>
                  <a:pt x="17" y="45"/>
                </a:lnTo>
                <a:lnTo>
                  <a:pt x="21" y="44"/>
                </a:lnTo>
                <a:lnTo>
                  <a:pt x="26" y="44"/>
                </a:lnTo>
                <a:lnTo>
                  <a:pt x="32" y="42"/>
                </a:lnTo>
                <a:lnTo>
                  <a:pt x="36" y="42"/>
                </a:lnTo>
                <a:lnTo>
                  <a:pt x="42" y="40"/>
                </a:lnTo>
                <a:lnTo>
                  <a:pt x="47" y="40"/>
                </a:lnTo>
                <a:lnTo>
                  <a:pt x="55" y="40"/>
                </a:lnTo>
                <a:lnTo>
                  <a:pt x="61" y="38"/>
                </a:lnTo>
                <a:lnTo>
                  <a:pt x="66" y="38"/>
                </a:lnTo>
                <a:lnTo>
                  <a:pt x="74" y="36"/>
                </a:lnTo>
                <a:lnTo>
                  <a:pt x="82" y="34"/>
                </a:lnTo>
                <a:lnTo>
                  <a:pt x="87" y="34"/>
                </a:lnTo>
                <a:lnTo>
                  <a:pt x="95" y="32"/>
                </a:lnTo>
                <a:lnTo>
                  <a:pt x="104" y="32"/>
                </a:lnTo>
                <a:lnTo>
                  <a:pt x="112" y="30"/>
                </a:lnTo>
                <a:lnTo>
                  <a:pt x="120" y="28"/>
                </a:lnTo>
                <a:lnTo>
                  <a:pt x="127" y="28"/>
                </a:lnTo>
                <a:lnTo>
                  <a:pt x="137" y="26"/>
                </a:lnTo>
                <a:lnTo>
                  <a:pt x="146" y="26"/>
                </a:lnTo>
                <a:lnTo>
                  <a:pt x="154" y="25"/>
                </a:lnTo>
                <a:lnTo>
                  <a:pt x="163" y="25"/>
                </a:lnTo>
                <a:lnTo>
                  <a:pt x="171" y="23"/>
                </a:lnTo>
                <a:lnTo>
                  <a:pt x="180" y="23"/>
                </a:lnTo>
                <a:lnTo>
                  <a:pt x="190" y="21"/>
                </a:lnTo>
                <a:lnTo>
                  <a:pt x="198" y="21"/>
                </a:lnTo>
                <a:lnTo>
                  <a:pt x="207" y="19"/>
                </a:lnTo>
                <a:lnTo>
                  <a:pt x="217" y="19"/>
                </a:lnTo>
                <a:lnTo>
                  <a:pt x="224" y="17"/>
                </a:lnTo>
                <a:lnTo>
                  <a:pt x="234" y="15"/>
                </a:lnTo>
                <a:lnTo>
                  <a:pt x="241" y="13"/>
                </a:lnTo>
                <a:lnTo>
                  <a:pt x="253" y="13"/>
                </a:lnTo>
                <a:lnTo>
                  <a:pt x="260" y="11"/>
                </a:lnTo>
                <a:lnTo>
                  <a:pt x="270" y="11"/>
                </a:lnTo>
                <a:lnTo>
                  <a:pt x="277" y="9"/>
                </a:lnTo>
                <a:lnTo>
                  <a:pt x="287" y="7"/>
                </a:lnTo>
                <a:lnTo>
                  <a:pt x="294" y="7"/>
                </a:lnTo>
                <a:lnTo>
                  <a:pt x="302" y="7"/>
                </a:lnTo>
                <a:lnTo>
                  <a:pt x="312" y="6"/>
                </a:lnTo>
                <a:lnTo>
                  <a:pt x="319" y="6"/>
                </a:lnTo>
                <a:lnTo>
                  <a:pt x="327" y="4"/>
                </a:lnTo>
                <a:lnTo>
                  <a:pt x="334" y="2"/>
                </a:lnTo>
                <a:lnTo>
                  <a:pt x="342" y="2"/>
                </a:lnTo>
                <a:lnTo>
                  <a:pt x="350" y="2"/>
                </a:lnTo>
                <a:lnTo>
                  <a:pt x="355" y="2"/>
                </a:lnTo>
                <a:lnTo>
                  <a:pt x="363" y="0"/>
                </a:lnTo>
                <a:lnTo>
                  <a:pt x="369" y="0"/>
                </a:lnTo>
                <a:lnTo>
                  <a:pt x="376" y="0"/>
                </a:lnTo>
                <a:lnTo>
                  <a:pt x="382" y="0"/>
                </a:lnTo>
                <a:lnTo>
                  <a:pt x="388" y="0"/>
                </a:lnTo>
                <a:lnTo>
                  <a:pt x="391" y="0"/>
                </a:lnTo>
                <a:lnTo>
                  <a:pt x="397" y="0"/>
                </a:lnTo>
                <a:lnTo>
                  <a:pt x="401" y="0"/>
                </a:lnTo>
                <a:lnTo>
                  <a:pt x="405" y="0"/>
                </a:lnTo>
                <a:lnTo>
                  <a:pt x="410" y="0"/>
                </a:lnTo>
                <a:lnTo>
                  <a:pt x="414" y="0"/>
                </a:lnTo>
                <a:lnTo>
                  <a:pt x="412" y="2"/>
                </a:lnTo>
                <a:lnTo>
                  <a:pt x="412" y="7"/>
                </a:lnTo>
                <a:lnTo>
                  <a:pt x="412" y="9"/>
                </a:lnTo>
                <a:lnTo>
                  <a:pt x="412" y="13"/>
                </a:lnTo>
                <a:lnTo>
                  <a:pt x="410" y="19"/>
                </a:lnTo>
                <a:lnTo>
                  <a:pt x="410" y="25"/>
                </a:lnTo>
                <a:lnTo>
                  <a:pt x="410" y="30"/>
                </a:lnTo>
                <a:lnTo>
                  <a:pt x="409" y="38"/>
                </a:lnTo>
                <a:lnTo>
                  <a:pt x="409" y="45"/>
                </a:lnTo>
                <a:lnTo>
                  <a:pt x="409" y="55"/>
                </a:lnTo>
                <a:lnTo>
                  <a:pt x="407" y="63"/>
                </a:lnTo>
                <a:lnTo>
                  <a:pt x="407" y="74"/>
                </a:lnTo>
                <a:lnTo>
                  <a:pt x="407" y="83"/>
                </a:lnTo>
                <a:lnTo>
                  <a:pt x="407" y="95"/>
                </a:lnTo>
                <a:lnTo>
                  <a:pt x="407" y="106"/>
                </a:lnTo>
                <a:lnTo>
                  <a:pt x="407" y="118"/>
                </a:lnTo>
                <a:lnTo>
                  <a:pt x="407" y="129"/>
                </a:lnTo>
                <a:lnTo>
                  <a:pt x="407" y="142"/>
                </a:lnTo>
                <a:lnTo>
                  <a:pt x="407" y="154"/>
                </a:lnTo>
                <a:lnTo>
                  <a:pt x="409" y="167"/>
                </a:lnTo>
                <a:lnTo>
                  <a:pt x="409" y="182"/>
                </a:lnTo>
                <a:lnTo>
                  <a:pt x="410" y="196"/>
                </a:lnTo>
                <a:lnTo>
                  <a:pt x="412" y="211"/>
                </a:lnTo>
                <a:lnTo>
                  <a:pt x="412" y="226"/>
                </a:lnTo>
                <a:lnTo>
                  <a:pt x="414" y="239"/>
                </a:lnTo>
                <a:lnTo>
                  <a:pt x="418" y="256"/>
                </a:lnTo>
                <a:lnTo>
                  <a:pt x="420" y="272"/>
                </a:lnTo>
                <a:lnTo>
                  <a:pt x="422" y="287"/>
                </a:lnTo>
                <a:lnTo>
                  <a:pt x="424" y="304"/>
                </a:lnTo>
                <a:lnTo>
                  <a:pt x="428" y="321"/>
                </a:lnTo>
                <a:lnTo>
                  <a:pt x="431" y="336"/>
                </a:lnTo>
                <a:lnTo>
                  <a:pt x="435" y="352"/>
                </a:lnTo>
                <a:lnTo>
                  <a:pt x="439" y="369"/>
                </a:lnTo>
                <a:lnTo>
                  <a:pt x="445" y="386"/>
                </a:lnTo>
                <a:lnTo>
                  <a:pt x="448" y="401"/>
                </a:lnTo>
                <a:lnTo>
                  <a:pt x="454" y="418"/>
                </a:lnTo>
                <a:lnTo>
                  <a:pt x="460" y="435"/>
                </a:lnTo>
                <a:lnTo>
                  <a:pt x="467" y="452"/>
                </a:lnTo>
                <a:lnTo>
                  <a:pt x="473" y="467"/>
                </a:lnTo>
                <a:lnTo>
                  <a:pt x="479" y="485"/>
                </a:lnTo>
                <a:lnTo>
                  <a:pt x="486" y="500"/>
                </a:lnTo>
                <a:lnTo>
                  <a:pt x="496" y="517"/>
                </a:lnTo>
                <a:lnTo>
                  <a:pt x="504" y="532"/>
                </a:lnTo>
                <a:lnTo>
                  <a:pt x="513" y="549"/>
                </a:lnTo>
                <a:lnTo>
                  <a:pt x="523" y="566"/>
                </a:lnTo>
                <a:lnTo>
                  <a:pt x="534" y="582"/>
                </a:lnTo>
                <a:lnTo>
                  <a:pt x="544" y="597"/>
                </a:lnTo>
                <a:lnTo>
                  <a:pt x="555" y="612"/>
                </a:lnTo>
                <a:lnTo>
                  <a:pt x="566" y="627"/>
                </a:lnTo>
                <a:lnTo>
                  <a:pt x="580" y="642"/>
                </a:lnTo>
                <a:lnTo>
                  <a:pt x="593" y="656"/>
                </a:lnTo>
                <a:lnTo>
                  <a:pt x="606" y="671"/>
                </a:lnTo>
                <a:lnTo>
                  <a:pt x="620" y="684"/>
                </a:lnTo>
                <a:lnTo>
                  <a:pt x="637" y="698"/>
                </a:lnTo>
                <a:lnTo>
                  <a:pt x="652" y="709"/>
                </a:lnTo>
                <a:lnTo>
                  <a:pt x="669" y="722"/>
                </a:lnTo>
                <a:lnTo>
                  <a:pt x="686" y="734"/>
                </a:lnTo>
                <a:lnTo>
                  <a:pt x="703" y="747"/>
                </a:lnTo>
                <a:lnTo>
                  <a:pt x="722" y="756"/>
                </a:lnTo>
                <a:lnTo>
                  <a:pt x="741" y="768"/>
                </a:lnTo>
                <a:lnTo>
                  <a:pt x="762" y="777"/>
                </a:lnTo>
                <a:lnTo>
                  <a:pt x="783" y="787"/>
                </a:lnTo>
                <a:lnTo>
                  <a:pt x="804" y="796"/>
                </a:lnTo>
                <a:lnTo>
                  <a:pt x="825" y="804"/>
                </a:lnTo>
                <a:lnTo>
                  <a:pt x="846" y="812"/>
                </a:lnTo>
                <a:lnTo>
                  <a:pt x="867" y="819"/>
                </a:lnTo>
                <a:lnTo>
                  <a:pt x="886" y="825"/>
                </a:lnTo>
                <a:lnTo>
                  <a:pt x="907" y="831"/>
                </a:lnTo>
                <a:lnTo>
                  <a:pt x="928" y="836"/>
                </a:lnTo>
                <a:lnTo>
                  <a:pt x="947" y="842"/>
                </a:lnTo>
                <a:lnTo>
                  <a:pt x="967" y="844"/>
                </a:lnTo>
                <a:lnTo>
                  <a:pt x="986" y="848"/>
                </a:lnTo>
                <a:lnTo>
                  <a:pt x="1005" y="852"/>
                </a:lnTo>
                <a:lnTo>
                  <a:pt x="1024" y="853"/>
                </a:lnTo>
                <a:lnTo>
                  <a:pt x="1043" y="855"/>
                </a:lnTo>
                <a:lnTo>
                  <a:pt x="1063" y="859"/>
                </a:lnTo>
                <a:lnTo>
                  <a:pt x="1082" y="859"/>
                </a:lnTo>
                <a:lnTo>
                  <a:pt x="1101" y="861"/>
                </a:lnTo>
                <a:lnTo>
                  <a:pt x="1120" y="861"/>
                </a:lnTo>
                <a:lnTo>
                  <a:pt x="1137" y="861"/>
                </a:lnTo>
                <a:lnTo>
                  <a:pt x="1154" y="861"/>
                </a:lnTo>
                <a:lnTo>
                  <a:pt x="1171" y="861"/>
                </a:lnTo>
                <a:lnTo>
                  <a:pt x="1188" y="859"/>
                </a:lnTo>
                <a:lnTo>
                  <a:pt x="1205" y="859"/>
                </a:lnTo>
                <a:lnTo>
                  <a:pt x="1222" y="859"/>
                </a:lnTo>
                <a:lnTo>
                  <a:pt x="1239" y="857"/>
                </a:lnTo>
                <a:lnTo>
                  <a:pt x="1255" y="855"/>
                </a:lnTo>
                <a:lnTo>
                  <a:pt x="1270" y="853"/>
                </a:lnTo>
                <a:lnTo>
                  <a:pt x="1285" y="850"/>
                </a:lnTo>
                <a:lnTo>
                  <a:pt x="1302" y="848"/>
                </a:lnTo>
                <a:lnTo>
                  <a:pt x="1317" y="844"/>
                </a:lnTo>
                <a:lnTo>
                  <a:pt x="1331" y="842"/>
                </a:lnTo>
                <a:lnTo>
                  <a:pt x="1346" y="838"/>
                </a:lnTo>
                <a:lnTo>
                  <a:pt x="1361" y="836"/>
                </a:lnTo>
                <a:lnTo>
                  <a:pt x="1372" y="833"/>
                </a:lnTo>
                <a:lnTo>
                  <a:pt x="1386" y="829"/>
                </a:lnTo>
                <a:lnTo>
                  <a:pt x="1399" y="825"/>
                </a:lnTo>
                <a:lnTo>
                  <a:pt x="1412" y="821"/>
                </a:lnTo>
                <a:lnTo>
                  <a:pt x="1424" y="815"/>
                </a:lnTo>
                <a:lnTo>
                  <a:pt x="1435" y="813"/>
                </a:lnTo>
                <a:lnTo>
                  <a:pt x="1447" y="808"/>
                </a:lnTo>
                <a:lnTo>
                  <a:pt x="1460" y="804"/>
                </a:lnTo>
                <a:lnTo>
                  <a:pt x="1469" y="800"/>
                </a:lnTo>
                <a:lnTo>
                  <a:pt x="1479" y="796"/>
                </a:lnTo>
                <a:lnTo>
                  <a:pt x="1488" y="793"/>
                </a:lnTo>
                <a:lnTo>
                  <a:pt x="1500" y="789"/>
                </a:lnTo>
                <a:lnTo>
                  <a:pt x="1509" y="785"/>
                </a:lnTo>
                <a:lnTo>
                  <a:pt x="1517" y="781"/>
                </a:lnTo>
                <a:lnTo>
                  <a:pt x="1526" y="777"/>
                </a:lnTo>
                <a:lnTo>
                  <a:pt x="1534" y="774"/>
                </a:lnTo>
                <a:lnTo>
                  <a:pt x="1542" y="770"/>
                </a:lnTo>
                <a:lnTo>
                  <a:pt x="1549" y="766"/>
                </a:lnTo>
                <a:lnTo>
                  <a:pt x="1555" y="762"/>
                </a:lnTo>
                <a:lnTo>
                  <a:pt x="1561" y="760"/>
                </a:lnTo>
                <a:lnTo>
                  <a:pt x="1566" y="756"/>
                </a:lnTo>
                <a:lnTo>
                  <a:pt x="1572" y="753"/>
                </a:lnTo>
                <a:lnTo>
                  <a:pt x="1578" y="751"/>
                </a:lnTo>
                <a:lnTo>
                  <a:pt x="1582" y="749"/>
                </a:lnTo>
                <a:lnTo>
                  <a:pt x="1589" y="743"/>
                </a:lnTo>
                <a:lnTo>
                  <a:pt x="1595" y="741"/>
                </a:lnTo>
                <a:lnTo>
                  <a:pt x="1597" y="739"/>
                </a:lnTo>
                <a:lnTo>
                  <a:pt x="1599" y="739"/>
                </a:lnTo>
                <a:lnTo>
                  <a:pt x="1599" y="737"/>
                </a:lnTo>
                <a:lnTo>
                  <a:pt x="1602" y="736"/>
                </a:lnTo>
                <a:lnTo>
                  <a:pt x="1606" y="732"/>
                </a:lnTo>
                <a:lnTo>
                  <a:pt x="1612" y="726"/>
                </a:lnTo>
                <a:lnTo>
                  <a:pt x="1620" y="718"/>
                </a:lnTo>
                <a:lnTo>
                  <a:pt x="1627" y="711"/>
                </a:lnTo>
                <a:lnTo>
                  <a:pt x="1631" y="705"/>
                </a:lnTo>
                <a:lnTo>
                  <a:pt x="1637" y="701"/>
                </a:lnTo>
                <a:lnTo>
                  <a:pt x="1642" y="696"/>
                </a:lnTo>
                <a:lnTo>
                  <a:pt x="1646" y="690"/>
                </a:lnTo>
                <a:lnTo>
                  <a:pt x="1652" y="684"/>
                </a:lnTo>
                <a:lnTo>
                  <a:pt x="1658" y="677"/>
                </a:lnTo>
                <a:lnTo>
                  <a:pt x="1663" y="671"/>
                </a:lnTo>
                <a:lnTo>
                  <a:pt x="1669" y="663"/>
                </a:lnTo>
                <a:lnTo>
                  <a:pt x="1675" y="654"/>
                </a:lnTo>
                <a:lnTo>
                  <a:pt x="1682" y="648"/>
                </a:lnTo>
                <a:lnTo>
                  <a:pt x="1688" y="639"/>
                </a:lnTo>
                <a:lnTo>
                  <a:pt x="1696" y="631"/>
                </a:lnTo>
                <a:lnTo>
                  <a:pt x="1701" y="621"/>
                </a:lnTo>
                <a:lnTo>
                  <a:pt x="1707" y="612"/>
                </a:lnTo>
                <a:lnTo>
                  <a:pt x="1715" y="602"/>
                </a:lnTo>
                <a:lnTo>
                  <a:pt x="1722" y="593"/>
                </a:lnTo>
                <a:lnTo>
                  <a:pt x="1728" y="583"/>
                </a:lnTo>
                <a:lnTo>
                  <a:pt x="1735" y="572"/>
                </a:lnTo>
                <a:lnTo>
                  <a:pt x="1743" y="561"/>
                </a:lnTo>
                <a:lnTo>
                  <a:pt x="1751" y="551"/>
                </a:lnTo>
                <a:lnTo>
                  <a:pt x="1756" y="538"/>
                </a:lnTo>
                <a:lnTo>
                  <a:pt x="1762" y="526"/>
                </a:lnTo>
                <a:lnTo>
                  <a:pt x="1770" y="513"/>
                </a:lnTo>
                <a:lnTo>
                  <a:pt x="1775" y="502"/>
                </a:lnTo>
                <a:lnTo>
                  <a:pt x="1781" y="488"/>
                </a:lnTo>
                <a:lnTo>
                  <a:pt x="1789" y="475"/>
                </a:lnTo>
                <a:lnTo>
                  <a:pt x="1794" y="460"/>
                </a:lnTo>
                <a:lnTo>
                  <a:pt x="1800" y="448"/>
                </a:lnTo>
                <a:lnTo>
                  <a:pt x="1808" y="433"/>
                </a:lnTo>
                <a:lnTo>
                  <a:pt x="1812" y="418"/>
                </a:lnTo>
                <a:lnTo>
                  <a:pt x="1817" y="405"/>
                </a:lnTo>
                <a:lnTo>
                  <a:pt x="1823" y="390"/>
                </a:lnTo>
                <a:lnTo>
                  <a:pt x="1829" y="372"/>
                </a:lnTo>
                <a:lnTo>
                  <a:pt x="1832" y="357"/>
                </a:lnTo>
                <a:lnTo>
                  <a:pt x="1838" y="342"/>
                </a:lnTo>
                <a:lnTo>
                  <a:pt x="1844" y="327"/>
                </a:lnTo>
                <a:lnTo>
                  <a:pt x="1846" y="308"/>
                </a:lnTo>
                <a:lnTo>
                  <a:pt x="1850" y="291"/>
                </a:lnTo>
                <a:lnTo>
                  <a:pt x="1853" y="274"/>
                </a:lnTo>
                <a:lnTo>
                  <a:pt x="1855" y="256"/>
                </a:lnTo>
                <a:lnTo>
                  <a:pt x="1859" y="239"/>
                </a:lnTo>
                <a:lnTo>
                  <a:pt x="1861" y="220"/>
                </a:lnTo>
                <a:lnTo>
                  <a:pt x="1863" y="201"/>
                </a:lnTo>
                <a:lnTo>
                  <a:pt x="1865" y="184"/>
                </a:lnTo>
                <a:lnTo>
                  <a:pt x="1867" y="165"/>
                </a:lnTo>
                <a:lnTo>
                  <a:pt x="1867" y="144"/>
                </a:lnTo>
                <a:lnTo>
                  <a:pt x="1867" y="125"/>
                </a:lnTo>
                <a:lnTo>
                  <a:pt x="1867" y="106"/>
                </a:lnTo>
                <a:lnTo>
                  <a:pt x="1867" y="85"/>
                </a:lnTo>
                <a:lnTo>
                  <a:pt x="1865" y="64"/>
                </a:lnTo>
                <a:lnTo>
                  <a:pt x="1863" y="45"/>
                </a:lnTo>
                <a:lnTo>
                  <a:pt x="1861" y="25"/>
                </a:lnTo>
                <a:lnTo>
                  <a:pt x="1865" y="25"/>
                </a:lnTo>
                <a:lnTo>
                  <a:pt x="1869" y="25"/>
                </a:lnTo>
                <a:lnTo>
                  <a:pt x="1876" y="25"/>
                </a:lnTo>
                <a:lnTo>
                  <a:pt x="1878" y="25"/>
                </a:lnTo>
                <a:lnTo>
                  <a:pt x="1882" y="25"/>
                </a:lnTo>
                <a:lnTo>
                  <a:pt x="1888" y="25"/>
                </a:lnTo>
                <a:lnTo>
                  <a:pt x="1891" y="26"/>
                </a:lnTo>
                <a:lnTo>
                  <a:pt x="1897" y="26"/>
                </a:lnTo>
                <a:lnTo>
                  <a:pt x="1903" y="26"/>
                </a:lnTo>
                <a:lnTo>
                  <a:pt x="1908" y="28"/>
                </a:lnTo>
                <a:lnTo>
                  <a:pt x="1914" y="28"/>
                </a:lnTo>
                <a:lnTo>
                  <a:pt x="1920" y="28"/>
                </a:lnTo>
                <a:lnTo>
                  <a:pt x="1927" y="28"/>
                </a:lnTo>
                <a:lnTo>
                  <a:pt x="1933" y="30"/>
                </a:lnTo>
                <a:lnTo>
                  <a:pt x="1941" y="30"/>
                </a:lnTo>
                <a:lnTo>
                  <a:pt x="1948" y="30"/>
                </a:lnTo>
                <a:lnTo>
                  <a:pt x="1954" y="32"/>
                </a:lnTo>
                <a:lnTo>
                  <a:pt x="1962" y="32"/>
                </a:lnTo>
                <a:lnTo>
                  <a:pt x="1971" y="34"/>
                </a:lnTo>
                <a:lnTo>
                  <a:pt x="1979" y="34"/>
                </a:lnTo>
                <a:lnTo>
                  <a:pt x="1986" y="36"/>
                </a:lnTo>
                <a:lnTo>
                  <a:pt x="1994" y="36"/>
                </a:lnTo>
                <a:lnTo>
                  <a:pt x="2004" y="38"/>
                </a:lnTo>
                <a:lnTo>
                  <a:pt x="2013" y="40"/>
                </a:lnTo>
                <a:lnTo>
                  <a:pt x="2021" y="40"/>
                </a:lnTo>
                <a:lnTo>
                  <a:pt x="2030" y="42"/>
                </a:lnTo>
                <a:lnTo>
                  <a:pt x="2040" y="44"/>
                </a:lnTo>
                <a:lnTo>
                  <a:pt x="2047" y="44"/>
                </a:lnTo>
                <a:lnTo>
                  <a:pt x="2057" y="45"/>
                </a:lnTo>
                <a:lnTo>
                  <a:pt x="2066" y="45"/>
                </a:lnTo>
                <a:lnTo>
                  <a:pt x="2076" y="47"/>
                </a:lnTo>
                <a:lnTo>
                  <a:pt x="2085" y="49"/>
                </a:lnTo>
                <a:lnTo>
                  <a:pt x="2095" y="51"/>
                </a:lnTo>
                <a:lnTo>
                  <a:pt x="2104" y="51"/>
                </a:lnTo>
                <a:lnTo>
                  <a:pt x="2114" y="55"/>
                </a:lnTo>
                <a:lnTo>
                  <a:pt x="2123" y="55"/>
                </a:lnTo>
                <a:lnTo>
                  <a:pt x="2133" y="57"/>
                </a:lnTo>
                <a:lnTo>
                  <a:pt x="2140" y="59"/>
                </a:lnTo>
                <a:lnTo>
                  <a:pt x="2152" y="61"/>
                </a:lnTo>
                <a:lnTo>
                  <a:pt x="2159" y="63"/>
                </a:lnTo>
                <a:lnTo>
                  <a:pt x="2169" y="64"/>
                </a:lnTo>
                <a:lnTo>
                  <a:pt x="2178" y="66"/>
                </a:lnTo>
                <a:lnTo>
                  <a:pt x="2188" y="68"/>
                </a:lnTo>
                <a:lnTo>
                  <a:pt x="2196" y="70"/>
                </a:lnTo>
                <a:lnTo>
                  <a:pt x="2205" y="72"/>
                </a:lnTo>
                <a:lnTo>
                  <a:pt x="2215" y="74"/>
                </a:lnTo>
                <a:lnTo>
                  <a:pt x="2224" y="76"/>
                </a:lnTo>
                <a:lnTo>
                  <a:pt x="2232" y="78"/>
                </a:lnTo>
                <a:lnTo>
                  <a:pt x="2239" y="80"/>
                </a:lnTo>
                <a:lnTo>
                  <a:pt x="2247" y="83"/>
                </a:lnTo>
                <a:lnTo>
                  <a:pt x="2256" y="85"/>
                </a:lnTo>
                <a:lnTo>
                  <a:pt x="2264" y="87"/>
                </a:lnTo>
                <a:lnTo>
                  <a:pt x="2272" y="89"/>
                </a:lnTo>
                <a:lnTo>
                  <a:pt x="2279" y="93"/>
                </a:lnTo>
                <a:lnTo>
                  <a:pt x="2287" y="95"/>
                </a:lnTo>
                <a:lnTo>
                  <a:pt x="2293" y="97"/>
                </a:lnTo>
                <a:lnTo>
                  <a:pt x="2300" y="101"/>
                </a:lnTo>
                <a:lnTo>
                  <a:pt x="2306" y="102"/>
                </a:lnTo>
                <a:lnTo>
                  <a:pt x="2313" y="106"/>
                </a:lnTo>
                <a:lnTo>
                  <a:pt x="2313" y="108"/>
                </a:lnTo>
                <a:lnTo>
                  <a:pt x="2313" y="110"/>
                </a:lnTo>
                <a:lnTo>
                  <a:pt x="2313" y="116"/>
                </a:lnTo>
                <a:lnTo>
                  <a:pt x="2313" y="120"/>
                </a:lnTo>
                <a:lnTo>
                  <a:pt x="2313" y="125"/>
                </a:lnTo>
                <a:lnTo>
                  <a:pt x="2315" y="133"/>
                </a:lnTo>
                <a:lnTo>
                  <a:pt x="2317" y="140"/>
                </a:lnTo>
                <a:lnTo>
                  <a:pt x="2317" y="150"/>
                </a:lnTo>
                <a:lnTo>
                  <a:pt x="2317" y="159"/>
                </a:lnTo>
                <a:lnTo>
                  <a:pt x="2319" y="171"/>
                </a:lnTo>
                <a:lnTo>
                  <a:pt x="2321" y="182"/>
                </a:lnTo>
                <a:lnTo>
                  <a:pt x="2321" y="196"/>
                </a:lnTo>
                <a:lnTo>
                  <a:pt x="2323" y="209"/>
                </a:lnTo>
                <a:lnTo>
                  <a:pt x="2323" y="222"/>
                </a:lnTo>
                <a:lnTo>
                  <a:pt x="2327" y="237"/>
                </a:lnTo>
                <a:lnTo>
                  <a:pt x="2327" y="253"/>
                </a:lnTo>
                <a:lnTo>
                  <a:pt x="2329" y="268"/>
                </a:lnTo>
                <a:lnTo>
                  <a:pt x="2329" y="285"/>
                </a:lnTo>
                <a:lnTo>
                  <a:pt x="2331" y="302"/>
                </a:lnTo>
                <a:lnTo>
                  <a:pt x="2332" y="319"/>
                </a:lnTo>
                <a:lnTo>
                  <a:pt x="2334" y="338"/>
                </a:lnTo>
                <a:lnTo>
                  <a:pt x="2336" y="357"/>
                </a:lnTo>
                <a:lnTo>
                  <a:pt x="2338" y="376"/>
                </a:lnTo>
                <a:lnTo>
                  <a:pt x="2340" y="397"/>
                </a:lnTo>
                <a:lnTo>
                  <a:pt x="2340" y="416"/>
                </a:lnTo>
                <a:lnTo>
                  <a:pt x="2342" y="437"/>
                </a:lnTo>
                <a:lnTo>
                  <a:pt x="2344" y="458"/>
                </a:lnTo>
                <a:lnTo>
                  <a:pt x="2346" y="479"/>
                </a:lnTo>
                <a:lnTo>
                  <a:pt x="2348" y="502"/>
                </a:lnTo>
                <a:lnTo>
                  <a:pt x="2350" y="523"/>
                </a:lnTo>
                <a:lnTo>
                  <a:pt x="2351" y="545"/>
                </a:lnTo>
                <a:lnTo>
                  <a:pt x="2351" y="566"/>
                </a:lnTo>
                <a:lnTo>
                  <a:pt x="2353" y="589"/>
                </a:lnTo>
                <a:lnTo>
                  <a:pt x="2355" y="610"/>
                </a:lnTo>
                <a:lnTo>
                  <a:pt x="2355" y="633"/>
                </a:lnTo>
                <a:lnTo>
                  <a:pt x="2357" y="656"/>
                </a:lnTo>
                <a:lnTo>
                  <a:pt x="2359" y="677"/>
                </a:lnTo>
                <a:lnTo>
                  <a:pt x="2361" y="699"/>
                </a:lnTo>
                <a:lnTo>
                  <a:pt x="2361" y="722"/>
                </a:lnTo>
                <a:lnTo>
                  <a:pt x="2363" y="745"/>
                </a:lnTo>
                <a:lnTo>
                  <a:pt x="2363" y="766"/>
                </a:lnTo>
                <a:lnTo>
                  <a:pt x="2365" y="789"/>
                </a:lnTo>
                <a:lnTo>
                  <a:pt x="2367" y="810"/>
                </a:lnTo>
                <a:lnTo>
                  <a:pt x="2367" y="831"/>
                </a:lnTo>
                <a:lnTo>
                  <a:pt x="2367" y="853"/>
                </a:lnTo>
                <a:lnTo>
                  <a:pt x="2367" y="874"/>
                </a:lnTo>
                <a:lnTo>
                  <a:pt x="2369" y="895"/>
                </a:lnTo>
                <a:lnTo>
                  <a:pt x="2369" y="914"/>
                </a:lnTo>
                <a:lnTo>
                  <a:pt x="2369" y="933"/>
                </a:lnTo>
                <a:lnTo>
                  <a:pt x="2369" y="954"/>
                </a:lnTo>
                <a:lnTo>
                  <a:pt x="2369" y="973"/>
                </a:lnTo>
                <a:lnTo>
                  <a:pt x="2367" y="990"/>
                </a:lnTo>
                <a:lnTo>
                  <a:pt x="2367" y="1009"/>
                </a:lnTo>
                <a:lnTo>
                  <a:pt x="2367" y="1026"/>
                </a:lnTo>
                <a:lnTo>
                  <a:pt x="2367" y="1044"/>
                </a:lnTo>
                <a:lnTo>
                  <a:pt x="2367" y="1059"/>
                </a:lnTo>
                <a:lnTo>
                  <a:pt x="2365" y="1074"/>
                </a:lnTo>
                <a:lnTo>
                  <a:pt x="2363" y="1089"/>
                </a:lnTo>
                <a:lnTo>
                  <a:pt x="2363" y="1102"/>
                </a:lnTo>
                <a:lnTo>
                  <a:pt x="2361" y="1116"/>
                </a:lnTo>
                <a:lnTo>
                  <a:pt x="2359" y="1129"/>
                </a:lnTo>
                <a:lnTo>
                  <a:pt x="2357" y="1140"/>
                </a:lnTo>
                <a:lnTo>
                  <a:pt x="2357" y="1154"/>
                </a:lnTo>
                <a:lnTo>
                  <a:pt x="2355" y="1154"/>
                </a:lnTo>
                <a:lnTo>
                  <a:pt x="2353" y="1154"/>
                </a:lnTo>
                <a:lnTo>
                  <a:pt x="2348" y="1154"/>
                </a:lnTo>
                <a:lnTo>
                  <a:pt x="2342" y="1156"/>
                </a:lnTo>
                <a:lnTo>
                  <a:pt x="2334" y="1156"/>
                </a:lnTo>
                <a:lnTo>
                  <a:pt x="2325" y="1158"/>
                </a:lnTo>
                <a:lnTo>
                  <a:pt x="2313" y="1160"/>
                </a:lnTo>
                <a:lnTo>
                  <a:pt x="2302" y="1163"/>
                </a:lnTo>
                <a:lnTo>
                  <a:pt x="2289" y="1165"/>
                </a:lnTo>
                <a:lnTo>
                  <a:pt x="2273" y="1167"/>
                </a:lnTo>
                <a:lnTo>
                  <a:pt x="2256" y="1171"/>
                </a:lnTo>
                <a:lnTo>
                  <a:pt x="2239" y="1175"/>
                </a:lnTo>
                <a:lnTo>
                  <a:pt x="2220" y="1177"/>
                </a:lnTo>
                <a:lnTo>
                  <a:pt x="2201" y="1180"/>
                </a:lnTo>
                <a:lnTo>
                  <a:pt x="2178" y="1186"/>
                </a:lnTo>
                <a:lnTo>
                  <a:pt x="2158" y="1192"/>
                </a:lnTo>
                <a:lnTo>
                  <a:pt x="2133" y="1196"/>
                </a:lnTo>
                <a:lnTo>
                  <a:pt x="2108" y="1199"/>
                </a:lnTo>
                <a:lnTo>
                  <a:pt x="2081" y="1203"/>
                </a:lnTo>
                <a:lnTo>
                  <a:pt x="2057" y="1209"/>
                </a:lnTo>
                <a:lnTo>
                  <a:pt x="2028" y="1215"/>
                </a:lnTo>
                <a:lnTo>
                  <a:pt x="2000" y="1220"/>
                </a:lnTo>
                <a:lnTo>
                  <a:pt x="1971" y="1224"/>
                </a:lnTo>
                <a:lnTo>
                  <a:pt x="1941" y="1232"/>
                </a:lnTo>
                <a:lnTo>
                  <a:pt x="1910" y="1236"/>
                </a:lnTo>
                <a:lnTo>
                  <a:pt x="1878" y="1241"/>
                </a:lnTo>
                <a:lnTo>
                  <a:pt x="1846" y="1247"/>
                </a:lnTo>
                <a:lnTo>
                  <a:pt x="1815" y="1255"/>
                </a:lnTo>
                <a:lnTo>
                  <a:pt x="1781" y="1260"/>
                </a:lnTo>
                <a:lnTo>
                  <a:pt x="1747" y="1266"/>
                </a:lnTo>
                <a:lnTo>
                  <a:pt x="1713" y="1272"/>
                </a:lnTo>
                <a:lnTo>
                  <a:pt x="1680" y="1279"/>
                </a:lnTo>
                <a:lnTo>
                  <a:pt x="1644" y="1285"/>
                </a:lnTo>
                <a:lnTo>
                  <a:pt x="1608" y="1291"/>
                </a:lnTo>
                <a:lnTo>
                  <a:pt x="1572" y="1296"/>
                </a:lnTo>
                <a:lnTo>
                  <a:pt x="1538" y="1304"/>
                </a:lnTo>
                <a:lnTo>
                  <a:pt x="1500" y="1310"/>
                </a:lnTo>
                <a:lnTo>
                  <a:pt x="1466" y="1315"/>
                </a:lnTo>
                <a:lnTo>
                  <a:pt x="1428" y="1323"/>
                </a:lnTo>
                <a:lnTo>
                  <a:pt x="1393" y="1329"/>
                </a:lnTo>
                <a:lnTo>
                  <a:pt x="1355" y="1334"/>
                </a:lnTo>
                <a:lnTo>
                  <a:pt x="1319" y="1340"/>
                </a:lnTo>
                <a:lnTo>
                  <a:pt x="1283" y="1346"/>
                </a:lnTo>
                <a:lnTo>
                  <a:pt x="1247" y="1352"/>
                </a:lnTo>
                <a:lnTo>
                  <a:pt x="1211" y="1357"/>
                </a:lnTo>
                <a:lnTo>
                  <a:pt x="1175" y="1363"/>
                </a:lnTo>
                <a:lnTo>
                  <a:pt x="1139" y="1369"/>
                </a:lnTo>
                <a:lnTo>
                  <a:pt x="1104" y="1376"/>
                </a:lnTo>
                <a:lnTo>
                  <a:pt x="1068" y="1380"/>
                </a:lnTo>
                <a:lnTo>
                  <a:pt x="1034" y="1386"/>
                </a:lnTo>
                <a:lnTo>
                  <a:pt x="1000" y="1391"/>
                </a:lnTo>
                <a:lnTo>
                  <a:pt x="966" y="1395"/>
                </a:lnTo>
                <a:lnTo>
                  <a:pt x="931" y="1399"/>
                </a:lnTo>
                <a:lnTo>
                  <a:pt x="899" y="1405"/>
                </a:lnTo>
                <a:lnTo>
                  <a:pt x="867" y="1409"/>
                </a:lnTo>
                <a:lnTo>
                  <a:pt x="836" y="1414"/>
                </a:lnTo>
                <a:lnTo>
                  <a:pt x="806" y="1416"/>
                </a:lnTo>
                <a:lnTo>
                  <a:pt x="775" y="1420"/>
                </a:lnTo>
                <a:lnTo>
                  <a:pt x="745" y="1424"/>
                </a:lnTo>
                <a:lnTo>
                  <a:pt x="718" y="1428"/>
                </a:lnTo>
                <a:lnTo>
                  <a:pt x="690" y="1429"/>
                </a:lnTo>
                <a:lnTo>
                  <a:pt x="663" y="1433"/>
                </a:lnTo>
                <a:lnTo>
                  <a:pt x="637" y="1435"/>
                </a:lnTo>
                <a:lnTo>
                  <a:pt x="614" y="1439"/>
                </a:lnTo>
                <a:lnTo>
                  <a:pt x="612" y="1437"/>
                </a:lnTo>
                <a:lnTo>
                  <a:pt x="608" y="1431"/>
                </a:lnTo>
                <a:lnTo>
                  <a:pt x="604" y="1426"/>
                </a:lnTo>
                <a:lnTo>
                  <a:pt x="601" y="1422"/>
                </a:lnTo>
                <a:lnTo>
                  <a:pt x="597" y="1416"/>
                </a:lnTo>
                <a:lnTo>
                  <a:pt x="593" y="1410"/>
                </a:lnTo>
                <a:lnTo>
                  <a:pt x="587" y="1401"/>
                </a:lnTo>
                <a:lnTo>
                  <a:pt x="583" y="1395"/>
                </a:lnTo>
                <a:lnTo>
                  <a:pt x="576" y="1386"/>
                </a:lnTo>
                <a:lnTo>
                  <a:pt x="570" y="1376"/>
                </a:lnTo>
                <a:lnTo>
                  <a:pt x="564" y="1365"/>
                </a:lnTo>
                <a:lnTo>
                  <a:pt x="557" y="1353"/>
                </a:lnTo>
                <a:lnTo>
                  <a:pt x="549" y="1342"/>
                </a:lnTo>
                <a:lnTo>
                  <a:pt x="544" y="1331"/>
                </a:lnTo>
                <a:lnTo>
                  <a:pt x="534" y="1317"/>
                </a:lnTo>
                <a:lnTo>
                  <a:pt x="525" y="1302"/>
                </a:lnTo>
                <a:lnTo>
                  <a:pt x="515" y="1289"/>
                </a:lnTo>
                <a:lnTo>
                  <a:pt x="507" y="1274"/>
                </a:lnTo>
                <a:lnTo>
                  <a:pt x="498" y="1258"/>
                </a:lnTo>
                <a:lnTo>
                  <a:pt x="488" y="1241"/>
                </a:lnTo>
                <a:lnTo>
                  <a:pt x="477" y="1224"/>
                </a:lnTo>
                <a:lnTo>
                  <a:pt x="467" y="1207"/>
                </a:lnTo>
                <a:lnTo>
                  <a:pt x="456" y="1188"/>
                </a:lnTo>
                <a:lnTo>
                  <a:pt x="445" y="1169"/>
                </a:lnTo>
                <a:lnTo>
                  <a:pt x="435" y="1150"/>
                </a:lnTo>
                <a:lnTo>
                  <a:pt x="424" y="1131"/>
                </a:lnTo>
                <a:lnTo>
                  <a:pt x="412" y="1110"/>
                </a:lnTo>
                <a:lnTo>
                  <a:pt x="401" y="1089"/>
                </a:lnTo>
                <a:lnTo>
                  <a:pt x="390" y="1068"/>
                </a:lnTo>
                <a:lnTo>
                  <a:pt x="378" y="1047"/>
                </a:lnTo>
                <a:lnTo>
                  <a:pt x="365" y="1025"/>
                </a:lnTo>
                <a:lnTo>
                  <a:pt x="353" y="1004"/>
                </a:lnTo>
                <a:lnTo>
                  <a:pt x="340" y="979"/>
                </a:lnTo>
                <a:lnTo>
                  <a:pt x="329" y="956"/>
                </a:lnTo>
                <a:lnTo>
                  <a:pt x="317" y="931"/>
                </a:lnTo>
                <a:lnTo>
                  <a:pt x="304" y="909"/>
                </a:lnTo>
                <a:lnTo>
                  <a:pt x="293" y="884"/>
                </a:lnTo>
                <a:lnTo>
                  <a:pt x="279" y="859"/>
                </a:lnTo>
                <a:lnTo>
                  <a:pt x="268" y="834"/>
                </a:lnTo>
                <a:lnTo>
                  <a:pt x="256" y="810"/>
                </a:lnTo>
                <a:lnTo>
                  <a:pt x="243" y="783"/>
                </a:lnTo>
                <a:lnTo>
                  <a:pt x="232" y="758"/>
                </a:lnTo>
                <a:lnTo>
                  <a:pt x="220" y="732"/>
                </a:lnTo>
                <a:lnTo>
                  <a:pt x="207" y="705"/>
                </a:lnTo>
                <a:lnTo>
                  <a:pt x="196" y="679"/>
                </a:lnTo>
                <a:lnTo>
                  <a:pt x="186" y="654"/>
                </a:lnTo>
                <a:lnTo>
                  <a:pt x="173" y="625"/>
                </a:lnTo>
                <a:lnTo>
                  <a:pt x="161" y="599"/>
                </a:lnTo>
                <a:lnTo>
                  <a:pt x="150" y="570"/>
                </a:lnTo>
                <a:lnTo>
                  <a:pt x="140" y="544"/>
                </a:lnTo>
                <a:lnTo>
                  <a:pt x="129" y="515"/>
                </a:lnTo>
                <a:lnTo>
                  <a:pt x="120" y="488"/>
                </a:lnTo>
                <a:lnTo>
                  <a:pt x="110" y="460"/>
                </a:lnTo>
                <a:lnTo>
                  <a:pt x="101" y="433"/>
                </a:lnTo>
                <a:lnTo>
                  <a:pt x="91" y="405"/>
                </a:lnTo>
                <a:lnTo>
                  <a:pt x="82" y="376"/>
                </a:lnTo>
                <a:lnTo>
                  <a:pt x="72" y="348"/>
                </a:lnTo>
                <a:lnTo>
                  <a:pt x="64" y="321"/>
                </a:lnTo>
                <a:lnTo>
                  <a:pt x="55" y="293"/>
                </a:lnTo>
                <a:lnTo>
                  <a:pt x="47" y="264"/>
                </a:lnTo>
                <a:lnTo>
                  <a:pt x="40" y="236"/>
                </a:lnTo>
                <a:lnTo>
                  <a:pt x="34" y="209"/>
                </a:lnTo>
                <a:lnTo>
                  <a:pt x="0" y="49"/>
                </a:lnTo>
                <a:lnTo>
                  <a:pt x="0" y="49"/>
                </a:lnTo>
                <a:close/>
              </a:path>
            </a:pathLst>
          </a:custGeom>
          <a:solidFill>
            <a:srgbClr val="B3B38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0" name="Freeform 52"/>
          <p:cNvSpPr>
            <a:spLocks/>
          </p:cNvSpPr>
          <p:nvPr/>
        </p:nvSpPr>
        <p:spPr bwMode="auto">
          <a:xfrm>
            <a:off x="1030288" y="1543050"/>
            <a:ext cx="312738" cy="892175"/>
          </a:xfrm>
          <a:custGeom>
            <a:avLst/>
            <a:gdLst>
              <a:gd name="T0" fmla="*/ 390 w 393"/>
              <a:gd name="T1" fmla="*/ 1118 h 1124"/>
              <a:gd name="T2" fmla="*/ 384 w 393"/>
              <a:gd name="T3" fmla="*/ 1109 h 1124"/>
              <a:gd name="T4" fmla="*/ 374 w 393"/>
              <a:gd name="T5" fmla="*/ 1094 h 1124"/>
              <a:gd name="T6" fmla="*/ 363 w 393"/>
              <a:gd name="T7" fmla="*/ 1073 h 1124"/>
              <a:gd name="T8" fmla="*/ 350 w 393"/>
              <a:gd name="T9" fmla="*/ 1048 h 1124"/>
              <a:gd name="T10" fmla="*/ 335 w 393"/>
              <a:gd name="T11" fmla="*/ 1017 h 1124"/>
              <a:gd name="T12" fmla="*/ 316 w 393"/>
              <a:gd name="T13" fmla="*/ 981 h 1124"/>
              <a:gd name="T14" fmla="*/ 297 w 393"/>
              <a:gd name="T15" fmla="*/ 941 h 1124"/>
              <a:gd name="T16" fmla="*/ 278 w 393"/>
              <a:gd name="T17" fmla="*/ 896 h 1124"/>
              <a:gd name="T18" fmla="*/ 257 w 393"/>
              <a:gd name="T19" fmla="*/ 848 h 1124"/>
              <a:gd name="T20" fmla="*/ 234 w 393"/>
              <a:gd name="T21" fmla="*/ 793 h 1124"/>
              <a:gd name="T22" fmla="*/ 211 w 393"/>
              <a:gd name="T23" fmla="*/ 734 h 1124"/>
              <a:gd name="T24" fmla="*/ 188 w 393"/>
              <a:gd name="T25" fmla="*/ 673 h 1124"/>
              <a:gd name="T26" fmla="*/ 165 w 393"/>
              <a:gd name="T27" fmla="*/ 605 h 1124"/>
              <a:gd name="T28" fmla="*/ 143 w 393"/>
              <a:gd name="T29" fmla="*/ 535 h 1124"/>
              <a:gd name="T30" fmla="*/ 122 w 393"/>
              <a:gd name="T31" fmla="*/ 460 h 1124"/>
              <a:gd name="T32" fmla="*/ 101 w 393"/>
              <a:gd name="T33" fmla="*/ 382 h 1124"/>
              <a:gd name="T34" fmla="*/ 80 w 393"/>
              <a:gd name="T35" fmla="*/ 299 h 1124"/>
              <a:gd name="T36" fmla="*/ 63 w 393"/>
              <a:gd name="T37" fmla="*/ 213 h 1124"/>
              <a:gd name="T38" fmla="*/ 46 w 393"/>
              <a:gd name="T39" fmla="*/ 124 h 1124"/>
              <a:gd name="T40" fmla="*/ 30 w 393"/>
              <a:gd name="T41" fmla="*/ 31 h 1124"/>
              <a:gd name="T42" fmla="*/ 0 w 393"/>
              <a:gd name="T43" fmla="*/ 10 h 1124"/>
              <a:gd name="T44" fmla="*/ 0 w 393"/>
              <a:gd name="T45" fmla="*/ 19 h 1124"/>
              <a:gd name="T46" fmla="*/ 4 w 393"/>
              <a:gd name="T47" fmla="*/ 36 h 1124"/>
              <a:gd name="T48" fmla="*/ 6 w 393"/>
              <a:gd name="T49" fmla="*/ 59 h 1124"/>
              <a:gd name="T50" fmla="*/ 9 w 393"/>
              <a:gd name="T51" fmla="*/ 88 h 1124"/>
              <a:gd name="T52" fmla="*/ 17 w 393"/>
              <a:gd name="T53" fmla="*/ 122 h 1124"/>
              <a:gd name="T54" fmla="*/ 25 w 393"/>
              <a:gd name="T55" fmla="*/ 164 h 1124"/>
              <a:gd name="T56" fmla="*/ 32 w 393"/>
              <a:gd name="T57" fmla="*/ 208 h 1124"/>
              <a:gd name="T58" fmla="*/ 42 w 393"/>
              <a:gd name="T59" fmla="*/ 259 h 1124"/>
              <a:gd name="T60" fmla="*/ 55 w 393"/>
              <a:gd name="T61" fmla="*/ 312 h 1124"/>
              <a:gd name="T62" fmla="*/ 68 w 393"/>
              <a:gd name="T63" fmla="*/ 371 h 1124"/>
              <a:gd name="T64" fmla="*/ 84 w 393"/>
              <a:gd name="T65" fmla="*/ 430 h 1124"/>
              <a:gd name="T66" fmla="*/ 101 w 393"/>
              <a:gd name="T67" fmla="*/ 493 h 1124"/>
              <a:gd name="T68" fmla="*/ 122 w 393"/>
              <a:gd name="T69" fmla="*/ 559 h 1124"/>
              <a:gd name="T70" fmla="*/ 143 w 393"/>
              <a:gd name="T71" fmla="*/ 626 h 1124"/>
              <a:gd name="T72" fmla="*/ 167 w 393"/>
              <a:gd name="T73" fmla="*/ 694 h 1124"/>
              <a:gd name="T74" fmla="*/ 194 w 393"/>
              <a:gd name="T75" fmla="*/ 765 h 1124"/>
              <a:gd name="T76" fmla="*/ 222 w 393"/>
              <a:gd name="T77" fmla="*/ 833 h 1124"/>
              <a:gd name="T78" fmla="*/ 255 w 393"/>
              <a:gd name="T79" fmla="*/ 903 h 1124"/>
              <a:gd name="T80" fmla="*/ 289 w 393"/>
              <a:gd name="T81" fmla="*/ 972 h 1124"/>
              <a:gd name="T82" fmla="*/ 325 w 393"/>
              <a:gd name="T83" fmla="*/ 1040 h 1124"/>
              <a:gd name="T84" fmla="*/ 393 w 393"/>
              <a:gd name="T85" fmla="*/ 1124 h 1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93" h="1124">
                <a:moveTo>
                  <a:pt x="393" y="1124"/>
                </a:moveTo>
                <a:lnTo>
                  <a:pt x="393" y="1122"/>
                </a:lnTo>
                <a:lnTo>
                  <a:pt x="390" y="1118"/>
                </a:lnTo>
                <a:lnTo>
                  <a:pt x="388" y="1116"/>
                </a:lnTo>
                <a:lnTo>
                  <a:pt x="386" y="1113"/>
                </a:lnTo>
                <a:lnTo>
                  <a:pt x="384" y="1109"/>
                </a:lnTo>
                <a:lnTo>
                  <a:pt x="382" y="1105"/>
                </a:lnTo>
                <a:lnTo>
                  <a:pt x="378" y="1099"/>
                </a:lnTo>
                <a:lnTo>
                  <a:pt x="374" y="1094"/>
                </a:lnTo>
                <a:lnTo>
                  <a:pt x="371" y="1086"/>
                </a:lnTo>
                <a:lnTo>
                  <a:pt x="369" y="1080"/>
                </a:lnTo>
                <a:lnTo>
                  <a:pt x="363" y="1073"/>
                </a:lnTo>
                <a:lnTo>
                  <a:pt x="359" y="1065"/>
                </a:lnTo>
                <a:lnTo>
                  <a:pt x="355" y="1057"/>
                </a:lnTo>
                <a:lnTo>
                  <a:pt x="350" y="1048"/>
                </a:lnTo>
                <a:lnTo>
                  <a:pt x="344" y="1038"/>
                </a:lnTo>
                <a:lnTo>
                  <a:pt x="340" y="1029"/>
                </a:lnTo>
                <a:lnTo>
                  <a:pt x="335" y="1017"/>
                </a:lnTo>
                <a:lnTo>
                  <a:pt x="329" y="1006"/>
                </a:lnTo>
                <a:lnTo>
                  <a:pt x="321" y="995"/>
                </a:lnTo>
                <a:lnTo>
                  <a:pt x="316" y="981"/>
                </a:lnTo>
                <a:lnTo>
                  <a:pt x="310" y="968"/>
                </a:lnTo>
                <a:lnTo>
                  <a:pt x="304" y="957"/>
                </a:lnTo>
                <a:lnTo>
                  <a:pt x="297" y="941"/>
                </a:lnTo>
                <a:lnTo>
                  <a:pt x="291" y="926"/>
                </a:lnTo>
                <a:lnTo>
                  <a:pt x="283" y="911"/>
                </a:lnTo>
                <a:lnTo>
                  <a:pt x="278" y="896"/>
                </a:lnTo>
                <a:lnTo>
                  <a:pt x="270" y="881"/>
                </a:lnTo>
                <a:lnTo>
                  <a:pt x="262" y="865"/>
                </a:lnTo>
                <a:lnTo>
                  <a:pt x="257" y="848"/>
                </a:lnTo>
                <a:lnTo>
                  <a:pt x="249" y="831"/>
                </a:lnTo>
                <a:lnTo>
                  <a:pt x="241" y="812"/>
                </a:lnTo>
                <a:lnTo>
                  <a:pt x="234" y="793"/>
                </a:lnTo>
                <a:lnTo>
                  <a:pt x="226" y="774"/>
                </a:lnTo>
                <a:lnTo>
                  <a:pt x="219" y="755"/>
                </a:lnTo>
                <a:lnTo>
                  <a:pt x="211" y="734"/>
                </a:lnTo>
                <a:lnTo>
                  <a:pt x="203" y="713"/>
                </a:lnTo>
                <a:lnTo>
                  <a:pt x="196" y="692"/>
                </a:lnTo>
                <a:lnTo>
                  <a:pt x="188" y="673"/>
                </a:lnTo>
                <a:lnTo>
                  <a:pt x="181" y="651"/>
                </a:lnTo>
                <a:lnTo>
                  <a:pt x="173" y="630"/>
                </a:lnTo>
                <a:lnTo>
                  <a:pt x="165" y="605"/>
                </a:lnTo>
                <a:lnTo>
                  <a:pt x="158" y="582"/>
                </a:lnTo>
                <a:lnTo>
                  <a:pt x="150" y="559"/>
                </a:lnTo>
                <a:lnTo>
                  <a:pt x="143" y="535"/>
                </a:lnTo>
                <a:lnTo>
                  <a:pt x="135" y="510"/>
                </a:lnTo>
                <a:lnTo>
                  <a:pt x="129" y="487"/>
                </a:lnTo>
                <a:lnTo>
                  <a:pt x="122" y="460"/>
                </a:lnTo>
                <a:lnTo>
                  <a:pt x="114" y="434"/>
                </a:lnTo>
                <a:lnTo>
                  <a:pt x="106" y="407"/>
                </a:lnTo>
                <a:lnTo>
                  <a:pt x="101" y="382"/>
                </a:lnTo>
                <a:lnTo>
                  <a:pt x="93" y="354"/>
                </a:lnTo>
                <a:lnTo>
                  <a:pt x="86" y="327"/>
                </a:lnTo>
                <a:lnTo>
                  <a:pt x="80" y="299"/>
                </a:lnTo>
                <a:lnTo>
                  <a:pt x="74" y="270"/>
                </a:lnTo>
                <a:lnTo>
                  <a:pt x="68" y="242"/>
                </a:lnTo>
                <a:lnTo>
                  <a:pt x="63" y="213"/>
                </a:lnTo>
                <a:lnTo>
                  <a:pt x="55" y="183"/>
                </a:lnTo>
                <a:lnTo>
                  <a:pt x="51" y="154"/>
                </a:lnTo>
                <a:lnTo>
                  <a:pt x="46" y="124"/>
                </a:lnTo>
                <a:lnTo>
                  <a:pt x="40" y="94"/>
                </a:lnTo>
                <a:lnTo>
                  <a:pt x="36" y="61"/>
                </a:lnTo>
                <a:lnTo>
                  <a:pt x="30" y="31"/>
                </a:lnTo>
                <a:lnTo>
                  <a:pt x="141" y="21"/>
                </a:lnTo>
                <a:lnTo>
                  <a:pt x="177" y="0"/>
                </a:lnTo>
                <a:lnTo>
                  <a:pt x="0" y="10"/>
                </a:lnTo>
                <a:lnTo>
                  <a:pt x="0" y="12"/>
                </a:lnTo>
                <a:lnTo>
                  <a:pt x="0" y="17"/>
                </a:lnTo>
                <a:lnTo>
                  <a:pt x="0" y="19"/>
                </a:lnTo>
                <a:lnTo>
                  <a:pt x="2" y="25"/>
                </a:lnTo>
                <a:lnTo>
                  <a:pt x="2" y="29"/>
                </a:lnTo>
                <a:lnTo>
                  <a:pt x="4" y="36"/>
                </a:lnTo>
                <a:lnTo>
                  <a:pt x="4" y="44"/>
                </a:lnTo>
                <a:lnTo>
                  <a:pt x="6" y="52"/>
                </a:lnTo>
                <a:lnTo>
                  <a:pt x="6" y="59"/>
                </a:lnTo>
                <a:lnTo>
                  <a:pt x="8" y="69"/>
                </a:lnTo>
                <a:lnTo>
                  <a:pt x="9" y="78"/>
                </a:lnTo>
                <a:lnTo>
                  <a:pt x="9" y="88"/>
                </a:lnTo>
                <a:lnTo>
                  <a:pt x="13" y="99"/>
                </a:lnTo>
                <a:lnTo>
                  <a:pt x="15" y="111"/>
                </a:lnTo>
                <a:lnTo>
                  <a:pt x="17" y="122"/>
                </a:lnTo>
                <a:lnTo>
                  <a:pt x="19" y="135"/>
                </a:lnTo>
                <a:lnTo>
                  <a:pt x="21" y="149"/>
                </a:lnTo>
                <a:lnTo>
                  <a:pt x="25" y="164"/>
                </a:lnTo>
                <a:lnTo>
                  <a:pt x="27" y="177"/>
                </a:lnTo>
                <a:lnTo>
                  <a:pt x="28" y="192"/>
                </a:lnTo>
                <a:lnTo>
                  <a:pt x="32" y="208"/>
                </a:lnTo>
                <a:lnTo>
                  <a:pt x="36" y="225"/>
                </a:lnTo>
                <a:lnTo>
                  <a:pt x="38" y="242"/>
                </a:lnTo>
                <a:lnTo>
                  <a:pt x="42" y="259"/>
                </a:lnTo>
                <a:lnTo>
                  <a:pt x="46" y="276"/>
                </a:lnTo>
                <a:lnTo>
                  <a:pt x="51" y="293"/>
                </a:lnTo>
                <a:lnTo>
                  <a:pt x="55" y="312"/>
                </a:lnTo>
                <a:lnTo>
                  <a:pt x="59" y="331"/>
                </a:lnTo>
                <a:lnTo>
                  <a:pt x="65" y="350"/>
                </a:lnTo>
                <a:lnTo>
                  <a:pt x="68" y="371"/>
                </a:lnTo>
                <a:lnTo>
                  <a:pt x="74" y="390"/>
                </a:lnTo>
                <a:lnTo>
                  <a:pt x="80" y="409"/>
                </a:lnTo>
                <a:lnTo>
                  <a:pt x="84" y="430"/>
                </a:lnTo>
                <a:lnTo>
                  <a:pt x="89" y="451"/>
                </a:lnTo>
                <a:lnTo>
                  <a:pt x="95" y="472"/>
                </a:lnTo>
                <a:lnTo>
                  <a:pt x="101" y="493"/>
                </a:lnTo>
                <a:lnTo>
                  <a:pt x="108" y="516"/>
                </a:lnTo>
                <a:lnTo>
                  <a:pt x="114" y="536"/>
                </a:lnTo>
                <a:lnTo>
                  <a:pt x="122" y="559"/>
                </a:lnTo>
                <a:lnTo>
                  <a:pt x="127" y="580"/>
                </a:lnTo>
                <a:lnTo>
                  <a:pt x="135" y="603"/>
                </a:lnTo>
                <a:lnTo>
                  <a:pt x="143" y="626"/>
                </a:lnTo>
                <a:lnTo>
                  <a:pt x="150" y="649"/>
                </a:lnTo>
                <a:lnTo>
                  <a:pt x="158" y="671"/>
                </a:lnTo>
                <a:lnTo>
                  <a:pt x="167" y="694"/>
                </a:lnTo>
                <a:lnTo>
                  <a:pt x="177" y="719"/>
                </a:lnTo>
                <a:lnTo>
                  <a:pt x="184" y="742"/>
                </a:lnTo>
                <a:lnTo>
                  <a:pt x="194" y="765"/>
                </a:lnTo>
                <a:lnTo>
                  <a:pt x="203" y="787"/>
                </a:lnTo>
                <a:lnTo>
                  <a:pt x="213" y="810"/>
                </a:lnTo>
                <a:lnTo>
                  <a:pt x="222" y="833"/>
                </a:lnTo>
                <a:lnTo>
                  <a:pt x="232" y="858"/>
                </a:lnTo>
                <a:lnTo>
                  <a:pt x="243" y="881"/>
                </a:lnTo>
                <a:lnTo>
                  <a:pt x="255" y="903"/>
                </a:lnTo>
                <a:lnTo>
                  <a:pt x="264" y="926"/>
                </a:lnTo>
                <a:lnTo>
                  <a:pt x="276" y="949"/>
                </a:lnTo>
                <a:lnTo>
                  <a:pt x="289" y="972"/>
                </a:lnTo>
                <a:lnTo>
                  <a:pt x="300" y="997"/>
                </a:lnTo>
                <a:lnTo>
                  <a:pt x="312" y="1017"/>
                </a:lnTo>
                <a:lnTo>
                  <a:pt x="325" y="1040"/>
                </a:lnTo>
                <a:lnTo>
                  <a:pt x="338" y="1063"/>
                </a:lnTo>
                <a:lnTo>
                  <a:pt x="352" y="1086"/>
                </a:lnTo>
                <a:lnTo>
                  <a:pt x="393" y="1124"/>
                </a:lnTo>
                <a:lnTo>
                  <a:pt x="393" y="1124"/>
                </a:lnTo>
                <a:close/>
              </a:path>
            </a:pathLst>
          </a:custGeom>
          <a:solidFill>
            <a:srgbClr val="6666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" name="Freeform 53"/>
          <p:cNvSpPr>
            <a:spLocks/>
          </p:cNvSpPr>
          <p:nvPr/>
        </p:nvSpPr>
        <p:spPr bwMode="auto">
          <a:xfrm>
            <a:off x="823913" y="1439863"/>
            <a:ext cx="495300" cy="1131888"/>
          </a:xfrm>
          <a:custGeom>
            <a:avLst/>
            <a:gdLst>
              <a:gd name="T0" fmla="*/ 615 w 625"/>
              <a:gd name="T1" fmla="*/ 1413 h 1426"/>
              <a:gd name="T2" fmla="*/ 598 w 625"/>
              <a:gd name="T3" fmla="*/ 1386 h 1426"/>
              <a:gd name="T4" fmla="*/ 572 w 625"/>
              <a:gd name="T5" fmla="*/ 1344 h 1426"/>
              <a:gd name="T6" fmla="*/ 539 w 625"/>
              <a:gd name="T7" fmla="*/ 1291 h 1426"/>
              <a:gd name="T8" fmla="*/ 501 w 625"/>
              <a:gd name="T9" fmla="*/ 1225 h 1426"/>
              <a:gd name="T10" fmla="*/ 460 w 625"/>
              <a:gd name="T11" fmla="*/ 1148 h 1426"/>
              <a:gd name="T12" fmla="*/ 414 w 625"/>
              <a:gd name="T13" fmla="*/ 1063 h 1426"/>
              <a:gd name="T14" fmla="*/ 365 w 625"/>
              <a:gd name="T15" fmla="*/ 968 h 1426"/>
              <a:gd name="T16" fmla="*/ 315 w 625"/>
              <a:gd name="T17" fmla="*/ 865 h 1426"/>
              <a:gd name="T18" fmla="*/ 268 w 625"/>
              <a:gd name="T19" fmla="*/ 757 h 1426"/>
              <a:gd name="T20" fmla="*/ 220 w 625"/>
              <a:gd name="T21" fmla="*/ 645 h 1426"/>
              <a:gd name="T22" fmla="*/ 174 w 625"/>
              <a:gd name="T23" fmla="*/ 527 h 1426"/>
              <a:gd name="T24" fmla="*/ 133 w 625"/>
              <a:gd name="T25" fmla="*/ 407 h 1426"/>
              <a:gd name="T26" fmla="*/ 98 w 625"/>
              <a:gd name="T27" fmla="*/ 283 h 1426"/>
              <a:gd name="T28" fmla="*/ 68 w 625"/>
              <a:gd name="T29" fmla="*/ 160 h 1426"/>
              <a:gd name="T30" fmla="*/ 53 w 625"/>
              <a:gd name="T31" fmla="*/ 69 h 1426"/>
              <a:gd name="T32" fmla="*/ 70 w 625"/>
              <a:gd name="T33" fmla="*/ 63 h 1426"/>
              <a:gd name="T34" fmla="*/ 96 w 625"/>
              <a:gd name="T35" fmla="*/ 55 h 1426"/>
              <a:gd name="T36" fmla="*/ 117 w 625"/>
              <a:gd name="T37" fmla="*/ 52 h 1426"/>
              <a:gd name="T38" fmla="*/ 136 w 625"/>
              <a:gd name="T39" fmla="*/ 48 h 1426"/>
              <a:gd name="T40" fmla="*/ 159 w 625"/>
              <a:gd name="T41" fmla="*/ 42 h 1426"/>
              <a:gd name="T42" fmla="*/ 180 w 625"/>
              <a:gd name="T43" fmla="*/ 38 h 1426"/>
              <a:gd name="T44" fmla="*/ 205 w 625"/>
              <a:gd name="T45" fmla="*/ 34 h 1426"/>
              <a:gd name="T46" fmla="*/ 231 w 625"/>
              <a:gd name="T47" fmla="*/ 31 h 1426"/>
              <a:gd name="T48" fmla="*/ 258 w 625"/>
              <a:gd name="T49" fmla="*/ 29 h 1426"/>
              <a:gd name="T50" fmla="*/ 287 w 625"/>
              <a:gd name="T51" fmla="*/ 27 h 1426"/>
              <a:gd name="T52" fmla="*/ 315 w 625"/>
              <a:gd name="T53" fmla="*/ 25 h 1426"/>
              <a:gd name="T54" fmla="*/ 346 w 625"/>
              <a:gd name="T55" fmla="*/ 25 h 1426"/>
              <a:gd name="T56" fmla="*/ 374 w 625"/>
              <a:gd name="T57" fmla="*/ 0 h 1426"/>
              <a:gd name="T58" fmla="*/ 353 w 625"/>
              <a:gd name="T59" fmla="*/ 0 h 1426"/>
              <a:gd name="T60" fmla="*/ 327 w 625"/>
              <a:gd name="T61" fmla="*/ 2 h 1426"/>
              <a:gd name="T62" fmla="*/ 304 w 625"/>
              <a:gd name="T63" fmla="*/ 4 h 1426"/>
              <a:gd name="T64" fmla="*/ 279 w 625"/>
              <a:gd name="T65" fmla="*/ 4 h 1426"/>
              <a:gd name="T66" fmla="*/ 252 w 625"/>
              <a:gd name="T67" fmla="*/ 8 h 1426"/>
              <a:gd name="T68" fmla="*/ 224 w 625"/>
              <a:gd name="T69" fmla="*/ 10 h 1426"/>
              <a:gd name="T70" fmla="*/ 192 w 625"/>
              <a:gd name="T71" fmla="*/ 12 h 1426"/>
              <a:gd name="T72" fmla="*/ 161 w 625"/>
              <a:gd name="T73" fmla="*/ 15 h 1426"/>
              <a:gd name="T74" fmla="*/ 131 w 625"/>
              <a:gd name="T75" fmla="*/ 19 h 1426"/>
              <a:gd name="T76" fmla="*/ 98 w 625"/>
              <a:gd name="T77" fmla="*/ 25 h 1426"/>
              <a:gd name="T78" fmla="*/ 68 w 625"/>
              <a:gd name="T79" fmla="*/ 29 h 1426"/>
              <a:gd name="T80" fmla="*/ 39 w 625"/>
              <a:gd name="T81" fmla="*/ 34 h 1426"/>
              <a:gd name="T82" fmla="*/ 11 w 625"/>
              <a:gd name="T83" fmla="*/ 40 h 1426"/>
              <a:gd name="T84" fmla="*/ 0 w 625"/>
              <a:gd name="T85" fmla="*/ 50 h 1426"/>
              <a:gd name="T86" fmla="*/ 3 w 625"/>
              <a:gd name="T87" fmla="*/ 69 h 1426"/>
              <a:gd name="T88" fmla="*/ 9 w 625"/>
              <a:gd name="T89" fmla="*/ 99 h 1426"/>
              <a:gd name="T90" fmla="*/ 20 w 625"/>
              <a:gd name="T91" fmla="*/ 141 h 1426"/>
              <a:gd name="T92" fmla="*/ 32 w 625"/>
              <a:gd name="T93" fmla="*/ 194 h 1426"/>
              <a:gd name="T94" fmla="*/ 51 w 625"/>
              <a:gd name="T95" fmla="*/ 259 h 1426"/>
              <a:gd name="T96" fmla="*/ 74 w 625"/>
              <a:gd name="T97" fmla="*/ 331 h 1426"/>
              <a:gd name="T98" fmla="*/ 102 w 625"/>
              <a:gd name="T99" fmla="*/ 417 h 1426"/>
              <a:gd name="T100" fmla="*/ 136 w 625"/>
              <a:gd name="T101" fmla="*/ 508 h 1426"/>
              <a:gd name="T102" fmla="*/ 176 w 625"/>
              <a:gd name="T103" fmla="*/ 610 h 1426"/>
              <a:gd name="T104" fmla="*/ 224 w 625"/>
              <a:gd name="T105" fmla="*/ 723 h 1426"/>
              <a:gd name="T106" fmla="*/ 279 w 625"/>
              <a:gd name="T107" fmla="*/ 842 h 1426"/>
              <a:gd name="T108" fmla="*/ 340 w 625"/>
              <a:gd name="T109" fmla="*/ 970 h 1426"/>
              <a:gd name="T110" fmla="*/ 412 w 625"/>
              <a:gd name="T111" fmla="*/ 1105 h 1426"/>
              <a:gd name="T112" fmla="*/ 492 w 625"/>
              <a:gd name="T113" fmla="*/ 1247 h 1426"/>
              <a:gd name="T114" fmla="*/ 581 w 625"/>
              <a:gd name="T115" fmla="*/ 1398 h 1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625" h="1426">
                <a:moveTo>
                  <a:pt x="625" y="1426"/>
                </a:moveTo>
                <a:lnTo>
                  <a:pt x="623" y="1424"/>
                </a:lnTo>
                <a:lnTo>
                  <a:pt x="619" y="1417"/>
                </a:lnTo>
                <a:lnTo>
                  <a:pt x="615" y="1413"/>
                </a:lnTo>
                <a:lnTo>
                  <a:pt x="614" y="1407"/>
                </a:lnTo>
                <a:lnTo>
                  <a:pt x="608" y="1401"/>
                </a:lnTo>
                <a:lnTo>
                  <a:pt x="604" y="1394"/>
                </a:lnTo>
                <a:lnTo>
                  <a:pt x="598" y="1386"/>
                </a:lnTo>
                <a:lnTo>
                  <a:pt x="593" y="1377"/>
                </a:lnTo>
                <a:lnTo>
                  <a:pt x="587" y="1367"/>
                </a:lnTo>
                <a:lnTo>
                  <a:pt x="581" y="1356"/>
                </a:lnTo>
                <a:lnTo>
                  <a:pt x="572" y="1344"/>
                </a:lnTo>
                <a:lnTo>
                  <a:pt x="564" y="1331"/>
                </a:lnTo>
                <a:lnTo>
                  <a:pt x="557" y="1320"/>
                </a:lnTo>
                <a:lnTo>
                  <a:pt x="549" y="1306"/>
                </a:lnTo>
                <a:lnTo>
                  <a:pt x="539" y="1291"/>
                </a:lnTo>
                <a:lnTo>
                  <a:pt x="532" y="1276"/>
                </a:lnTo>
                <a:lnTo>
                  <a:pt x="522" y="1259"/>
                </a:lnTo>
                <a:lnTo>
                  <a:pt x="513" y="1244"/>
                </a:lnTo>
                <a:lnTo>
                  <a:pt x="501" y="1225"/>
                </a:lnTo>
                <a:lnTo>
                  <a:pt x="492" y="1207"/>
                </a:lnTo>
                <a:lnTo>
                  <a:pt x="482" y="1188"/>
                </a:lnTo>
                <a:lnTo>
                  <a:pt x="471" y="1169"/>
                </a:lnTo>
                <a:lnTo>
                  <a:pt x="460" y="1148"/>
                </a:lnTo>
                <a:lnTo>
                  <a:pt x="448" y="1128"/>
                </a:lnTo>
                <a:lnTo>
                  <a:pt x="437" y="1107"/>
                </a:lnTo>
                <a:lnTo>
                  <a:pt x="425" y="1086"/>
                </a:lnTo>
                <a:lnTo>
                  <a:pt x="414" y="1063"/>
                </a:lnTo>
                <a:lnTo>
                  <a:pt x="401" y="1040"/>
                </a:lnTo>
                <a:lnTo>
                  <a:pt x="389" y="1015"/>
                </a:lnTo>
                <a:lnTo>
                  <a:pt x="378" y="994"/>
                </a:lnTo>
                <a:lnTo>
                  <a:pt x="365" y="968"/>
                </a:lnTo>
                <a:lnTo>
                  <a:pt x="353" y="943"/>
                </a:lnTo>
                <a:lnTo>
                  <a:pt x="340" y="917"/>
                </a:lnTo>
                <a:lnTo>
                  <a:pt x="328" y="892"/>
                </a:lnTo>
                <a:lnTo>
                  <a:pt x="315" y="865"/>
                </a:lnTo>
                <a:lnTo>
                  <a:pt x="304" y="839"/>
                </a:lnTo>
                <a:lnTo>
                  <a:pt x="290" y="812"/>
                </a:lnTo>
                <a:lnTo>
                  <a:pt x="279" y="785"/>
                </a:lnTo>
                <a:lnTo>
                  <a:pt x="268" y="757"/>
                </a:lnTo>
                <a:lnTo>
                  <a:pt x="254" y="730"/>
                </a:lnTo>
                <a:lnTo>
                  <a:pt x="243" y="702"/>
                </a:lnTo>
                <a:lnTo>
                  <a:pt x="231" y="673"/>
                </a:lnTo>
                <a:lnTo>
                  <a:pt x="220" y="645"/>
                </a:lnTo>
                <a:lnTo>
                  <a:pt x="209" y="616"/>
                </a:lnTo>
                <a:lnTo>
                  <a:pt x="197" y="586"/>
                </a:lnTo>
                <a:lnTo>
                  <a:pt x="186" y="557"/>
                </a:lnTo>
                <a:lnTo>
                  <a:pt x="174" y="527"/>
                </a:lnTo>
                <a:lnTo>
                  <a:pt x="165" y="496"/>
                </a:lnTo>
                <a:lnTo>
                  <a:pt x="154" y="468"/>
                </a:lnTo>
                <a:lnTo>
                  <a:pt x="144" y="437"/>
                </a:lnTo>
                <a:lnTo>
                  <a:pt x="133" y="407"/>
                </a:lnTo>
                <a:lnTo>
                  <a:pt x="123" y="377"/>
                </a:lnTo>
                <a:lnTo>
                  <a:pt x="115" y="346"/>
                </a:lnTo>
                <a:lnTo>
                  <a:pt x="106" y="316"/>
                </a:lnTo>
                <a:lnTo>
                  <a:pt x="98" y="283"/>
                </a:lnTo>
                <a:lnTo>
                  <a:pt x="89" y="253"/>
                </a:lnTo>
                <a:lnTo>
                  <a:pt x="83" y="223"/>
                </a:lnTo>
                <a:lnTo>
                  <a:pt x="76" y="192"/>
                </a:lnTo>
                <a:lnTo>
                  <a:pt x="68" y="160"/>
                </a:lnTo>
                <a:lnTo>
                  <a:pt x="62" y="129"/>
                </a:lnTo>
                <a:lnTo>
                  <a:pt x="57" y="99"/>
                </a:lnTo>
                <a:lnTo>
                  <a:pt x="53" y="69"/>
                </a:lnTo>
                <a:lnTo>
                  <a:pt x="53" y="69"/>
                </a:lnTo>
                <a:lnTo>
                  <a:pt x="58" y="67"/>
                </a:lnTo>
                <a:lnTo>
                  <a:pt x="60" y="65"/>
                </a:lnTo>
                <a:lnTo>
                  <a:pt x="66" y="65"/>
                </a:lnTo>
                <a:lnTo>
                  <a:pt x="70" y="63"/>
                </a:lnTo>
                <a:lnTo>
                  <a:pt x="77" y="61"/>
                </a:lnTo>
                <a:lnTo>
                  <a:pt x="81" y="59"/>
                </a:lnTo>
                <a:lnTo>
                  <a:pt x="89" y="57"/>
                </a:lnTo>
                <a:lnTo>
                  <a:pt x="96" y="55"/>
                </a:lnTo>
                <a:lnTo>
                  <a:pt x="104" y="53"/>
                </a:lnTo>
                <a:lnTo>
                  <a:pt x="108" y="53"/>
                </a:lnTo>
                <a:lnTo>
                  <a:pt x="112" y="52"/>
                </a:lnTo>
                <a:lnTo>
                  <a:pt x="117" y="52"/>
                </a:lnTo>
                <a:lnTo>
                  <a:pt x="121" y="50"/>
                </a:lnTo>
                <a:lnTo>
                  <a:pt x="127" y="48"/>
                </a:lnTo>
                <a:lnTo>
                  <a:pt x="133" y="48"/>
                </a:lnTo>
                <a:lnTo>
                  <a:pt x="136" y="48"/>
                </a:lnTo>
                <a:lnTo>
                  <a:pt x="142" y="48"/>
                </a:lnTo>
                <a:lnTo>
                  <a:pt x="148" y="46"/>
                </a:lnTo>
                <a:lnTo>
                  <a:pt x="154" y="44"/>
                </a:lnTo>
                <a:lnTo>
                  <a:pt x="159" y="42"/>
                </a:lnTo>
                <a:lnTo>
                  <a:pt x="165" y="42"/>
                </a:lnTo>
                <a:lnTo>
                  <a:pt x="169" y="40"/>
                </a:lnTo>
                <a:lnTo>
                  <a:pt x="176" y="40"/>
                </a:lnTo>
                <a:lnTo>
                  <a:pt x="180" y="38"/>
                </a:lnTo>
                <a:lnTo>
                  <a:pt x="188" y="38"/>
                </a:lnTo>
                <a:lnTo>
                  <a:pt x="193" y="36"/>
                </a:lnTo>
                <a:lnTo>
                  <a:pt x="199" y="36"/>
                </a:lnTo>
                <a:lnTo>
                  <a:pt x="205" y="34"/>
                </a:lnTo>
                <a:lnTo>
                  <a:pt x="212" y="34"/>
                </a:lnTo>
                <a:lnTo>
                  <a:pt x="218" y="32"/>
                </a:lnTo>
                <a:lnTo>
                  <a:pt x="226" y="32"/>
                </a:lnTo>
                <a:lnTo>
                  <a:pt x="231" y="31"/>
                </a:lnTo>
                <a:lnTo>
                  <a:pt x="239" y="31"/>
                </a:lnTo>
                <a:lnTo>
                  <a:pt x="245" y="31"/>
                </a:lnTo>
                <a:lnTo>
                  <a:pt x="252" y="29"/>
                </a:lnTo>
                <a:lnTo>
                  <a:pt x="258" y="29"/>
                </a:lnTo>
                <a:lnTo>
                  <a:pt x="266" y="29"/>
                </a:lnTo>
                <a:lnTo>
                  <a:pt x="271" y="27"/>
                </a:lnTo>
                <a:lnTo>
                  <a:pt x="279" y="27"/>
                </a:lnTo>
                <a:lnTo>
                  <a:pt x="287" y="27"/>
                </a:lnTo>
                <a:lnTo>
                  <a:pt x="294" y="27"/>
                </a:lnTo>
                <a:lnTo>
                  <a:pt x="302" y="25"/>
                </a:lnTo>
                <a:lnTo>
                  <a:pt x="308" y="25"/>
                </a:lnTo>
                <a:lnTo>
                  <a:pt x="315" y="25"/>
                </a:lnTo>
                <a:lnTo>
                  <a:pt x="323" y="25"/>
                </a:lnTo>
                <a:lnTo>
                  <a:pt x="330" y="25"/>
                </a:lnTo>
                <a:lnTo>
                  <a:pt x="338" y="25"/>
                </a:lnTo>
                <a:lnTo>
                  <a:pt x="346" y="25"/>
                </a:lnTo>
                <a:lnTo>
                  <a:pt x="353" y="25"/>
                </a:lnTo>
                <a:lnTo>
                  <a:pt x="378" y="0"/>
                </a:lnTo>
                <a:lnTo>
                  <a:pt x="376" y="0"/>
                </a:lnTo>
                <a:lnTo>
                  <a:pt x="374" y="0"/>
                </a:lnTo>
                <a:lnTo>
                  <a:pt x="370" y="0"/>
                </a:lnTo>
                <a:lnTo>
                  <a:pt x="366" y="0"/>
                </a:lnTo>
                <a:lnTo>
                  <a:pt x="359" y="0"/>
                </a:lnTo>
                <a:lnTo>
                  <a:pt x="353" y="0"/>
                </a:lnTo>
                <a:lnTo>
                  <a:pt x="346" y="2"/>
                </a:lnTo>
                <a:lnTo>
                  <a:pt x="336" y="2"/>
                </a:lnTo>
                <a:lnTo>
                  <a:pt x="330" y="2"/>
                </a:lnTo>
                <a:lnTo>
                  <a:pt x="327" y="2"/>
                </a:lnTo>
                <a:lnTo>
                  <a:pt x="321" y="2"/>
                </a:lnTo>
                <a:lnTo>
                  <a:pt x="315" y="2"/>
                </a:lnTo>
                <a:lnTo>
                  <a:pt x="309" y="2"/>
                </a:lnTo>
                <a:lnTo>
                  <a:pt x="304" y="4"/>
                </a:lnTo>
                <a:lnTo>
                  <a:pt x="298" y="4"/>
                </a:lnTo>
                <a:lnTo>
                  <a:pt x="292" y="4"/>
                </a:lnTo>
                <a:lnTo>
                  <a:pt x="285" y="4"/>
                </a:lnTo>
                <a:lnTo>
                  <a:pt x="279" y="4"/>
                </a:lnTo>
                <a:lnTo>
                  <a:pt x="273" y="6"/>
                </a:lnTo>
                <a:lnTo>
                  <a:pt x="266" y="6"/>
                </a:lnTo>
                <a:lnTo>
                  <a:pt x="258" y="6"/>
                </a:lnTo>
                <a:lnTo>
                  <a:pt x="252" y="8"/>
                </a:lnTo>
                <a:lnTo>
                  <a:pt x="245" y="8"/>
                </a:lnTo>
                <a:lnTo>
                  <a:pt x="239" y="8"/>
                </a:lnTo>
                <a:lnTo>
                  <a:pt x="230" y="8"/>
                </a:lnTo>
                <a:lnTo>
                  <a:pt x="224" y="10"/>
                </a:lnTo>
                <a:lnTo>
                  <a:pt x="214" y="10"/>
                </a:lnTo>
                <a:lnTo>
                  <a:pt x="209" y="12"/>
                </a:lnTo>
                <a:lnTo>
                  <a:pt x="199" y="12"/>
                </a:lnTo>
                <a:lnTo>
                  <a:pt x="192" y="12"/>
                </a:lnTo>
                <a:lnTo>
                  <a:pt x="186" y="13"/>
                </a:lnTo>
                <a:lnTo>
                  <a:pt x="178" y="13"/>
                </a:lnTo>
                <a:lnTo>
                  <a:pt x="171" y="13"/>
                </a:lnTo>
                <a:lnTo>
                  <a:pt x="161" y="15"/>
                </a:lnTo>
                <a:lnTo>
                  <a:pt x="154" y="15"/>
                </a:lnTo>
                <a:lnTo>
                  <a:pt x="146" y="17"/>
                </a:lnTo>
                <a:lnTo>
                  <a:pt x="138" y="19"/>
                </a:lnTo>
                <a:lnTo>
                  <a:pt x="131" y="19"/>
                </a:lnTo>
                <a:lnTo>
                  <a:pt x="121" y="21"/>
                </a:lnTo>
                <a:lnTo>
                  <a:pt x="115" y="23"/>
                </a:lnTo>
                <a:lnTo>
                  <a:pt x="106" y="23"/>
                </a:lnTo>
                <a:lnTo>
                  <a:pt x="98" y="25"/>
                </a:lnTo>
                <a:lnTo>
                  <a:pt x="91" y="25"/>
                </a:lnTo>
                <a:lnTo>
                  <a:pt x="83" y="27"/>
                </a:lnTo>
                <a:lnTo>
                  <a:pt x="76" y="27"/>
                </a:lnTo>
                <a:lnTo>
                  <a:pt x="68" y="29"/>
                </a:lnTo>
                <a:lnTo>
                  <a:pt x="60" y="31"/>
                </a:lnTo>
                <a:lnTo>
                  <a:pt x="55" y="32"/>
                </a:lnTo>
                <a:lnTo>
                  <a:pt x="47" y="32"/>
                </a:lnTo>
                <a:lnTo>
                  <a:pt x="39" y="34"/>
                </a:lnTo>
                <a:lnTo>
                  <a:pt x="32" y="36"/>
                </a:lnTo>
                <a:lnTo>
                  <a:pt x="26" y="36"/>
                </a:lnTo>
                <a:lnTo>
                  <a:pt x="19" y="38"/>
                </a:lnTo>
                <a:lnTo>
                  <a:pt x="11" y="40"/>
                </a:lnTo>
                <a:lnTo>
                  <a:pt x="5" y="42"/>
                </a:lnTo>
                <a:lnTo>
                  <a:pt x="0" y="44"/>
                </a:lnTo>
                <a:lnTo>
                  <a:pt x="0" y="46"/>
                </a:lnTo>
                <a:lnTo>
                  <a:pt x="0" y="50"/>
                </a:lnTo>
                <a:lnTo>
                  <a:pt x="0" y="53"/>
                </a:lnTo>
                <a:lnTo>
                  <a:pt x="1" y="57"/>
                </a:lnTo>
                <a:lnTo>
                  <a:pt x="1" y="63"/>
                </a:lnTo>
                <a:lnTo>
                  <a:pt x="3" y="69"/>
                </a:lnTo>
                <a:lnTo>
                  <a:pt x="5" y="74"/>
                </a:lnTo>
                <a:lnTo>
                  <a:pt x="5" y="82"/>
                </a:lnTo>
                <a:lnTo>
                  <a:pt x="7" y="90"/>
                </a:lnTo>
                <a:lnTo>
                  <a:pt x="9" y="99"/>
                </a:lnTo>
                <a:lnTo>
                  <a:pt x="11" y="107"/>
                </a:lnTo>
                <a:lnTo>
                  <a:pt x="15" y="118"/>
                </a:lnTo>
                <a:lnTo>
                  <a:pt x="17" y="129"/>
                </a:lnTo>
                <a:lnTo>
                  <a:pt x="20" y="141"/>
                </a:lnTo>
                <a:lnTo>
                  <a:pt x="22" y="152"/>
                </a:lnTo>
                <a:lnTo>
                  <a:pt x="26" y="166"/>
                </a:lnTo>
                <a:lnTo>
                  <a:pt x="28" y="179"/>
                </a:lnTo>
                <a:lnTo>
                  <a:pt x="32" y="194"/>
                </a:lnTo>
                <a:lnTo>
                  <a:pt x="38" y="207"/>
                </a:lnTo>
                <a:lnTo>
                  <a:pt x="41" y="225"/>
                </a:lnTo>
                <a:lnTo>
                  <a:pt x="45" y="240"/>
                </a:lnTo>
                <a:lnTo>
                  <a:pt x="51" y="259"/>
                </a:lnTo>
                <a:lnTo>
                  <a:pt x="57" y="274"/>
                </a:lnTo>
                <a:lnTo>
                  <a:pt x="60" y="293"/>
                </a:lnTo>
                <a:lnTo>
                  <a:pt x="66" y="312"/>
                </a:lnTo>
                <a:lnTo>
                  <a:pt x="74" y="331"/>
                </a:lnTo>
                <a:lnTo>
                  <a:pt x="79" y="352"/>
                </a:lnTo>
                <a:lnTo>
                  <a:pt x="87" y="373"/>
                </a:lnTo>
                <a:lnTo>
                  <a:pt x="95" y="394"/>
                </a:lnTo>
                <a:lnTo>
                  <a:pt x="102" y="417"/>
                </a:lnTo>
                <a:lnTo>
                  <a:pt x="110" y="437"/>
                </a:lnTo>
                <a:lnTo>
                  <a:pt x="117" y="460"/>
                </a:lnTo>
                <a:lnTo>
                  <a:pt x="125" y="485"/>
                </a:lnTo>
                <a:lnTo>
                  <a:pt x="136" y="508"/>
                </a:lnTo>
                <a:lnTo>
                  <a:pt x="146" y="532"/>
                </a:lnTo>
                <a:lnTo>
                  <a:pt x="155" y="557"/>
                </a:lnTo>
                <a:lnTo>
                  <a:pt x="165" y="584"/>
                </a:lnTo>
                <a:lnTo>
                  <a:pt x="176" y="610"/>
                </a:lnTo>
                <a:lnTo>
                  <a:pt x="188" y="637"/>
                </a:lnTo>
                <a:lnTo>
                  <a:pt x="199" y="666"/>
                </a:lnTo>
                <a:lnTo>
                  <a:pt x="211" y="692"/>
                </a:lnTo>
                <a:lnTo>
                  <a:pt x="224" y="723"/>
                </a:lnTo>
                <a:lnTo>
                  <a:pt x="235" y="751"/>
                </a:lnTo>
                <a:lnTo>
                  <a:pt x="250" y="780"/>
                </a:lnTo>
                <a:lnTo>
                  <a:pt x="264" y="810"/>
                </a:lnTo>
                <a:lnTo>
                  <a:pt x="279" y="842"/>
                </a:lnTo>
                <a:lnTo>
                  <a:pt x="294" y="873"/>
                </a:lnTo>
                <a:lnTo>
                  <a:pt x="308" y="905"/>
                </a:lnTo>
                <a:lnTo>
                  <a:pt x="323" y="936"/>
                </a:lnTo>
                <a:lnTo>
                  <a:pt x="340" y="970"/>
                </a:lnTo>
                <a:lnTo>
                  <a:pt x="357" y="1002"/>
                </a:lnTo>
                <a:lnTo>
                  <a:pt x="374" y="1036"/>
                </a:lnTo>
                <a:lnTo>
                  <a:pt x="393" y="1071"/>
                </a:lnTo>
                <a:lnTo>
                  <a:pt x="412" y="1105"/>
                </a:lnTo>
                <a:lnTo>
                  <a:pt x="431" y="1139"/>
                </a:lnTo>
                <a:lnTo>
                  <a:pt x="450" y="1175"/>
                </a:lnTo>
                <a:lnTo>
                  <a:pt x="469" y="1209"/>
                </a:lnTo>
                <a:lnTo>
                  <a:pt x="492" y="1247"/>
                </a:lnTo>
                <a:lnTo>
                  <a:pt x="513" y="1283"/>
                </a:lnTo>
                <a:lnTo>
                  <a:pt x="536" y="1321"/>
                </a:lnTo>
                <a:lnTo>
                  <a:pt x="557" y="1358"/>
                </a:lnTo>
                <a:lnTo>
                  <a:pt x="581" y="1398"/>
                </a:lnTo>
                <a:lnTo>
                  <a:pt x="625" y="1426"/>
                </a:lnTo>
                <a:lnTo>
                  <a:pt x="625" y="1426"/>
                </a:lnTo>
                <a:close/>
              </a:path>
            </a:pathLst>
          </a:custGeom>
          <a:solidFill>
            <a:srgbClr val="6666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" name="Freeform 54"/>
          <p:cNvSpPr>
            <a:spLocks/>
          </p:cNvSpPr>
          <p:nvPr/>
        </p:nvSpPr>
        <p:spPr bwMode="auto">
          <a:xfrm>
            <a:off x="2001838" y="1946275"/>
            <a:ext cx="280988" cy="393700"/>
          </a:xfrm>
          <a:custGeom>
            <a:avLst/>
            <a:gdLst>
              <a:gd name="T0" fmla="*/ 12 w 354"/>
              <a:gd name="T1" fmla="*/ 182 h 496"/>
              <a:gd name="T2" fmla="*/ 36 w 354"/>
              <a:gd name="T3" fmla="*/ 171 h 496"/>
              <a:gd name="T4" fmla="*/ 69 w 354"/>
              <a:gd name="T5" fmla="*/ 156 h 496"/>
              <a:gd name="T6" fmla="*/ 92 w 354"/>
              <a:gd name="T7" fmla="*/ 144 h 496"/>
              <a:gd name="T8" fmla="*/ 111 w 354"/>
              <a:gd name="T9" fmla="*/ 133 h 496"/>
              <a:gd name="T10" fmla="*/ 130 w 354"/>
              <a:gd name="T11" fmla="*/ 122 h 496"/>
              <a:gd name="T12" fmla="*/ 147 w 354"/>
              <a:gd name="T13" fmla="*/ 106 h 496"/>
              <a:gd name="T14" fmla="*/ 166 w 354"/>
              <a:gd name="T15" fmla="*/ 93 h 496"/>
              <a:gd name="T16" fmla="*/ 194 w 354"/>
              <a:gd name="T17" fmla="*/ 65 h 496"/>
              <a:gd name="T18" fmla="*/ 211 w 354"/>
              <a:gd name="T19" fmla="*/ 44 h 496"/>
              <a:gd name="T20" fmla="*/ 223 w 354"/>
              <a:gd name="T21" fmla="*/ 25 h 496"/>
              <a:gd name="T22" fmla="*/ 238 w 354"/>
              <a:gd name="T23" fmla="*/ 4 h 496"/>
              <a:gd name="T24" fmla="*/ 246 w 354"/>
              <a:gd name="T25" fmla="*/ 23 h 496"/>
              <a:gd name="T26" fmla="*/ 253 w 354"/>
              <a:gd name="T27" fmla="*/ 46 h 496"/>
              <a:gd name="T28" fmla="*/ 259 w 354"/>
              <a:gd name="T29" fmla="*/ 72 h 496"/>
              <a:gd name="T30" fmla="*/ 263 w 354"/>
              <a:gd name="T31" fmla="*/ 105 h 496"/>
              <a:gd name="T32" fmla="*/ 261 w 354"/>
              <a:gd name="T33" fmla="*/ 139 h 496"/>
              <a:gd name="T34" fmla="*/ 259 w 354"/>
              <a:gd name="T35" fmla="*/ 156 h 496"/>
              <a:gd name="T36" fmla="*/ 253 w 354"/>
              <a:gd name="T37" fmla="*/ 173 h 496"/>
              <a:gd name="T38" fmla="*/ 249 w 354"/>
              <a:gd name="T39" fmla="*/ 192 h 496"/>
              <a:gd name="T40" fmla="*/ 257 w 354"/>
              <a:gd name="T41" fmla="*/ 209 h 496"/>
              <a:gd name="T42" fmla="*/ 270 w 354"/>
              <a:gd name="T43" fmla="*/ 240 h 496"/>
              <a:gd name="T44" fmla="*/ 280 w 354"/>
              <a:gd name="T45" fmla="*/ 259 h 496"/>
              <a:gd name="T46" fmla="*/ 289 w 354"/>
              <a:gd name="T47" fmla="*/ 279 h 496"/>
              <a:gd name="T48" fmla="*/ 299 w 354"/>
              <a:gd name="T49" fmla="*/ 302 h 496"/>
              <a:gd name="T50" fmla="*/ 306 w 354"/>
              <a:gd name="T51" fmla="*/ 327 h 496"/>
              <a:gd name="T52" fmla="*/ 316 w 354"/>
              <a:gd name="T53" fmla="*/ 350 h 496"/>
              <a:gd name="T54" fmla="*/ 325 w 354"/>
              <a:gd name="T55" fmla="*/ 376 h 496"/>
              <a:gd name="T56" fmla="*/ 333 w 354"/>
              <a:gd name="T57" fmla="*/ 401 h 496"/>
              <a:gd name="T58" fmla="*/ 339 w 354"/>
              <a:gd name="T59" fmla="*/ 426 h 496"/>
              <a:gd name="T60" fmla="*/ 346 w 354"/>
              <a:gd name="T61" fmla="*/ 451 h 496"/>
              <a:gd name="T62" fmla="*/ 350 w 354"/>
              <a:gd name="T63" fmla="*/ 473 h 496"/>
              <a:gd name="T64" fmla="*/ 354 w 354"/>
              <a:gd name="T65" fmla="*/ 496 h 496"/>
              <a:gd name="T66" fmla="*/ 266 w 354"/>
              <a:gd name="T67" fmla="*/ 470 h 496"/>
              <a:gd name="T68" fmla="*/ 257 w 354"/>
              <a:gd name="T69" fmla="*/ 449 h 496"/>
              <a:gd name="T70" fmla="*/ 240 w 354"/>
              <a:gd name="T71" fmla="*/ 424 h 496"/>
              <a:gd name="T72" fmla="*/ 221 w 354"/>
              <a:gd name="T73" fmla="*/ 395 h 496"/>
              <a:gd name="T74" fmla="*/ 198 w 354"/>
              <a:gd name="T75" fmla="*/ 367 h 496"/>
              <a:gd name="T76" fmla="*/ 171 w 354"/>
              <a:gd name="T77" fmla="*/ 338 h 496"/>
              <a:gd name="T78" fmla="*/ 143 w 354"/>
              <a:gd name="T79" fmla="*/ 316 h 496"/>
              <a:gd name="T80" fmla="*/ 120 w 354"/>
              <a:gd name="T81" fmla="*/ 304 h 496"/>
              <a:gd name="T82" fmla="*/ 103 w 354"/>
              <a:gd name="T83" fmla="*/ 306 h 496"/>
              <a:gd name="T84" fmla="*/ 84 w 354"/>
              <a:gd name="T85" fmla="*/ 304 h 496"/>
              <a:gd name="T86" fmla="*/ 65 w 354"/>
              <a:gd name="T87" fmla="*/ 298 h 496"/>
              <a:gd name="T88" fmla="*/ 44 w 354"/>
              <a:gd name="T89" fmla="*/ 287 h 496"/>
              <a:gd name="T90" fmla="*/ 27 w 354"/>
              <a:gd name="T91" fmla="*/ 266 h 496"/>
              <a:gd name="T92" fmla="*/ 14 w 354"/>
              <a:gd name="T93" fmla="*/ 240 h 496"/>
              <a:gd name="T94" fmla="*/ 10 w 354"/>
              <a:gd name="T95" fmla="*/ 220 h 496"/>
              <a:gd name="T96" fmla="*/ 0 w 354"/>
              <a:gd name="T97" fmla="*/ 188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54" h="496">
                <a:moveTo>
                  <a:pt x="0" y="188"/>
                </a:moveTo>
                <a:lnTo>
                  <a:pt x="2" y="186"/>
                </a:lnTo>
                <a:lnTo>
                  <a:pt x="8" y="184"/>
                </a:lnTo>
                <a:lnTo>
                  <a:pt x="12" y="182"/>
                </a:lnTo>
                <a:lnTo>
                  <a:pt x="17" y="181"/>
                </a:lnTo>
                <a:lnTo>
                  <a:pt x="21" y="177"/>
                </a:lnTo>
                <a:lnTo>
                  <a:pt x="29" y="175"/>
                </a:lnTo>
                <a:lnTo>
                  <a:pt x="36" y="171"/>
                </a:lnTo>
                <a:lnTo>
                  <a:pt x="42" y="167"/>
                </a:lnTo>
                <a:lnTo>
                  <a:pt x="52" y="165"/>
                </a:lnTo>
                <a:lnTo>
                  <a:pt x="59" y="162"/>
                </a:lnTo>
                <a:lnTo>
                  <a:pt x="69" y="156"/>
                </a:lnTo>
                <a:lnTo>
                  <a:pt x="76" y="152"/>
                </a:lnTo>
                <a:lnTo>
                  <a:pt x="82" y="150"/>
                </a:lnTo>
                <a:lnTo>
                  <a:pt x="86" y="146"/>
                </a:lnTo>
                <a:lnTo>
                  <a:pt x="92" y="144"/>
                </a:lnTo>
                <a:lnTo>
                  <a:pt x="97" y="143"/>
                </a:lnTo>
                <a:lnTo>
                  <a:pt x="101" y="139"/>
                </a:lnTo>
                <a:lnTo>
                  <a:pt x="105" y="137"/>
                </a:lnTo>
                <a:lnTo>
                  <a:pt x="111" y="133"/>
                </a:lnTo>
                <a:lnTo>
                  <a:pt x="114" y="131"/>
                </a:lnTo>
                <a:lnTo>
                  <a:pt x="120" y="127"/>
                </a:lnTo>
                <a:lnTo>
                  <a:pt x="124" y="124"/>
                </a:lnTo>
                <a:lnTo>
                  <a:pt x="130" y="122"/>
                </a:lnTo>
                <a:lnTo>
                  <a:pt x="135" y="118"/>
                </a:lnTo>
                <a:lnTo>
                  <a:pt x="139" y="114"/>
                </a:lnTo>
                <a:lnTo>
                  <a:pt x="143" y="112"/>
                </a:lnTo>
                <a:lnTo>
                  <a:pt x="147" y="106"/>
                </a:lnTo>
                <a:lnTo>
                  <a:pt x="152" y="105"/>
                </a:lnTo>
                <a:lnTo>
                  <a:pt x="156" y="99"/>
                </a:lnTo>
                <a:lnTo>
                  <a:pt x="162" y="97"/>
                </a:lnTo>
                <a:lnTo>
                  <a:pt x="166" y="93"/>
                </a:lnTo>
                <a:lnTo>
                  <a:pt x="171" y="89"/>
                </a:lnTo>
                <a:lnTo>
                  <a:pt x="179" y="82"/>
                </a:lnTo>
                <a:lnTo>
                  <a:pt x="187" y="74"/>
                </a:lnTo>
                <a:lnTo>
                  <a:pt x="194" y="65"/>
                </a:lnTo>
                <a:lnTo>
                  <a:pt x="202" y="57"/>
                </a:lnTo>
                <a:lnTo>
                  <a:pt x="206" y="51"/>
                </a:lnTo>
                <a:lnTo>
                  <a:pt x="207" y="47"/>
                </a:lnTo>
                <a:lnTo>
                  <a:pt x="211" y="44"/>
                </a:lnTo>
                <a:lnTo>
                  <a:pt x="215" y="40"/>
                </a:lnTo>
                <a:lnTo>
                  <a:pt x="217" y="34"/>
                </a:lnTo>
                <a:lnTo>
                  <a:pt x="219" y="28"/>
                </a:lnTo>
                <a:lnTo>
                  <a:pt x="223" y="25"/>
                </a:lnTo>
                <a:lnTo>
                  <a:pt x="225" y="21"/>
                </a:lnTo>
                <a:lnTo>
                  <a:pt x="236" y="0"/>
                </a:lnTo>
                <a:lnTo>
                  <a:pt x="236" y="0"/>
                </a:lnTo>
                <a:lnTo>
                  <a:pt x="238" y="4"/>
                </a:lnTo>
                <a:lnTo>
                  <a:pt x="240" y="9"/>
                </a:lnTo>
                <a:lnTo>
                  <a:pt x="244" y="17"/>
                </a:lnTo>
                <a:lnTo>
                  <a:pt x="244" y="19"/>
                </a:lnTo>
                <a:lnTo>
                  <a:pt x="246" y="23"/>
                </a:lnTo>
                <a:lnTo>
                  <a:pt x="247" y="28"/>
                </a:lnTo>
                <a:lnTo>
                  <a:pt x="249" y="34"/>
                </a:lnTo>
                <a:lnTo>
                  <a:pt x="251" y="40"/>
                </a:lnTo>
                <a:lnTo>
                  <a:pt x="253" y="46"/>
                </a:lnTo>
                <a:lnTo>
                  <a:pt x="255" y="51"/>
                </a:lnTo>
                <a:lnTo>
                  <a:pt x="257" y="59"/>
                </a:lnTo>
                <a:lnTo>
                  <a:pt x="257" y="67"/>
                </a:lnTo>
                <a:lnTo>
                  <a:pt x="259" y="72"/>
                </a:lnTo>
                <a:lnTo>
                  <a:pt x="259" y="80"/>
                </a:lnTo>
                <a:lnTo>
                  <a:pt x="261" y="87"/>
                </a:lnTo>
                <a:lnTo>
                  <a:pt x="261" y="95"/>
                </a:lnTo>
                <a:lnTo>
                  <a:pt x="263" y="105"/>
                </a:lnTo>
                <a:lnTo>
                  <a:pt x="263" y="112"/>
                </a:lnTo>
                <a:lnTo>
                  <a:pt x="263" y="122"/>
                </a:lnTo>
                <a:lnTo>
                  <a:pt x="263" y="129"/>
                </a:lnTo>
                <a:lnTo>
                  <a:pt x="261" y="139"/>
                </a:lnTo>
                <a:lnTo>
                  <a:pt x="261" y="143"/>
                </a:lnTo>
                <a:lnTo>
                  <a:pt x="259" y="146"/>
                </a:lnTo>
                <a:lnTo>
                  <a:pt x="259" y="150"/>
                </a:lnTo>
                <a:lnTo>
                  <a:pt x="259" y="156"/>
                </a:lnTo>
                <a:lnTo>
                  <a:pt x="257" y="160"/>
                </a:lnTo>
                <a:lnTo>
                  <a:pt x="257" y="165"/>
                </a:lnTo>
                <a:lnTo>
                  <a:pt x="255" y="169"/>
                </a:lnTo>
                <a:lnTo>
                  <a:pt x="253" y="173"/>
                </a:lnTo>
                <a:lnTo>
                  <a:pt x="251" y="177"/>
                </a:lnTo>
                <a:lnTo>
                  <a:pt x="251" y="182"/>
                </a:lnTo>
                <a:lnTo>
                  <a:pt x="249" y="188"/>
                </a:lnTo>
                <a:lnTo>
                  <a:pt x="249" y="192"/>
                </a:lnTo>
                <a:lnTo>
                  <a:pt x="249" y="194"/>
                </a:lnTo>
                <a:lnTo>
                  <a:pt x="251" y="200"/>
                </a:lnTo>
                <a:lnTo>
                  <a:pt x="255" y="205"/>
                </a:lnTo>
                <a:lnTo>
                  <a:pt x="257" y="209"/>
                </a:lnTo>
                <a:lnTo>
                  <a:pt x="259" y="217"/>
                </a:lnTo>
                <a:lnTo>
                  <a:pt x="263" y="224"/>
                </a:lnTo>
                <a:lnTo>
                  <a:pt x="266" y="232"/>
                </a:lnTo>
                <a:lnTo>
                  <a:pt x="270" y="240"/>
                </a:lnTo>
                <a:lnTo>
                  <a:pt x="272" y="243"/>
                </a:lnTo>
                <a:lnTo>
                  <a:pt x="274" y="249"/>
                </a:lnTo>
                <a:lnTo>
                  <a:pt x="278" y="253"/>
                </a:lnTo>
                <a:lnTo>
                  <a:pt x="280" y="259"/>
                </a:lnTo>
                <a:lnTo>
                  <a:pt x="282" y="262"/>
                </a:lnTo>
                <a:lnTo>
                  <a:pt x="284" y="268"/>
                </a:lnTo>
                <a:lnTo>
                  <a:pt x="285" y="274"/>
                </a:lnTo>
                <a:lnTo>
                  <a:pt x="289" y="279"/>
                </a:lnTo>
                <a:lnTo>
                  <a:pt x="291" y="283"/>
                </a:lnTo>
                <a:lnTo>
                  <a:pt x="293" y="291"/>
                </a:lnTo>
                <a:lnTo>
                  <a:pt x="295" y="297"/>
                </a:lnTo>
                <a:lnTo>
                  <a:pt x="299" y="302"/>
                </a:lnTo>
                <a:lnTo>
                  <a:pt x="301" y="308"/>
                </a:lnTo>
                <a:lnTo>
                  <a:pt x="303" y="314"/>
                </a:lnTo>
                <a:lnTo>
                  <a:pt x="304" y="319"/>
                </a:lnTo>
                <a:lnTo>
                  <a:pt x="306" y="327"/>
                </a:lnTo>
                <a:lnTo>
                  <a:pt x="308" y="333"/>
                </a:lnTo>
                <a:lnTo>
                  <a:pt x="312" y="338"/>
                </a:lnTo>
                <a:lnTo>
                  <a:pt x="314" y="344"/>
                </a:lnTo>
                <a:lnTo>
                  <a:pt x="316" y="350"/>
                </a:lnTo>
                <a:lnTo>
                  <a:pt x="318" y="355"/>
                </a:lnTo>
                <a:lnTo>
                  <a:pt x="320" y="363"/>
                </a:lnTo>
                <a:lnTo>
                  <a:pt x="322" y="369"/>
                </a:lnTo>
                <a:lnTo>
                  <a:pt x="325" y="376"/>
                </a:lnTo>
                <a:lnTo>
                  <a:pt x="327" y="382"/>
                </a:lnTo>
                <a:lnTo>
                  <a:pt x="329" y="388"/>
                </a:lnTo>
                <a:lnTo>
                  <a:pt x="331" y="394"/>
                </a:lnTo>
                <a:lnTo>
                  <a:pt x="333" y="401"/>
                </a:lnTo>
                <a:lnTo>
                  <a:pt x="335" y="407"/>
                </a:lnTo>
                <a:lnTo>
                  <a:pt x="337" y="414"/>
                </a:lnTo>
                <a:lnTo>
                  <a:pt x="339" y="420"/>
                </a:lnTo>
                <a:lnTo>
                  <a:pt x="339" y="426"/>
                </a:lnTo>
                <a:lnTo>
                  <a:pt x="341" y="432"/>
                </a:lnTo>
                <a:lnTo>
                  <a:pt x="342" y="437"/>
                </a:lnTo>
                <a:lnTo>
                  <a:pt x="344" y="443"/>
                </a:lnTo>
                <a:lnTo>
                  <a:pt x="346" y="451"/>
                </a:lnTo>
                <a:lnTo>
                  <a:pt x="346" y="456"/>
                </a:lnTo>
                <a:lnTo>
                  <a:pt x="348" y="462"/>
                </a:lnTo>
                <a:lnTo>
                  <a:pt x="348" y="468"/>
                </a:lnTo>
                <a:lnTo>
                  <a:pt x="350" y="473"/>
                </a:lnTo>
                <a:lnTo>
                  <a:pt x="350" y="479"/>
                </a:lnTo>
                <a:lnTo>
                  <a:pt x="352" y="485"/>
                </a:lnTo>
                <a:lnTo>
                  <a:pt x="352" y="490"/>
                </a:lnTo>
                <a:lnTo>
                  <a:pt x="354" y="496"/>
                </a:lnTo>
                <a:lnTo>
                  <a:pt x="272" y="479"/>
                </a:lnTo>
                <a:lnTo>
                  <a:pt x="272" y="477"/>
                </a:lnTo>
                <a:lnTo>
                  <a:pt x="268" y="473"/>
                </a:lnTo>
                <a:lnTo>
                  <a:pt x="266" y="470"/>
                </a:lnTo>
                <a:lnTo>
                  <a:pt x="265" y="466"/>
                </a:lnTo>
                <a:lnTo>
                  <a:pt x="263" y="460"/>
                </a:lnTo>
                <a:lnTo>
                  <a:pt x="261" y="456"/>
                </a:lnTo>
                <a:lnTo>
                  <a:pt x="257" y="449"/>
                </a:lnTo>
                <a:lnTo>
                  <a:pt x="253" y="443"/>
                </a:lnTo>
                <a:lnTo>
                  <a:pt x="249" y="437"/>
                </a:lnTo>
                <a:lnTo>
                  <a:pt x="246" y="432"/>
                </a:lnTo>
                <a:lnTo>
                  <a:pt x="240" y="424"/>
                </a:lnTo>
                <a:lnTo>
                  <a:pt x="236" y="418"/>
                </a:lnTo>
                <a:lnTo>
                  <a:pt x="230" y="411"/>
                </a:lnTo>
                <a:lnTo>
                  <a:pt x="227" y="405"/>
                </a:lnTo>
                <a:lnTo>
                  <a:pt x="221" y="395"/>
                </a:lnTo>
                <a:lnTo>
                  <a:pt x="215" y="388"/>
                </a:lnTo>
                <a:lnTo>
                  <a:pt x="209" y="380"/>
                </a:lnTo>
                <a:lnTo>
                  <a:pt x="204" y="373"/>
                </a:lnTo>
                <a:lnTo>
                  <a:pt x="198" y="367"/>
                </a:lnTo>
                <a:lnTo>
                  <a:pt x="190" y="359"/>
                </a:lnTo>
                <a:lnTo>
                  <a:pt x="185" y="352"/>
                </a:lnTo>
                <a:lnTo>
                  <a:pt x="179" y="344"/>
                </a:lnTo>
                <a:lnTo>
                  <a:pt x="171" y="338"/>
                </a:lnTo>
                <a:lnTo>
                  <a:pt x="164" y="333"/>
                </a:lnTo>
                <a:lnTo>
                  <a:pt x="158" y="325"/>
                </a:lnTo>
                <a:lnTo>
                  <a:pt x="150" y="321"/>
                </a:lnTo>
                <a:lnTo>
                  <a:pt x="143" y="316"/>
                </a:lnTo>
                <a:lnTo>
                  <a:pt x="135" y="312"/>
                </a:lnTo>
                <a:lnTo>
                  <a:pt x="130" y="306"/>
                </a:lnTo>
                <a:lnTo>
                  <a:pt x="122" y="304"/>
                </a:lnTo>
                <a:lnTo>
                  <a:pt x="120" y="304"/>
                </a:lnTo>
                <a:lnTo>
                  <a:pt x="118" y="306"/>
                </a:lnTo>
                <a:lnTo>
                  <a:pt x="112" y="306"/>
                </a:lnTo>
                <a:lnTo>
                  <a:pt x="107" y="306"/>
                </a:lnTo>
                <a:lnTo>
                  <a:pt x="103" y="306"/>
                </a:lnTo>
                <a:lnTo>
                  <a:pt x="97" y="306"/>
                </a:lnTo>
                <a:lnTo>
                  <a:pt x="93" y="306"/>
                </a:lnTo>
                <a:lnTo>
                  <a:pt x="90" y="306"/>
                </a:lnTo>
                <a:lnTo>
                  <a:pt x="84" y="304"/>
                </a:lnTo>
                <a:lnTo>
                  <a:pt x="80" y="304"/>
                </a:lnTo>
                <a:lnTo>
                  <a:pt x="74" y="302"/>
                </a:lnTo>
                <a:lnTo>
                  <a:pt x="71" y="302"/>
                </a:lnTo>
                <a:lnTo>
                  <a:pt x="65" y="298"/>
                </a:lnTo>
                <a:lnTo>
                  <a:pt x="59" y="297"/>
                </a:lnTo>
                <a:lnTo>
                  <a:pt x="54" y="295"/>
                </a:lnTo>
                <a:lnTo>
                  <a:pt x="50" y="291"/>
                </a:lnTo>
                <a:lnTo>
                  <a:pt x="44" y="287"/>
                </a:lnTo>
                <a:lnTo>
                  <a:pt x="40" y="283"/>
                </a:lnTo>
                <a:lnTo>
                  <a:pt x="36" y="278"/>
                </a:lnTo>
                <a:lnTo>
                  <a:pt x="31" y="274"/>
                </a:lnTo>
                <a:lnTo>
                  <a:pt x="27" y="266"/>
                </a:lnTo>
                <a:lnTo>
                  <a:pt x="23" y="260"/>
                </a:lnTo>
                <a:lnTo>
                  <a:pt x="19" y="253"/>
                </a:lnTo>
                <a:lnTo>
                  <a:pt x="17" y="245"/>
                </a:lnTo>
                <a:lnTo>
                  <a:pt x="14" y="240"/>
                </a:lnTo>
                <a:lnTo>
                  <a:pt x="14" y="236"/>
                </a:lnTo>
                <a:lnTo>
                  <a:pt x="12" y="230"/>
                </a:lnTo>
                <a:lnTo>
                  <a:pt x="12" y="226"/>
                </a:lnTo>
                <a:lnTo>
                  <a:pt x="10" y="220"/>
                </a:lnTo>
                <a:lnTo>
                  <a:pt x="10" y="215"/>
                </a:lnTo>
                <a:lnTo>
                  <a:pt x="10" y="209"/>
                </a:lnTo>
                <a:lnTo>
                  <a:pt x="10" y="205"/>
                </a:lnTo>
                <a:lnTo>
                  <a:pt x="0" y="188"/>
                </a:lnTo>
                <a:lnTo>
                  <a:pt x="0" y="188"/>
                </a:lnTo>
                <a:close/>
              </a:path>
            </a:pathLst>
          </a:custGeom>
          <a:solidFill>
            <a:srgbClr val="F5DB8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" name="Freeform 55"/>
          <p:cNvSpPr>
            <a:spLocks/>
          </p:cNvSpPr>
          <p:nvPr/>
        </p:nvSpPr>
        <p:spPr bwMode="auto">
          <a:xfrm>
            <a:off x="1096963" y="900113"/>
            <a:ext cx="1176338" cy="1179513"/>
          </a:xfrm>
          <a:custGeom>
            <a:avLst/>
            <a:gdLst>
              <a:gd name="T0" fmla="*/ 673 w 1482"/>
              <a:gd name="T1" fmla="*/ 1485 h 1485"/>
              <a:gd name="T2" fmla="*/ 595 w 1482"/>
              <a:gd name="T3" fmla="*/ 1480 h 1485"/>
              <a:gd name="T4" fmla="*/ 488 w 1482"/>
              <a:gd name="T5" fmla="*/ 1462 h 1485"/>
              <a:gd name="T6" fmla="*/ 365 w 1482"/>
              <a:gd name="T7" fmla="*/ 1417 h 1485"/>
              <a:gd name="T8" fmla="*/ 241 w 1482"/>
              <a:gd name="T9" fmla="*/ 1339 h 1485"/>
              <a:gd name="T10" fmla="*/ 129 w 1482"/>
              <a:gd name="T11" fmla="*/ 1213 h 1485"/>
              <a:gd name="T12" fmla="*/ 45 w 1482"/>
              <a:gd name="T13" fmla="*/ 1037 h 1485"/>
              <a:gd name="T14" fmla="*/ 3 w 1482"/>
              <a:gd name="T15" fmla="*/ 837 h 1485"/>
              <a:gd name="T16" fmla="*/ 5 w 1482"/>
              <a:gd name="T17" fmla="*/ 662 h 1485"/>
              <a:gd name="T18" fmla="*/ 38 w 1482"/>
              <a:gd name="T19" fmla="*/ 510 h 1485"/>
              <a:gd name="T20" fmla="*/ 87 w 1482"/>
              <a:gd name="T21" fmla="*/ 390 h 1485"/>
              <a:gd name="T22" fmla="*/ 140 w 1482"/>
              <a:gd name="T23" fmla="*/ 299 h 1485"/>
              <a:gd name="T24" fmla="*/ 182 w 1482"/>
              <a:gd name="T25" fmla="*/ 240 h 1485"/>
              <a:gd name="T26" fmla="*/ 213 w 1482"/>
              <a:gd name="T27" fmla="*/ 210 h 1485"/>
              <a:gd name="T28" fmla="*/ 262 w 1482"/>
              <a:gd name="T29" fmla="*/ 170 h 1485"/>
              <a:gd name="T30" fmla="*/ 340 w 1482"/>
              <a:gd name="T31" fmla="*/ 115 h 1485"/>
              <a:gd name="T32" fmla="*/ 450 w 1482"/>
              <a:gd name="T33" fmla="*/ 61 h 1485"/>
              <a:gd name="T34" fmla="*/ 583 w 1482"/>
              <a:gd name="T35" fmla="*/ 18 h 1485"/>
              <a:gd name="T36" fmla="*/ 739 w 1482"/>
              <a:gd name="T37" fmla="*/ 0 h 1485"/>
              <a:gd name="T38" fmla="*/ 914 w 1482"/>
              <a:gd name="T39" fmla="*/ 23 h 1485"/>
              <a:gd name="T40" fmla="*/ 1093 w 1482"/>
              <a:gd name="T41" fmla="*/ 90 h 1485"/>
              <a:gd name="T42" fmla="*/ 1230 w 1482"/>
              <a:gd name="T43" fmla="*/ 177 h 1485"/>
              <a:gd name="T44" fmla="*/ 1330 w 1482"/>
              <a:gd name="T45" fmla="*/ 270 h 1485"/>
              <a:gd name="T46" fmla="*/ 1399 w 1482"/>
              <a:gd name="T47" fmla="*/ 362 h 1485"/>
              <a:gd name="T48" fmla="*/ 1441 w 1482"/>
              <a:gd name="T49" fmla="*/ 443 h 1485"/>
              <a:gd name="T50" fmla="*/ 1463 w 1482"/>
              <a:gd name="T51" fmla="*/ 506 h 1485"/>
              <a:gd name="T52" fmla="*/ 1473 w 1482"/>
              <a:gd name="T53" fmla="*/ 546 h 1485"/>
              <a:gd name="T54" fmla="*/ 1479 w 1482"/>
              <a:gd name="T55" fmla="*/ 594 h 1485"/>
              <a:gd name="T56" fmla="*/ 1482 w 1482"/>
              <a:gd name="T57" fmla="*/ 635 h 1485"/>
              <a:gd name="T58" fmla="*/ 1482 w 1482"/>
              <a:gd name="T59" fmla="*/ 687 h 1485"/>
              <a:gd name="T60" fmla="*/ 1481 w 1482"/>
              <a:gd name="T61" fmla="*/ 742 h 1485"/>
              <a:gd name="T62" fmla="*/ 1473 w 1482"/>
              <a:gd name="T63" fmla="*/ 795 h 1485"/>
              <a:gd name="T64" fmla="*/ 1463 w 1482"/>
              <a:gd name="T65" fmla="*/ 829 h 1485"/>
              <a:gd name="T66" fmla="*/ 1462 w 1482"/>
              <a:gd name="T67" fmla="*/ 774 h 1485"/>
              <a:gd name="T68" fmla="*/ 1454 w 1482"/>
              <a:gd name="T69" fmla="*/ 679 h 1485"/>
              <a:gd name="T70" fmla="*/ 1427 w 1482"/>
              <a:gd name="T71" fmla="*/ 559 h 1485"/>
              <a:gd name="T72" fmla="*/ 1372 w 1482"/>
              <a:gd name="T73" fmla="*/ 428 h 1485"/>
              <a:gd name="T74" fmla="*/ 1281 w 1482"/>
              <a:gd name="T75" fmla="*/ 308 h 1485"/>
              <a:gd name="T76" fmla="*/ 1142 w 1482"/>
              <a:gd name="T77" fmla="*/ 211 h 1485"/>
              <a:gd name="T78" fmla="*/ 954 w 1482"/>
              <a:gd name="T79" fmla="*/ 156 h 1485"/>
              <a:gd name="T80" fmla="*/ 773 w 1482"/>
              <a:gd name="T81" fmla="*/ 164 h 1485"/>
              <a:gd name="T82" fmla="*/ 617 w 1482"/>
              <a:gd name="T83" fmla="*/ 219 h 1485"/>
              <a:gd name="T84" fmla="*/ 488 w 1482"/>
              <a:gd name="T85" fmla="*/ 310 h 1485"/>
              <a:gd name="T86" fmla="*/ 389 w 1482"/>
              <a:gd name="T87" fmla="*/ 421 h 1485"/>
              <a:gd name="T88" fmla="*/ 319 w 1482"/>
              <a:gd name="T89" fmla="*/ 533 h 1485"/>
              <a:gd name="T90" fmla="*/ 277 w 1482"/>
              <a:gd name="T91" fmla="*/ 628 h 1485"/>
              <a:gd name="T92" fmla="*/ 268 w 1482"/>
              <a:gd name="T93" fmla="*/ 698 h 1485"/>
              <a:gd name="T94" fmla="*/ 264 w 1482"/>
              <a:gd name="T95" fmla="*/ 769 h 1485"/>
              <a:gd name="T96" fmla="*/ 262 w 1482"/>
              <a:gd name="T97" fmla="*/ 856 h 1485"/>
              <a:gd name="T98" fmla="*/ 271 w 1482"/>
              <a:gd name="T99" fmla="*/ 955 h 1485"/>
              <a:gd name="T100" fmla="*/ 296 w 1482"/>
              <a:gd name="T101" fmla="*/ 1061 h 1485"/>
              <a:gd name="T102" fmla="*/ 346 w 1482"/>
              <a:gd name="T103" fmla="*/ 1170 h 1485"/>
              <a:gd name="T104" fmla="*/ 429 w 1482"/>
              <a:gd name="T105" fmla="*/ 1280 h 1485"/>
              <a:gd name="T106" fmla="*/ 540 w 1482"/>
              <a:gd name="T107" fmla="*/ 1373 h 1485"/>
              <a:gd name="T108" fmla="*/ 583 w 1482"/>
              <a:gd name="T109" fmla="*/ 1402 h 1485"/>
              <a:gd name="T110" fmla="*/ 642 w 1482"/>
              <a:gd name="T111" fmla="*/ 1430 h 1485"/>
              <a:gd name="T112" fmla="*/ 684 w 1482"/>
              <a:gd name="T113" fmla="*/ 1443 h 1485"/>
              <a:gd name="T114" fmla="*/ 732 w 1482"/>
              <a:gd name="T115" fmla="*/ 1455 h 14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482" h="1485">
                <a:moveTo>
                  <a:pt x="707" y="1485"/>
                </a:moveTo>
                <a:lnTo>
                  <a:pt x="705" y="1485"/>
                </a:lnTo>
                <a:lnTo>
                  <a:pt x="699" y="1485"/>
                </a:lnTo>
                <a:lnTo>
                  <a:pt x="697" y="1485"/>
                </a:lnTo>
                <a:lnTo>
                  <a:pt x="694" y="1485"/>
                </a:lnTo>
                <a:lnTo>
                  <a:pt x="688" y="1485"/>
                </a:lnTo>
                <a:lnTo>
                  <a:pt x="684" y="1485"/>
                </a:lnTo>
                <a:lnTo>
                  <a:pt x="676" y="1485"/>
                </a:lnTo>
                <a:lnTo>
                  <a:pt x="673" y="1485"/>
                </a:lnTo>
                <a:lnTo>
                  <a:pt x="665" y="1485"/>
                </a:lnTo>
                <a:lnTo>
                  <a:pt x="657" y="1485"/>
                </a:lnTo>
                <a:lnTo>
                  <a:pt x="650" y="1483"/>
                </a:lnTo>
                <a:lnTo>
                  <a:pt x="642" y="1483"/>
                </a:lnTo>
                <a:lnTo>
                  <a:pt x="633" y="1483"/>
                </a:lnTo>
                <a:lnTo>
                  <a:pt x="625" y="1483"/>
                </a:lnTo>
                <a:lnTo>
                  <a:pt x="616" y="1481"/>
                </a:lnTo>
                <a:lnTo>
                  <a:pt x="606" y="1481"/>
                </a:lnTo>
                <a:lnTo>
                  <a:pt x="595" y="1480"/>
                </a:lnTo>
                <a:lnTo>
                  <a:pt x="583" y="1480"/>
                </a:lnTo>
                <a:lnTo>
                  <a:pt x="574" y="1478"/>
                </a:lnTo>
                <a:lnTo>
                  <a:pt x="562" y="1476"/>
                </a:lnTo>
                <a:lnTo>
                  <a:pt x="551" y="1474"/>
                </a:lnTo>
                <a:lnTo>
                  <a:pt x="540" y="1474"/>
                </a:lnTo>
                <a:lnTo>
                  <a:pt x="526" y="1470"/>
                </a:lnTo>
                <a:lnTo>
                  <a:pt x="513" y="1468"/>
                </a:lnTo>
                <a:lnTo>
                  <a:pt x="502" y="1464"/>
                </a:lnTo>
                <a:lnTo>
                  <a:pt x="488" y="1462"/>
                </a:lnTo>
                <a:lnTo>
                  <a:pt x="473" y="1457"/>
                </a:lnTo>
                <a:lnTo>
                  <a:pt x="462" y="1455"/>
                </a:lnTo>
                <a:lnTo>
                  <a:pt x="448" y="1451"/>
                </a:lnTo>
                <a:lnTo>
                  <a:pt x="435" y="1445"/>
                </a:lnTo>
                <a:lnTo>
                  <a:pt x="420" y="1440"/>
                </a:lnTo>
                <a:lnTo>
                  <a:pt x="406" y="1436"/>
                </a:lnTo>
                <a:lnTo>
                  <a:pt x="393" y="1430"/>
                </a:lnTo>
                <a:lnTo>
                  <a:pt x="380" y="1424"/>
                </a:lnTo>
                <a:lnTo>
                  <a:pt x="365" y="1417"/>
                </a:lnTo>
                <a:lnTo>
                  <a:pt x="351" y="1409"/>
                </a:lnTo>
                <a:lnTo>
                  <a:pt x="338" y="1402"/>
                </a:lnTo>
                <a:lnTo>
                  <a:pt x="323" y="1396"/>
                </a:lnTo>
                <a:lnTo>
                  <a:pt x="309" y="1386"/>
                </a:lnTo>
                <a:lnTo>
                  <a:pt x="294" y="1379"/>
                </a:lnTo>
                <a:lnTo>
                  <a:pt x="281" y="1369"/>
                </a:lnTo>
                <a:lnTo>
                  <a:pt x="268" y="1360"/>
                </a:lnTo>
                <a:lnTo>
                  <a:pt x="254" y="1348"/>
                </a:lnTo>
                <a:lnTo>
                  <a:pt x="241" y="1339"/>
                </a:lnTo>
                <a:lnTo>
                  <a:pt x="228" y="1327"/>
                </a:lnTo>
                <a:lnTo>
                  <a:pt x="216" y="1316"/>
                </a:lnTo>
                <a:lnTo>
                  <a:pt x="201" y="1303"/>
                </a:lnTo>
                <a:lnTo>
                  <a:pt x="188" y="1289"/>
                </a:lnTo>
                <a:lnTo>
                  <a:pt x="176" y="1274"/>
                </a:lnTo>
                <a:lnTo>
                  <a:pt x="165" y="1261"/>
                </a:lnTo>
                <a:lnTo>
                  <a:pt x="152" y="1246"/>
                </a:lnTo>
                <a:lnTo>
                  <a:pt x="140" y="1231"/>
                </a:lnTo>
                <a:lnTo>
                  <a:pt x="129" y="1213"/>
                </a:lnTo>
                <a:lnTo>
                  <a:pt x="119" y="1198"/>
                </a:lnTo>
                <a:lnTo>
                  <a:pt x="108" y="1179"/>
                </a:lnTo>
                <a:lnTo>
                  <a:pt x="97" y="1162"/>
                </a:lnTo>
                <a:lnTo>
                  <a:pt x="87" y="1141"/>
                </a:lnTo>
                <a:lnTo>
                  <a:pt x="79" y="1124"/>
                </a:lnTo>
                <a:lnTo>
                  <a:pt x="68" y="1101"/>
                </a:lnTo>
                <a:lnTo>
                  <a:pt x="60" y="1080"/>
                </a:lnTo>
                <a:lnTo>
                  <a:pt x="53" y="1059"/>
                </a:lnTo>
                <a:lnTo>
                  <a:pt x="45" y="1037"/>
                </a:lnTo>
                <a:lnTo>
                  <a:pt x="38" y="1014"/>
                </a:lnTo>
                <a:lnTo>
                  <a:pt x="30" y="991"/>
                </a:lnTo>
                <a:lnTo>
                  <a:pt x="24" y="966"/>
                </a:lnTo>
                <a:lnTo>
                  <a:pt x="21" y="945"/>
                </a:lnTo>
                <a:lnTo>
                  <a:pt x="15" y="923"/>
                </a:lnTo>
                <a:lnTo>
                  <a:pt x="11" y="902"/>
                </a:lnTo>
                <a:lnTo>
                  <a:pt x="7" y="879"/>
                </a:lnTo>
                <a:lnTo>
                  <a:pt x="5" y="858"/>
                </a:lnTo>
                <a:lnTo>
                  <a:pt x="3" y="837"/>
                </a:lnTo>
                <a:lnTo>
                  <a:pt x="2" y="816"/>
                </a:lnTo>
                <a:lnTo>
                  <a:pt x="0" y="795"/>
                </a:lnTo>
                <a:lnTo>
                  <a:pt x="0" y="776"/>
                </a:lnTo>
                <a:lnTo>
                  <a:pt x="0" y="755"/>
                </a:lnTo>
                <a:lnTo>
                  <a:pt x="0" y="736"/>
                </a:lnTo>
                <a:lnTo>
                  <a:pt x="0" y="717"/>
                </a:lnTo>
                <a:lnTo>
                  <a:pt x="2" y="698"/>
                </a:lnTo>
                <a:lnTo>
                  <a:pt x="3" y="679"/>
                </a:lnTo>
                <a:lnTo>
                  <a:pt x="5" y="662"/>
                </a:lnTo>
                <a:lnTo>
                  <a:pt x="7" y="643"/>
                </a:lnTo>
                <a:lnTo>
                  <a:pt x="11" y="626"/>
                </a:lnTo>
                <a:lnTo>
                  <a:pt x="13" y="609"/>
                </a:lnTo>
                <a:lnTo>
                  <a:pt x="17" y="592"/>
                </a:lnTo>
                <a:lnTo>
                  <a:pt x="21" y="575"/>
                </a:lnTo>
                <a:lnTo>
                  <a:pt x="24" y="559"/>
                </a:lnTo>
                <a:lnTo>
                  <a:pt x="28" y="542"/>
                </a:lnTo>
                <a:lnTo>
                  <a:pt x="34" y="527"/>
                </a:lnTo>
                <a:lnTo>
                  <a:pt x="38" y="510"/>
                </a:lnTo>
                <a:lnTo>
                  <a:pt x="43" y="497"/>
                </a:lnTo>
                <a:lnTo>
                  <a:pt x="47" y="481"/>
                </a:lnTo>
                <a:lnTo>
                  <a:pt x="53" y="466"/>
                </a:lnTo>
                <a:lnTo>
                  <a:pt x="59" y="453"/>
                </a:lnTo>
                <a:lnTo>
                  <a:pt x="64" y="442"/>
                </a:lnTo>
                <a:lnTo>
                  <a:pt x="70" y="428"/>
                </a:lnTo>
                <a:lnTo>
                  <a:pt x="76" y="415"/>
                </a:lnTo>
                <a:lnTo>
                  <a:pt x="81" y="402"/>
                </a:lnTo>
                <a:lnTo>
                  <a:pt x="87" y="390"/>
                </a:lnTo>
                <a:lnTo>
                  <a:pt x="93" y="377"/>
                </a:lnTo>
                <a:lnTo>
                  <a:pt x="100" y="367"/>
                </a:lnTo>
                <a:lnTo>
                  <a:pt x="106" y="354"/>
                </a:lnTo>
                <a:lnTo>
                  <a:pt x="112" y="345"/>
                </a:lnTo>
                <a:lnTo>
                  <a:pt x="117" y="335"/>
                </a:lnTo>
                <a:lnTo>
                  <a:pt x="123" y="326"/>
                </a:lnTo>
                <a:lnTo>
                  <a:pt x="127" y="316"/>
                </a:lnTo>
                <a:lnTo>
                  <a:pt x="135" y="307"/>
                </a:lnTo>
                <a:lnTo>
                  <a:pt x="140" y="299"/>
                </a:lnTo>
                <a:lnTo>
                  <a:pt x="146" y="289"/>
                </a:lnTo>
                <a:lnTo>
                  <a:pt x="152" y="284"/>
                </a:lnTo>
                <a:lnTo>
                  <a:pt x="157" y="276"/>
                </a:lnTo>
                <a:lnTo>
                  <a:pt x="161" y="269"/>
                </a:lnTo>
                <a:lnTo>
                  <a:pt x="167" y="261"/>
                </a:lnTo>
                <a:lnTo>
                  <a:pt x="171" y="255"/>
                </a:lnTo>
                <a:lnTo>
                  <a:pt x="176" y="250"/>
                </a:lnTo>
                <a:lnTo>
                  <a:pt x="178" y="246"/>
                </a:lnTo>
                <a:lnTo>
                  <a:pt x="182" y="240"/>
                </a:lnTo>
                <a:lnTo>
                  <a:pt x="188" y="236"/>
                </a:lnTo>
                <a:lnTo>
                  <a:pt x="192" y="232"/>
                </a:lnTo>
                <a:lnTo>
                  <a:pt x="195" y="227"/>
                </a:lnTo>
                <a:lnTo>
                  <a:pt x="201" y="223"/>
                </a:lnTo>
                <a:lnTo>
                  <a:pt x="203" y="219"/>
                </a:lnTo>
                <a:lnTo>
                  <a:pt x="205" y="219"/>
                </a:lnTo>
                <a:lnTo>
                  <a:pt x="205" y="217"/>
                </a:lnTo>
                <a:lnTo>
                  <a:pt x="209" y="215"/>
                </a:lnTo>
                <a:lnTo>
                  <a:pt x="213" y="210"/>
                </a:lnTo>
                <a:lnTo>
                  <a:pt x="220" y="204"/>
                </a:lnTo>
                <a:lnTo>
                  <a:pt x="222" y="200"/>
                </a:lnTo>
                <a:lnTo>
                  <a:pt x="228" y="196"/>
                </a:lnTo>
                <a:lnTo>
                  <a:pt x="232" y="192"/>
                </a:lnTo>
                <a:lnTo>
                  <a:pt x="237" y="189"/>
                </a:lnTo>
                <a:lnTo>
                  <a:pt x="243" y="183"/>
                </a:lnTo>
                <a:lnTo>
                  <a:pt x="249" y="177"/>
                </a:lnTo>
                <a:lnTo>
                  <a:pt x="254" y="173"/>
                </a:lnTo>
                <a:lnTo>
                  <a:pt x="262" y="170"/>
                </a:lnTo>
                <a:lnTo>
                  <a:pt x="270" y="162"/>
                </a:lnTo>
                <a:lnTo>
                  <a:pt x="275" y="156"/>
                </a:lnTo>
                <a:lnTo>
                  <a:pt x="285" y="151"/>
                </a:lnTo>
                <a:lnTo>
                  <a:pt x="292" y="145"/>
                </a:lnTo>
                <a:lnTo>
                  <a:pt x="302" y="139"/>
                </a:lnTo>
                <a:lnTo>
                  <a:pt x="309" y="134"/>
                </a:lnTo>
                <a:lnTo>
                  <a:pt x="321" y="128"/>
                </a:lnTo>
                <a:lnTo>
                  <a:pt x="330" y="122"/>
                </a:lnTo>
                <a:lnTo>
                  <a:pt x="340" y="115"/>
                </a:lnTo>
                <a:lnTo>
                  <a:pt x="351" y="109"/>
                </a:lnTo>
                <a:lnTo>
                  <a:pt x="363" y="101"/>
                </a:lnTo>
                <a:lnTo>
                  <a:pt x="374" y="96"/>
                </a:lnTo>
                <a:lnTo>
                  <a:pt x="386" y="90"/>
                </a:lnTo>
                <a:lnTo>
                  <a:pt x="397" y="84"/>
                </a:lnTo>
                <a:lnTo>
                  <a:pt x="410" y="78"/>
                </a:lnTo>
                <a:lnTo>
                  <a:pt x="424" y="73"/>
                </a:lnTo>
                <a:lnTo>
                  <a:pt x="435" y="67"/>
                </a:lnTo>
                <a:lnTo>
                  <a:pt x="450" y="61"/>
                </a:lnTo>
                <a:lnTo>
                  <a:pt x="463" y="54"/>
                </a:lnTo>
                <a:lnTo>
                  <a:pt x="477" y="50"/>
                </a:lnTo>
                <a:lnTo>
                  <a:pt x="490" y="44"/>
                </a:lnTo>
                <a:lnTo>
                  <a:pt x="505" y="38"/>
                </a:lnTo>
                <a:lnTo>
                  <a:pt x="521" y="35"/>
                </a:lnTo>
                <a:lnTo>
                  <a:pt x="536" y="29"/>
                </a:lnTo>
                <a:lnTo>
                  <a:pt x="551" y="25"/>
                </a:lnTo>
                <a:lnTo>
                  <a:pt x="566" y="21"/>
                </a:lnTo>
                <a:lnTo>
                  <a:pt x="583" y="18"/>
                </a:lnTo>
                <a:lnTo>
                  <a:pt x="600" y="14"/>
                </a:lnTo>
                <a:lnTo>
                  <a:pt x="616" y="12"/>
                </a:lnTo>
                <a:lnTo>
                  <a:pt x="633" y="8"/>
                </a:lnTo>
                <a:lnTo>
                  <a:pt x="650" y="6"/>
                </a:lnTo>
                <a:lnTo>
                  <a:pt x="669" y="4"/>
                </a:lnTo>
                <a:lnTo>
                  <a:pt x="686" y="2"/>
                </a:lnTo>
                <a:lnTo>
                  <a:pt x="703" y="0"/>
                </a:lnTo>
                <a:lnTo>
                  <a:pt x="722" y="0"/>
                </a:lnTo>
                <a:lnTo>
                  <a:pt x="739" y="0"/>
                </a:lnTo>
                <a:lnTo>
                  <a:pt x="758" y="0"/>
                </a:lnTo>
                <a:lnTo>
                  <a:pt x="777" y="0"/>
                </a:lnTo>
                <a:lnTo>
                  <a:pt x="796" y="2"/>
                </a:lnTo>
                <a:lnTo>
                  <a:pt x="815" y="6"/>
                </a:lnTo>
                <a:lnTo>
                  <a:pt x="836" y="8"/>
                </a:lnTo>
                <a:lnTo>
                  <a:pt x="855" y="12"/>
                </a:lnTo>
                <a:lnTo>
                  <a:pt x="874" y="14"/>
                </a:lnTo>
                <a:lnTo>
                  <a:pt x="895" y="19"/>
                </a:lnTo>
                <a:lnTo>
                  <a:pt x="914" y="23"/>
                </a:lnTo>
                <a:lnTo>
                  <a:pt x="935" y="29"/>
                </a:lnTo>
                <a:lnTo>
                  <a:pt x="958" y="37"/>
                </a:lnTo>
                <a:lnTo>
                  <a:pt x="979" y="44"/>
                </a:lnTo>
                <a:lnTo>
                  <a:pt x="998" y="52"/>
                </a:lnTo>
                <a:lnTo>
                  <a:pt x="1019" y="57"/>
                </a:lnTo>
                <a:lnTo>
                  <a:pt x="1038" y="65"/>
                </a:lnTo>
                <a:lnTo>
                  <a:pt x="1057" y="75"/>
                </a:lnTo>
                <a:lnTo>
                  <a:pt x="1074" y="82"/>
                </a:lnTo>
                <a:lnTo>
                  <a:pt x="1093" y="90"/>
                </a:lnTo>
                <a:lnTo>
                  <a:pt x="1110" y="99"/>
                </a:lnTo>
                <a:lnTo>
                  <a:pt x="1127" y="109"/>
                </a:lnTo>
                <a:lnTo>
                  <a:pt x="1142" y="118"/>
                </a:lnTo>
                <a:lnTo>
                  <a:pt x="1159" y="128"/>
                </a:lnTo>
                <a:lnTo>
                  <a:pt x="1173" y="137"/>
                </a:lnTo>
                <a:lnTo>
                  <a:pt x="1188" y="147"/>
                </a:lnTo>
                <a:lnTo>
                  <a:pt x="1203" y="156"/>
                </a:lnTo>
                <a:lnTo>
                  <a:pt x="1216" y="166"/>
                </a:lnTo>
                <a:lnTo>
                  <a:pt x="1230" y="177"/>
                </a:lnTo>
                <a:lnTo>
                  <a:pt x="1243" y="187"/>
                </a:lnTo>
                <a:lnTo>
                  <a:pt x="1254" y="196"/>
                </a:lnTo>
                <a:lnTo>
                  <a:pt x="1268" y="206"/>
                </a:lnTo>
                <a:lnTo>
                  <a:pt x="1279" y="217"/>
                </a:lnTo>
                <a:lnTo>
                  <a:pt x="1290" y="229"/>
                </a:lnTo>
                <a:lnTo>
                  <a:pt x="1300" y="238"/>
                </a:lnTo>
                <a:lnTo>
                  <a:pt x="1311" y="250"/>
                </a:lnTo>
                <a:lnTo>
                  <a:pt x="1321" y="259"/>
                </a:lnTo>
                <a:lnTo>
                  <a:pt x="1330" y="270"/>
                </a:lnTo>
                <a:lnTo>
                  <a:pt x="1338" y="280"/>
                </a:lnTo>
                <a:lnTo>
                  <a:pt x="1347" y="289"/>
                </a:lnTo>
                <a:lnTo>
                  <a:pt x="1355" y="301"/>
                </a:lnTo>
                <a:lnTo>
                  <a:pt x="1365" y="310"/>
                </a:lnTo>
                <a:lnTo>
                  <a:pt x="1372" y="322"/>
                </a:lnTo>
                <a:lnTo>
                  <a:pt x="1380" y="331"/>
                </a:lnTo>
                <a:lnTo>
                  <a:pt x="1386" y="343"/>
                </a:lnTo>
                <a:lnTo>
                  <a:pt x="1393" y="352"/>
                </a:lnTo>
                <a:lnTo>
                  <a:pt x="1399" y="362"/>
                </a:lnTo>
                <a:lnTo>
                  <a:pt x="1405" y="371"/>
                </a:lnTo>
                <a:lnTo>
                  <a:pt x="1410" y="381"/>
                </a:lnTo>
                <a:lnTo>
                  <a:pt x="1416" y="390"/>
                </a:lnTo>
                <a:lnTo>
                  <a:pt x="1420" y="400"/>
                </a:lnTo>
                <a:lnTo>
                  <a:pt x="1425" y="409"/>
                </a:lnTo>
                <a:lnTo>
                  <a:pt x="1429" y="417"/>
                </a:lnTo>
                <a:lnTo>
                  <a:pt x="1435" y="428"/>
                </a:lnTo>
                <a:lnTo>
                  <a:pt x="1437" y="436"/>
                </a:lnTo>
                <a:lnTo>
                  <a:pt x="1441" y="443"/>
                </a:lnTo>
                <a:lnTo>
                  <a:pt x="1444" y="451"/>
                </a:lnTo>
                <a:lnTo>
                  <a:pt x="1448" y="461"/>
                </a:lnTo>
                <a:lnTo>
                  <a:pt x="1450" y="466"/>
                </a:lnTo>
                <a:lnTo>
                  <a:pt x="1454" y="474"/>
                </a:lnTo>
                <a:lnTo>
                  <a:pt x="1456" y="481"/>
                </a:lnTo>
                <a:lnTo>
                  <a:pt x="1460" y="489"/>
                </a:lnTo>
                <a:lnTo>
                  <a:pt x="1462" y="495"/>
                </a:lnTo>
                <a:lnTo>
                  <a:pt x="1462" y="500"/>
                </a:lnTo>
                <a:lnTo>
                  <a:pt x="1463" y="506"/>
                </a:lnTo>
                <a:lnTo>
                  <a:pt x="1465" y="512"/>
                </a:lnTo>
                <a:lnTo>
                  <a:pt x="1467" y="516"/>
                </a:lnTo>
                <a:lnTo>
                  <a:pt x="1467" y="521"/>
                </a:lnTo>
                <a:lnTo>
                  <a:pt x="1469" y="525"/>
                </a:lnTo>
                <a:lnTo>
                  <a:pt x="1471" y="531"/>
                </a:lnTo>
                <a:lnTo>
                  <a:pt x="1471" y="537"/>
                </a:lnTo>
                <a:lnTo>
                  <a:pt x="1473" y="542"/>
                </a:lnTo>
                <a:lnTo>
                  <a:pt x="1473" y="544"/>
                </a:lnTo>
                <a:lnTo>
                  <a:pt x="1473" y="546"/>
                </a:lnTo>
                <a:lnTo>
                  <a:pt x="1473" y="548"/>
                </a:lnTo>
                <a:lnTo>
                  <a:pt x="1475" y="554"/>
                </a:lnTo>
                <a:lnTo>
                  <a:pt x="1475" y="556"/>
                </a:lnTo>
                <a:lnTo>
                  <a:pt x="1475" y="561"/>
                </a:lnTo>
                <a:lnTo>
                  <a:pt x="1477" y="567"/>
                </a:lnTo>
                <a:lnTo>
                  <a:pt x="1477" y="575"/>
                </a:lnTo>
                <a:lnTo>
                  <a:pt x="1477" y="580"/>
                </a:lnTo>
                <a:lnTo>
                  <a:pt x="1479" y="588"/>
                </a:lnTo>
                <a:lnTo>
                  <a:pt x="1479" y="594"/>
                </a:lnTo>
                <a:lnTo>
                  <a:pt x="1479" y="597"/>
                </a:lnTo>
                <a:lnTo>
                  <a:pt x="1479" y="601"/>
                </a:lnTo>
                <a:lnTo>
                  <a:pt x="1481" y="607"/>
                </a:lnTo>
                <a:lnTo>
                  <a:pt x="1481" y="611"/>
                </a:lnTo>
                <a:lnTo>
                  <a:pt x="1481" y="615"/>
                </a:lnTo>
                <a:lnTo>
                  <a:pt x="1481" y="620"/>
                </a:lnTo>
                <a:lnTo>
                  <a:pt x="1481" y="626"/>
                </a:lnTo>
                <a:lnTo>
                  <a:pt x="1481" y="630"/>
                </a:lnTo>
                <a:lnTo>
                  <a:pt x="1482" y="635"/>
                </a:lnTo>
                <a:lnTo>
                  <a:pt x="1482" y="641"/>
                </a:lnTo>
                <a:lnTo>
                  <a:pt x="1482" y="647"/>
                </a:lnTo>
                <a:lnTo>
                  <a:pt x="1482" y="653"/>
                </a:lnTo>
                <a:lnTo>
                  <a:pt x="1482" y="658"/>
                </a:lnTo>
                <a:lnTo>
                  <a:pt x="1482" y="664"/>
                </a:lnTo>
                <a:lnTo>
                  <a:pt x="1482" y="670"/>
                </a:lnTo>
                <a:lnTo>
                  <a:pt x="1482" y="675"/>
                </a:lnTo>
                <a:lnTo>
                  <a:pt x="1482" y="681"/>
                </a:lnTo>
                <a:lnTo>
                  <a:pt x="1482" y="687"/>
                </a:lnTo>
                <a:lnTo>
                  <a:pt x="1482" y="692"/>
                </a:lnTo>
                <a:lnTo>
                  <a:pt x="1482" y="698"/>
                </a:lnTo>
                <a:lnTo>
                  <a:pt x="1482" y="704"/>
                </a:lnTo>
                <a:lnTo>
                  <a:pt x="1482" y="710"/>
                </a:lnTo>
                <a:lnTo>
                  <a:pt x="1482" y="717"/>
                </a:lnTo>
                <a:lnTo>
                  <a:pt x="1481" y="723"/>
                </a:lnTo>
                <a:lnTo>
                  <a:pt x="1481" y="729"/>
                </a:lnTo>
                <a:lnTo>
                  <a:pt x="1481" y="734"/>
                </a:lnTo>
                <a:lnTo>
                  <a:pt x="1481" y="742"/>
                </a:lnTo>
                <a:lnTo>
                  <a:pt x="1479" y="748"/>
                </a:lnTo>
                <a:lnTo>
                  <a:pt x="1479" y="753"/>
                </a:lnTo>
                <a:lnTo>
                  <a:pt x="1479" y="759"/>
                </a:lnTo>
                <a:lnTo>
                  <a:pt x="1479" y="765"/>
                </a:lnTo>
                <a:lnTo>
                  <a:pt x="1477" y="770"/>
                </a:lnTo>
                <a:lnTo>
                  <a:pt x="1477" y="778"/>
                </a:lnTo>
                <a:lnTo>
                  <a:pt x="1475" y="784"/>
                </a:lnTo>
                <a:lnTo>
                  <a:pt x="1475" y="789"/>
                </a:lnTo>
                <a:lnTo>
                  <a:pt x="1473" y="795"/>
                </a:lnTo>
                <a:lnTo>
                  <a:pt x="1471" y="801"/>
                </a:lnTo>
                <a:lnTo>
                  <a:pt x="1469" y="807"/>
                </a:lnTo>
                <a:lnTo>
                  <a:pt x="1469" y="814"/>
                </a:lnTo>
                <a:lnTo>
                  <a:pt x="1467" y="818"/>
                </a:lnTo>
                <a:lnTo>
                  <a:pt x="1465" y="826"/>
                </a:lnTo>
                <a:lnTo>
                  <a:pt x="1463" y="829"/>
                </a:lnTo>
                <a:lnTo>
                  <a:pt x="1463" y="837"/>
                </a:lnTo>
                <a:lnTo>
                  <a:pt x="1463" y="833"/>
                </a:lnTo>
                <a:lnTo>
                  <a:pt x="1463" y="829"/>
                </a:lnTo>
                <a:lnTo>
                  <a:pt x="1463" y="826"/>
                </a:lnTo>
                <a:lnTo>
                  <a:pt x="1463" y="822"/>
                </a:lnTo>
                <a:lnTo>
                  <a:pt x="1463" y="816"/>
                </a:lnTo>
                <a:lnTo>
                  <a:pt x="1463" y="812"/>
                </a:lnTo>
                <a:lnTo>
                  <a:pt x="1463" y="805"/>
                </a:lnTo>
                <a:lnTo>
                  <a:pt x="1463" y="799"/>
                </a:lnTo>
                <a:lnTo>
                  <a:pt x="1463" y="791"/>
                </a:lnTo>
                <a:lnTo>
                  <a:pt x="1463" y="784"/>
                </a:lnTo>
                <a:lnTo>
                  <a:pt x="1462" y="774"/>
                </a:lnTo>
                <a:lnTo>
                  <a:pt x="1462" y="767"/>
                </a:lnTo>
                <a:lnTo>
                  <a:pt x="1462" y="757"/>
                </a:lnTo>
                <a:lnTo>
                  <a:pt x="1462" y="748"/>
                </a:lnTo>
                <a:lnTo>
                  <a:pt x="1460" y="736"/>
                </a:lnTo>
                <a:lnTo>
                  <a:pt x="1460" y="727"/>
                </a:lnTo>
                <a:lnTo>
                  <a:pt x="1458" y="715"/>
                </a:lnTo>
                <a:lnTo>
                  <a:pt x="1458" y="704"/>
                </a:lnTo>
                <a:lnTo>
                  <a:pt x="1456" y="691"/>
                </a:lnTo>
                <a:lnTo>
                  <a:pt x="1454" y="679"/>
                </a:lnTo>
                <a:lnTo>
                  <a:pt x="1452" y="666"/>
                </a:lnTo>
                <a:lnTo>
                  <a:pt x="1450" y="654"/>
                </a:lnTo>
                <a:lnTo>
                  <a:pt x="1446" y="641"/>
                </a:lnTo>
                <a:lnTo>
                  <a:pt x="1444" y="628"/>
                </a:lnTo>
                <a:lnTo>
                  <a:pt x="1441" y="615"/>
                </a:lnTo>
                <a:lnTo>
                  <a:pt x="1439" y="601"/>
                </a:lnTo>
                <a:lnTo>
                  <a:pt x="1435" y="586"/>
                </a:lnTo>
                <a:lnTo>
                  <a:pt x="1431" y="573"/>
                </a:lnTo>
                <a:lnTo>
                  <a:pt x="1427" y="559"/>
                </a:lnTo>
                <a:lnTo>
                  <a:pt x="1424" y="544"/>
                </a:lnTo>
                <a:lnTo>
                  <a:pt x="1418" y="531"/>
                </a:lnTo>
                <a:lnTo>
                  <a:pt x="1412" y="516"/>
                </a:lnTo>
                <a:lnTo>
                  <a:pt x="1406" y="500"/>
                </a:lnTo>
                <a:lnTo>
                  <a:pt x="1401" y="487"/>
                </a:lnTo>
                <a:lnTo>
                  <a:pt x="1393" y="472"/>
                </a:lnTo>
                <a:lnTo>
                  <a:pt x="1387" y="457"/>
                </a:lnTo>
                <a:lnTo>
                  <a:pt x="1380" y="443"/>
                </a:lnTo>
                <a:lnTo>
                  <a:pt x="1372" y="428"/>
                </a:lnTo>
                <a:lnTo>
                  <a:pt x="1365" y="415"/>
                </a:lnTo>
                <a:lnTo>
                  <a:pt x="1355" y="400"/>
                </a:lnTo>
                <a:lnTo>
                  <a:pt x="1346" y="386"/>
                </a:lnTo>
                <a:lnTo>
                  <a:pt x="1336" y="373"/>
                </a:lnTo>
                <a:lnTo>
                  <a:pt x="1325" y="360"/>
                </a:lnTo>
                <a:lnTo>
                  <a:pt x="1315" y="346"/>
                </a:lnTo>
                <a:lnTo>
                  <a:pt x="1304" y="333"/>
                </a:lnTo>
                <a:lnTo>
                  <a:pt x="1292" y="322"/>
                </a:lnTo>
                <a:lnTo>
                  <a:pt x="1281" y="308"/>
                </a:lnTo>
                <a:lnTo>
                  <a:pt x="1268" y="295"/>
                </a:lnTo>
                <a:lnTo>
                  <a:pt x="1254" y="284"/>
                </a:lnTo>
                <a:lnTo>
                  <a:pt x="1239" y="272"/>
                </a:lnTo>
                <a:lnTo>
                  <a:pt x="1224" y="261"/>
                </a:lnTo>
                <a:lnTo>
                  <a:pt x="1209" y="250"/>
                </a:lnTo>
                <a:lnTo>
                  <a:pt x="1194" y="240"/>
                </a:lnTo>
                <a:lnTo>
                  <a:pt x="1176" y="230"/>
                </a:lnTo>
                <a:lnTo>
                  <a:pt x="1159" y="221"/>
                </a:lnTo>
                <a:lnTo>
                  <a:pt x="1142" y="211"/>
                </a:lnTo>
                <a:lnTo>
                  <a:pt x="1123" y="202"/>
                </a:lnTo>
                <a:lnTo>
                  <a:pt x="1104" y="194"/>
                </a:lnTo>
                <a:lnTo>
                  <a:pt x="1083" y="189"/>
                </a:lnTo>
                <a:lnTo>
                  <a:pt x="1064" y="181"/>
                </a:lnTo>
                <a:lnTo>
                  <a:pt x="1041" y="175"/>
                </a:lnTo>
                <a:lnTo>
                  <a:pt x="1021" y="170"/>
                </a:lnTo>
                <a:lnTo>
                  <a:pt x="998" y="164"/>
                </a:lnTo>
                <a:lnTo>
                  <a:pt x="977" y="160"/>
                </a:lnTo>
                <a:lnTo>
                  <a:pt x="954" y="156"/>
                </a:lnTo>
                <a:lnTo>
                  <a:pt x="933" y="154"/>
                </a:lnTo>
                <a:lnTo>
                  <a:pt x="912" y="153"/>
                </a:lnTo>
                <a:lnTo>
                  <a:pt x="891" y="153"/>
                </a:lnTo>
                <a:lnTo>
                  <a:pt x="870" y="153"/>
                </a:lnTo>
                <a:lnTo>
                  <a:pt x="851" y="154"/>
                </a:lnTo>
                <a:lnTo>
                  <a:pt x="830" y="154"/>
                </a:lnTo>
                <a:lnTo>
                  <a:pt x="811" y="156"/>
                </a:lnTo>
                <a:lnTo>
                  <a:pt x="792" y="160"/>
                </a:lnTo>
                <a:lnTo>
                  <a:pt x="773" y="164"/>
                </a:lnTo>
                <a:lnTo>
                  <a:pt x="754" y="168"/>
                </a:lnTo>
                <a:lnTo>
                  <a:pt x="735" y="172"/>
                </a:lnTo>
                <a:lnTo>
                  <a:pt x="718" y="177"/>
                </a:lnTo>
                <a:lnTo>
                  <a:pt x="701" y="183"/>
                </a:lnTo>
                <a:lnTo>
                  <a:pt x="682" y="189"/>
                </a:lnTo>
                <a:lnTo>
                  <a:pt x="667" y="196"/>
                </a:lnTo>
                <a:lnTo>
                  <a:pt x="650" y="204"/>
                </a:lnTo>
                <a:lnTo>
                  <a:pt x="633" y="211"/>
                </a:lnTo>
                <a:lnTo>
                  <a:pt x="617" y="219"/>
                </a:lnTo>
                <a:lnTo>
                  <a:pt x="600" y="229"/>
                </a:lnTo>
                <a:lnTo>
                  <a:pt x="587" y="238"/>
                </a:lnTo>
                <a:lnTo>
                  <a:pt x="572" y="248"/>
                </a:lnTo>
                <a:lnTo>
                  <a:pt x="557" y="257"/>
                </a:lnTo>
                <a:lnTo>
                  <a:pt x="541" y="267"/>
                </a:lnTo>
                <a:lnTo>
                  <a:pt x="528" y="278"/>
                </a:lnTo>
                <a:lnTo>
                  <a:pt x="515" y="289"/>
                </a:lnTo>
                <a:lnTo>
                  <a:pt x="502" y="299"/>
                </a:lnTo>
                <a:lnTo>
                  <a:pt x="488" y="310"/>
                </a:lnTo>
                <a:lnTo>
                  <a:pt x="477" y="322"/>
                </a:lnTo>
                <a:lnTo>
                  <a:pt x="465" y="335"/>
                </a:lnTo>
                <a:lnTo>
                  <a:pt x="452" y="346"/>
                </a:lnTo>
                <a:lnTo>
                  <a:pt x="441" y="358"/>
                </a:lnTo>
                <a:lnTo>
                  <a:pt x="429" y="371"/>
                </a:lnTo>
                <a:lnTo>
                  <a:pt x="418" y="383"/>
                </a:lnTo>
                <a:lnTo>
                  <a:pt x="408" y="394"/>
                </a:lnTo>
                <a:lnTo>
                  <a:pt x="399" y="407"/>
                </a:lnTo>
                <a:lnTo>
                  <a:pt x="389" y="421"/>
                </a:lnTo>
                <a:lnTo>
                  <a:pt x="380" y="432"/>
                </a:lnTo>
                <a:lnTo>
                  <a:pt x="370" y="445"/>
                </a:lnTo>
                <a:lnTo>
                  <a:pt x="363" y="457"/>
                </a:lnTo>
                <a:lnTo>
                  <a:pt x="353" y="470"/>
                </a:lnTo>
                <a:lnTo>
                  <a:pt x="346" y="483"/>
                </a:lnTo>
                <a:lnTo>
                  <a:pt x="338" y="495"/>
                </a:lnTo>
                <a:lnTo>
                  <a:pt x="330" y="506"/>
                </a:lnTo>
                <a:lnTo>
                  <a:pt x="325" y="519"/>
                </a:lnTo>
                <a:lnTo>
                  <a:pt x="319" y="533"/>
                </a:lnTo>
                <a:lnTo>
                  <a:pt x="311" y="544"/>
                </a:lnTo>
                <a:lnTo>
                  <a:pt x="306" y="554"/>
                </a:lnTo>
                <a:lnTo>
                  <a:pt x="302" y="565"/>
                </a:lnTo>
                <a:lnTo>
                  <a:pt x="296" y="577"/>
                </a:lnTo>
                <a:lnTo>
                  <a:pt x="292" y="588"/>
                </a:lnTo>
                <a:lnTo>
                  <a:pt x="287" y="599"/>
                </a:lnTo>
                <a:lnTo>
                  <a:pt x="283" y="609"/>
                </a:lnTo>
                <a:lnTo>
                  <a:pt x="281" y="620"/>
                </a:lnTo>
                <a:lnTo>
                  <a:pt x="277" y="628"/>
                </a:lnTo>
                <a:lnTo>
                  <a:pt x="275" y="637"/>
                </a:lnTo>
                <a:lnTo>
                  <a:pt x="273" y="647"/>
                </a:lnTo>
                <a:lnTo>
                  <a:pt x="271" y="654"/>
                </a:lnTo>
                <a:lnTo>
                  <a:pt x="270" y="662"/>
                </a:lnTo>
                <a:lnTo>
                  <a:pt x="270" y="670"/>
                </a:lnTo>
                <a:lnTo>
                  <a:pt x="270" y="677"/>
                </a:lnTo>
                <a:lnTo>
                  <a:pt x="270" y="685"/>
                </a:lnTo>
                <a:lnTo>
                  <a:pt x="268" y="691"/>
                </a:lnTo>
                <a:lnTo>
                  <a:pt x="268" y="698"/>
                </a:lnTo>
                <a:lnTo>
                  <a:pt x="268" y="704"/>
                </a:lnTo>
                <a:lnTo>
                  <a:pt x="268" y="711"/>
                </a:lnTo>
                <a:lnTo>
                  <a:pt x="266" y="719"/>
                </a:lnTo>
                <a:lnTo>
                  <a:pt x="266" y="727"/>
                </a:lnTo>
                <a:lnTo>
                  <a:pt x="266" y="734"/>
                </a:lnTo>
                <a:lnTo>
                  <a:pt x="266" y="744"/>
                </a:lnTo>
                <a:lnTo>
                  <a:pt x="266" y="751"/>
                </a:lnTo>
                <a:lnTo>
                  <a:pt x="266" y="759"/>
                </a:lnTo>
                <a:lnTo>
                  <a:pt x="264" y="769"/>
                </a:lnTo>
                <a:lnTo>
                  <a:pt x="264" y="778"/>
                </a:lnTo>
                <a:lnTo>
                  <a:pt x="264" y="786"/>
                </a:lnTo>
                <a:lnTo>
                  <a:pt x="264" y="797"/>
                </a:lnTo>
                <a:lnTo>
                  <a:pt x="264" y="807"/>
                </a:lnTo>
                <a:lnTo>
                  <a:pt x="264" y="816"/>
                </a:lnTo>
                <a:lnTo>
                  <a:pt x="262" y="826"/>
                </a:lnTo>
                <a:lnTo>
                  <a:pt x="262" y="837"/>
                </a:lnTo>
                <a:lnTo>
                  <a:pt x="262" y="846"/>
                </a:lnTo>
                <a:lnTo>
                  <a:pt x="262" y="856"/>
                </a:lnTo>
                <a:lnTo>
                  <a:pt x="262" y="865"/>
                </a:lnTo>
                <a:lnTo>
                  <a:pt x="264" y="877"/>
                </a:lnTo>
                <a:lnTo>
                  <a:pt x="264" y="888"/>
                </a:lnTo>
                <a:lnTo>
                  <a:pt x="266" y="900"/>
                </a:lnTo>
                <a:lnTo>
                  <a:pt x="266" y="909"/>
                </a:lnTo>
                <a:lnTo>
                  <a:pt x="266" y="921"/>
                </a:lnTo>
                <a:lnTo>
                  <a:pt x="268" y="932"/>
                </a:lnTo>
                <a:lnTo>
                  <a:pt x="270" y="943"/>
                </a:lnTo>
                <a:lnTo>
                  <a:pt x="271" y="955"/>
                </a:lnTo>
                <a:lnTo>
                  <a:pt x="273" y="966"/>
                </a:lnTo>
                <a:lnTo>
                  <a:pt x="275" y="978"/>
                </a:lnTo>
                <a:lnTo>
                  <a:pt x="277" y="991"/>
                </a:lnTo>
                <a:lnTo>
                  <a:pt x="281" y="1002"/>
                </a:lnTo>
                <a:lnTo>
                  <a:pt x="283" y="1014"/>
                </a:lnTo>
                <a:lnTo>
                  <a:pt x="285" y="1025"/>
                </a:lnTo>
                <a:lnTo>
                  <a:pt x="289" y="1037"/>
                </a:lnTo>
                <a:lnTo>
                  <a:pt x="292" y="1048"/>
                </a:lnTo>
                <a:lnTo>
                  <a:pt x="296" y="1061"/>
                </a:lnTo>
                <a:lnTo>
                  <a:pt x="300" y="1073"/>
                </a:lnTo>
                <a:lnTo>
                  <a:pt x="306" y="1086"/>
                </a:lnTo>
                <a:lnTo>
                  <a:pt x="309" y="1097"/>
                </a:lnTo>
                <a:lnTo>
                  <a:pt x="315" y="1109"/>
                </a:lnTo>
                <a:lnTo>
                  <a:pt x="321" y="1122"/>
                </a:lnTo>
                <a:lnTo>
                  <a:pt x="327" y="1134"/>
                </a:lnTo>
                <a:lnTo>
                  <a:pt x="332" y="1147"/>
                </a:lnTo>
                <a:lnTo>
                  <a:pt x="338" y="1158"/>
                </a:lnTo>
                <a:lnTo>
                  <a:pt x="346" y="1170"/>
                </a:lnTo>
                <a:lnTo>
                  <a:pt x="353" y="1183"/>
                </a:lnTo>
                <a:lnTo>
                  <a:pt x="361" y="1194"/>
                </a:lnTo>
                <a:lnTo>
                  <a:pt x="370" y="1208"/>
                </a:lnTo>
                <a:lnTo>
                  <a:pt x="378" y="1219"/>
                </a:lnTo>
                <a:lnTo>
                  <a:pt x="387" y="1231"/>
                </a:lnTo>
                <a:lnTo>
                  <a:pt x="397" y="1242"/>
                </a:lnTo>
                <a:lnTo>
                  <a:pt x="406" y="1255"/>
                </a:lnTo>
                <a:lnTo>
                  <a:pt x="416" y="1267"/>
                </a:lnTo>
                <a:lnTo>
                  <a:pt x="429" y="1280"/>
                </a:lnTo>
                <a:lnTo>
                  <a:pt x="439" y="1291"/>
                </a:lnTo>
                <a:lnTo>
                  <a:pt x="452" y="1301"/>
                </a:lnTo>
                <a:lnTo>
                  <a:pt x="463" y="1314"/>
                </a:lnTo>
                <a:lnTo>
                  <a:pt x="477" y="1326"/>
                </a:lnTo>
                <a:lnTo>
                  <a:pt x="490" y="1337"/>
                </a:lnTo>
                <a:lnTo>
                  <a:pt x="505" y="1348"/>
                </a:lnTo>
                <a:lnTo>
                  <a:pt x="521" y="1360"/>
                </a:lnTo>
                <a:lnTo>
                  <a:pt x="536" y="1371"/>
                </a:lnTo>
                <a:lnTo>
                  <a:pt x="540" y="1373"/>
                </a:lnTo>
                <a:lnTo>
                  <a:pt x="543" y="1377"/>
                </a:lnTo>
                <a:lnTo>
                  <a:pt x="551" y="1381"/>
                </a:lnTo>
                <a:lnTo>
                  <a:pt x="553" y="1385"/>
                </a:lnTo>
                <a:lnTo>
                  <a:pt x="557" y="1386"/>
                </a:lnTo>
                <a:lnTo>
                  <a:pt x="562" y="1388"/>
                </a:lnTo>
                <a:lnTo>
                  <a:pt x="566" y="1392"/>
                </a:lnTo>
                <a:lnTo>
                  <a:pt x="572" y="1394"/>
                </a:lnTo>
                <a:lnTo>
                  <a:pt x="578" y="1398"/>
                </a:lnTo>
                <a:lnTo>
                  <a:pt x="583" y="1402"/>
                </a:lnTo>
                <a:lnTo>
                  <a:pt x="591" y="1405"/>
                </a:lnTo>
                <a:lnTo>
                  <a:pt x="597" y="1407"/>
                </a:lnTo>
                <a:lnTo>
                  <a:pt x="604" y="1413"/>
                </a:lnTo>
                <a:lnTo>
                  <a:pt x="612" y="1415"/>
                </a:lnTo>
                <a:lnTo>
                  <a:pt x="619" y="1419"/>
                </a:lnTo>
                <a:lnTo>
                  <a:pt x="627" y="1423"/>
                </a:lnTo>
                <a:lnTo>
                  <a:pt x="635" y="1426"/>
                </a:lnTo>
                <a:lnTo>
                  <a:pt x="638" y="1428"/>
                </a:lnTo>
                <a:lnTo>
                  <a:pt x="642" y="1430"/>
                </a:lnTo>
                <a:lnTo>
                  <a:pt x="648" y="1430"/>
                </a:lnTo>
                <a:lnTo>
                  <a:pt x="652" y="1434"/>
                </a:lnTo>
                <a:lnTo>
                  <a:pt x="655" y="1434"/>
                </a:lnTo>
                <a:lnTo>
                  <a:pt x="661" y="1436"/>
                </a:lnTo>
                <a:lnTo>
                  <a:pt x="665" y="1438"/>
                </a:lnTo>
                <a:lnTo>
                  <a:pt x="671" y="1440"/>
                </a:lnTo>
                <a:lnTo>
                  <a:pt x="675" y="1440"/>
                </a:lnTo>
                <a:lnTo>
                  <a:pt x="680" y="1442"/>
                </a:lnTo>
                <a:lnTo>
                  <a:pt x="684" y="1443"/>
                </a:lnTo>
                <a:lnTo>
                  <a:pt x="690" y="1445"/>
                </a:lnTo>
                <a:lnTo>
                  <a:pt x="694" y="1445"/>
                </a:lnTo>
                <a:lnTo>
                  <a:pt x="699" y="1447"/>
                </a:lnTo>
                <a:lnTo>
                  <a:pt x="705" y="1449"/>
                </a:lnTo>
                <a:lnTo>
                  <a:pt x="709" y="1451"/>
                </a:lnTo>
                <a:lnTo>
                  <a:pt x="714" y="1451"/>
                </a:lnTo>
                <a:lnTo>
                  <a:pt x="720" y="1453"/>
                </a:lnTo>
                <a:lnTo>
                  <a:pt x="726" y="1453"/>
                </a:lnTo>
                <a:lnTo>
                  <a:pt x="732" y="1455"/>
                </a:lnTo>
                <a:lnTo>
                  <a:pt x="707" y="1485"/>
                </a:lnTo>
                <a:lnTo>
                  <a:pt x="707" y="1485"/>
                </a:lnTo>
                <a:close/>
              </a:path>
            </a:pathLst>
          </a:custGeom>
          <a:solidFill>
            <a:srgbClr val="3D7D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" name="Freeform 57"/>
          <p:cNvSpPr>
            <a:spLocks/>
          </p:cNvSpPr>
          <p:nvPr/>
        </p:nvSpPr>
        <p:spPr bwMode="auto">
          <a:xfrm>
            <a:off x="1341438" y="1062038"/>
            <a:ext cx="954088" cy="1011238"/>
          </a:xfrm>
          <a:custGeom>
            <a:avLst/>
            <a:gdLst>
              <a:gd name="T0" fmla="*/ 1038 w 1203"/>
              <a:gd name="T1" fmla="*/ 1046 h 1274"/>
              <a:gd name="T2" fmla="*/ 1013 w 1203"/>
              <a:gd name="T3" fmla="*/ 1070 h 1274"/>
              <a:gd name="T4" fmla="*/ 979 w 1203"/>
              <a:gd name="T5" fmla="*/ 1101 h 1274"/>
              <a:gd name="T6" fmla="*/ 941 w 1203"/>
              <a:gd name="T7" fmla="*/ 1131 h 1274"/>
              <a:gd name="T8" fmla="*/ 918 w 1203"/>
              <a:gd name="T9" fmla="*/ 1148 h 1274"/>
              <a:gd name="T10" fmla="*/ 891 w 1203"/>
              <a:gd name="T11" fmla="*/ 1165 h 1274"/>
              <a:gd name="T12" fmla="*/ 863 w 1203"/>
              <a:gd name="T13" fmla="*/ 1182 h 1274"/>
              <a:gd name="T14" fmla="*/ 830 w 1203"/>
              <a:gd name="T15" fmla="*/ 1200 h 1274"/>
              <a:gd name="T16" fmla="*/ 771 w 1203"/>
              <a:gd name="T17" fmla="*/ 1222 h 1274"/>
              <a:gd name="T18" fmla="*/ 711 w 1203"/>
              <a:gd name="T19" fmla="*/ 1243 h 1274"/>
              <a:gd name="T20" fmla="*/ 646 w 1203"/>
              <a:gd name="T21" fmla="*/ 1260 h 1274"/>
              <a:gd name="T22" fmla="*/ 579 w 1203"/>
              <a:gd name="T23" fmla="*/ 1270 h 1274"/>
              <a:gd name="T24" fmla="*/ 513 w 1203"/>
              <a:gd name="T25" fmla="*/ 1274 h 1274"/>
              <a:gd name="T26" fmla="*/ 446 w 1203"/>
              <a:gd name="T27" fmla="*/ 1270 h 1274"/>
              <a:gd name="T28" fmla="*/ 380 w 1203"/>
              <a:gd name="T29" fmla="*/ 1257 h 1274"/>
              <a:gd name="T30" fmla="*/ 317 w 1203"/>
              <a:gd name="T31" fmla="*/ 1232 h 1274"/>
              <a:gd name="T32" fmla="*/ 256 w 1203"/>
              <a:gd name="T33" fmla="*/ 1198 h 1274"/>
              <a:gd name="T34" fmla="*/ 199 w 1203"/>
              <a:gd name="T35" fmla="*/ 1152 h 1274"/>
              <a:gd name="T36" fmla="*/ 148 w 1203"/>
              <a:gd name="T37" fmla="*/ 1093 h 1274"/>
              <a:gd name="T38" fmla="*/ 100 w 1203"/>
              <a:gd name="T39" fmla="*/ 1019 h 1274"/>
              <a:gd name="T40" fmla="*/ 53 w 1203"/>
              <a:gd name="T41" fmla="*/ 911 h 1274"/>
              <a:gd name="T42" fmla="*/ 15 w 1203"/>
              <a:gd name="T43" fmla="*/ 779 h 1274"/>
              <a:gd name="T44" fmla="*/ 1 w 1203"/>
              <a:gd name="T45" fmla="*/ 660 h 1274"/>
              <a:gd name="T46" fmla="*/ 5 w 1203"/>
              <a:gd name="T47" fmla="*/ 551 h 1274"/>
              <a:gd name="T48" fmla="*/ 28 w 1203"/>
              <a:gd name="T49" fmla="*/ 456 h 1274"/>
              <a:gd name="T50" fmla="*/ 62 w 1203"/>
              <a:gd name="T51" fmla="*/ 371 h 1274"/>
              <a:gd name="T52" fmla="*/ 110 w 1203"/>
              <a:gd name="T53" fmla="*/ 298 h 1274"/>
              <a:gd name="T54" fmla="*/ 159 w 1203"/>
              <a:gd name="T55" fmla="*/ 234 h 1274"/>
              <a:gd name="T56" fmla="*/ 216 w 1203"/>
              <a:gd name="T57" fmla="*/ 179 h 1274"/>
              <a:gd name="T58" fmla="*/ 271 w 1203"/>
              <a:gd name="T59" fmla="*/ 135 h 1274"/>
              <a:gd name="T60" fmla="*/ 325 w 1203"/>
              <a:gd name="T61" fmla="*/ 97 h 1274"/>
              <a:gd name="T62" fmla="*/ 370 w 1203"/>
              <a:gd name="T63" fmla="*/ 70 h 1274"/>
              <a:gd name="T64" fmla="*/ 408 w 1203"/>
              <a:gd name="T65" fmla="*/ 51 h 1274"/>
              <a:gd name="T66" fmla="*/ 437 w 1203"/>
              <a:gd name="T67" fmla="*/ 38 h 1274"/>
              <a:gd name="T68" fmla="*/ 477 w 1203"/>
              <a:gd name="T69" fmla="*/ 26 h 1274"/>
              <a:gd name="T70" fmla="*/ 522 w 1203"/>
              <a:gd name="T71" fmla="*/ 13 h 1274"/>
              <a:gd name="T72" fmla="*/ 578 w 1203"/>
              <a:gd name="T73" fmla="*/ 6 h 1274"/>
              <a:gd name="T74" fmla="*/ 638 w 1203"/>
              <a:gd name="T75" fmla="*/ 2 h 1274"/>
              <a:gd name="T76" fmla="*/ 703 w 1203"/>
              <a:gd name="T77" fmla="*/ 2 h 1274"/>
              <a:gd name="T78" fmla="*/ 770 w 1203"/>
              <a:gd name="T79" fmla="*/ 7 h 1274"/>
              <a:gd name="T80" fmla="*/ 836 w 1203"/>
              <a:gd name="T81" fmla="*/ 19 h 1274"/>
              <a:gd name="T82" fmla="*/ 901 w 1203"/>
              <a:gd name="T83" fmla="*/ 38 h 1274"/>
              <a:gd name="T84" fmla="*/ 963 w 1203"/>
              <a:gd name="T85" fmla="*/ 68 h 1274"/>
              <a:gd name="T86" fmla="*/ 1020 w 1203"/>
              <a:gd name="T87" fmla="*/ 104 h 1274"/>
              <a:gd name="T88" fmla="*/ 1072 w 1203"/>
              <a:gd name="T89" fmla="*/ 156 h 1274"/>
              <a:gd name="T90" fmla="*/ 1114 w 1203"/>
              <a:gd name="T91" fmla="*/ 219 h 1274"/>
              <a:gd name="T92" fmla="*/ 1148 w 1203"/>
              <a:gd name="T93" fmla="*/ 287 h 1274"/>
              <a:gd name="T94" fmla="*/ 1171 w 1203"/>
              <a:gd name="T95" fmla="*/ 357 h 1274"/>
              <a:gd name="T96" fmla="*/ 1188 w 1203"/>
              <a:gd name="T97" fmla="*/ 426 h 1274"/>
              <a:gd name="T98" fmla="*/ 1197 w 1203"/>
              <a:gd name="T99" fmla="*/ 494 h 1274"/>
              <a:gd name="T100" fmla="*/ 1203 w 1203"/>
              <a:gd name="T101" fmla="*/ 561 h 1274"/>
              <a:gd name="T102" fmla="*/ 1199 w 1203"/>
              <a:gd name="T103" fmla="*/ 625 h 1274"/>
              <a:gd name="T104" fmla="*/ 1193 w 1203"/>
              <a:gd name="T105" fmla="*/ 688 h 1274"/>
              <a:gd name="T106" fmla="*/ 1182 w 1203"/>
              <a:gd name="T107" fmla="*/ 747 h 1274"/>
              <a:gd name="T108" fmla="*/ 1167 w 1203"/>
              <a:gd name="T109" fmla="*/ 804 h 1274"/>
              <a:gd name="T110" fmla="*/ 1150 w 1203"/>
              <a:gd name="T111" fmla="*/ 855 h 1274"/>
              <a:gd name="T112" fmla="*/ 1131 w 1203"/>
              <a:gd name="T113" fmla="*/ 905 h 1274"/>
              <a:gd name="T114" fmla="*/ 1110 w 1203"/>
              <a:gd name="T115" fmla="*/ 950 h 1274"/>
              <a:gd name="T116" fmla="*/ 1089 w 1203"/>
              <a:gd name="T117" fmla="*/ 992 h 1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203" h="1274">
                <a:moveTo>
                  <a:pt x="1053" y="1028"/>
                </a:moveTo>
                <a:lnTo>
                  <a:pt x="1051" y="1030"/>
                </a:lnTo>
                <a:lnTo>
                  <a:pt x="1049" y="1032"/>
                </a:lnTo>
                <a:lnTo>
                  <a:pt x="1043" y="1038"/>
                </a:lnTo>
                <a:lnTo>
                  <a:pt x="1038" y="1046"/>
                </a:lnTo>
                <a:lnTo>
                  <a:pt x="1034" y="1049"/>
                </a:lnTo>
                <a:lnTo>
                  <a:pt x="1028" y="1053"/>
                </a:lnTo>
                <a:lnTo>
                  <a:pt x="1024" y="1059"/>
                </a:lnTo>
                <a:lnTo>
                  <a:pt x="1019" y="1065"/>
                </a:lnTo>
                <a:lnTo>
                  <a:pt x="1013" y="1070"/>
                </a:lnTo>
                <a:lnTo>
                  <a:pt x="1007" y="1076"/>
                </a:lnTo>
                <a:lnTo>
                  <a:pt x="1001" y="1082"/>
                </a:lnTo>
                <a:lnTo>
                  <a:pt x="996" y="1087"/>
                </a:lnTo>
                <a:lnTo>
                  <a:pt x="986" y="1093"/>
                </a:lnTo>
                <a:lnTo>
                  <a:pt x="979" y="1101"/>
                </a:lnTo>
                <a:lnTo>
                  <a:pt x="971" y="1106"/>
                </a:lnTo>
                <a:lnTo>
                  <a:pt x="963" y="1114"/>
                </a:lnTo>
                <a:lnTo>
                  <a:pt x="954" y="1120"/>
                </a:lnTo>
                <a:lnTo>
                  <a:pt x="946" y="1127"/>
                </a:lnTo>
                <a:lnTo>
                  <a:pt x="941" y="1131"/>
                </a:lnTo>
                <a:lnTo>
                  <a:pt x="937" y="1135"/>
                </a:lnTo>
                <a:lnTo>
                  <a:pt x="931" y="1139"/>
                </a:lnTo>
                <a:lnTo>
                  <a:pt x="927" y="1142"/>
                </a:lnTo>
                <a:lnTo>
                  <a:pt x="922" y="1144"/>
                </a:lnTo>
                <a:lnTo>
                  <a:pt x="918" y="1148"/>
                </a:lnTo>
                <a:lnTo>
                  <a:pt x="912" y="1152"/>
                </a:lnTo>
                <a:lnTo>
                  <a:pt x="908" y="1156"/>
                </a:lnTo>
                <a:lnTo>
                  <a:pt x="901" y="1160"/>
                </a:lnTo>
                <a:lnTo>
                  <a:pt x="897" y="1161"/>
                </a:lnTo>
                <a:lnTo>
                  <a:pt x="891" y="1165"/>
                </a:lnTo>
                <a:lnTo>
                  <a:pt x="886" y="1169"/>
                </a:lnTo>
                <a:lnTo>
                  <a:pt x="880" y="1171"/>
                </a:lnTo>
                <a:lnTo>
                  <a:pt x="874" y="1175"/>
                </a:lnTo>
                <a:lnTo>
                  <a:pt x="868" y="1179"/>
                </a:lnTo>
                <a:lnTo>
                  <a:pt x="863" y="1182"/>
                </a:lnTo>
                <a:lnTo>
                  <a:pt x="857" y="1184"/>
                </a:lnTo>
                <a:lnTo>
                  <a:pt x="853" y="1188"/>
                </a:lnTo>
                <a:lnTo>
                  <a:pt x="846" y="1192"/>
                </a:lnTo>
                <a:lnTo>
                  <a:pt x="842" y="1196"/>
                </a:lnTo>
                <a:lnTo>
                  <a:pt x="830" y="1200"/>
                </a:lnTo>
                <a:lnTo>
                  <a:pt x="819" y="1203"/>
                </a:lnTo>
                <a:lnTo>
                  <a:pt x="808" y="1209"/>
                </a:lnTo>
                <a:lnTo>
                  <a:pt x="796" y="1213"/>
                </a:lnTo>
                <a:lnTo>
                  <a:pt x="783" y="1219"/>
                </a:lnTo>
                <a:lnTo>
                  <a:pt x="771" y="1222"/>
                </a:lnTo>
                <a:lnTo>
                  <a:pt x="760" y="1226"/>
                </a:lnTo>
                <a:lnTo>
                  <a:pt x="749" y="1232"/>
                </a:lnTo>
                <a:lnTo>
                  <a:pt x="735" y="1236"/>
                </a:lnTo>
                <a:lnTo>
                  <a:pt x="722" y="1239"/>
                </a:lnTo>
                <a:lnTo>
                  <a:pt x="711" y="1243"/>
                </a:lnTo>
                <a:lnTo>
                  <a:pt x="697" y="1247"/>
                </a:lnTo>
                <a:lnTo>
                  <a:pt x="684" y="1251"/>
                </a:lnTo>
                <a:lnTo>
                  <a:pt x="673" y="1253"/>
                </a:lnTo>
                <a:lnTo>
                  <a:pt x="659" y="1257"/>
                </a:lnTo>
                <a:lnTo>
                  <a:pt x="646" y="1260"/>
                </a:lnTo>
                <a:lnTo>
                  <a:pt x="633" y="1262"/>
                </a:lnTo>
                <a:lnTo>
                  <a:pt x="619" y="1264"/>
                </a:lnTo>
                <a:lnTo>
                  <a:pt x="606" y="1266"/>
                </a:lnTo>
                <a:lnTo>
                  <a:pt x="593" y="1268"/>
                </a:lnTo>
                <a:lnTo>
                  <a:pt x="579" y="1270"/>
                </a:lnTo>
                <a:lnTo>
                  <a:pt x="566" y="1270"/>
                </a:lnTo>
                <a:lnTo>
                  <a:pt x="553" y="1272"/>
                </a:lnTo>
                <a:lnTo>
                  <a:pt x="540" y="1274"/>
                </a:lnTo>
                <a:lnTo>
                  <a:pt x="526" y="1274"/>
                </a:lnTo>
                <a:lnTo>
                  <a:pt x="513" y="1274"/>
                </a:lnTo>
                <a:lnTo>
                  <a:pt x="500" y="1274"/>
                </a:lnTo>
                <a:lnTo>
                  <a:pt x="486" y="1274"/>
                </a:lnTo>
                <a:lnTo>
                  <a:pt x="473" y="1272"/>
                </a:lnTo>
                <a:lnTo>
                  <a:pt x="460" y="1270"/>
                </a:lnTo>
                <a:lnTo>
                  <a:pt x="446" y="1270"/>
                </a:lnTo>
                <a:lnTo>
                  <a:pt x="435" y="1268"/>
                </a:lnTo>
                <a:lnTo>
                  <a:pt x="420" y="1264"/>
                </a:lnTo>
                <a:lnTo>
                  <a:pt x="406" y="1262"/>
                </a:lnTo>
                <a:lnTo>
                  <a:pt x="393" y="1258"/>
                </a:lnTo>
                <a:lnTo>
                  <a:pt x="380" y="1257"/>
                </a:lnTo>
                <a:lnTo>
                  <a:pt x="368" y="1253"/>
                </a:lnTo>
                <a:lnTo>
                  <a:pt x="355" y="1247"/>
                </a:lnTo>
                <a:lnTo>
                  <a:pt x="342" y="1243"/>
                </a:lnTo>
                <a:lnTo>
                  <a:pt x="330" y="1238"/>
                </a:lnTo>
                <a:lnTo>
                  <a:pt x="317" y="1232"/>
                </a:lnTo>
                <a:lnTo>
                  <a:pt x="306" y="1226"/>
                </a:lnTo>
                <a:lnTo>
                  <a:pt x="292" y="1220"/>
                </a:lnTo>
                <a:lnTo>
                  <a:pt x="281" y="1213"/>
                </a:lnTo>
                <a:lnTo>
                  <a:pt x="270" y="1205"/>
                </a:lnTo>
                <a:lnTo>
                  <a:pt x="256" y="1198"/>
                </a:lnTo>
                <a:lnTo>
                  <a:pt x="245" y="1190"/>
                </a:lnTo>
                <a:lnTo>
                  <a:pt x="233" y="1182"/>
                </a:lnTo>
                <a:lnTo>
                  <a:pt x="222" y="1173"/>
                </a:lnTo>
                <a:lnTo>
                  <a:pt x="211" y="1163"/>
                </a:lnTo>
                <a:lnTo>
                  <a:pt x="199" y="1152"/>
                </a:lnTo>
                <a:lnTo>
                  <a:pt x="190" y="1142"/>
                </a:lnTo>
                <a:lnTo>
                  <a:pt x="178" y="1129"/>
                </a:lnTo>
                <a:lnTo>
                  <a:pt x="167" y="1118"/>
                </a:lnTo>
                <a:lnTo>
                  <a:pt x="157" y="1104"/>
                </a:lnTo>
                <a:lnTo>
                  <a:pt x="148" y="1093"/>
                </a:lnTo>
                <a:lnTo>
                  <a:pt x="138" y="1078"/>
                </a:lnTo>
                <a:lnTo>
                  <a:pt x="127" y="1065"/>
                </a:lnTo>
                <a:lnTo>
                  <a:pt x="119" y="1049"/>
                </a:lnTo>
                <a:lnTo>
                  <a:pt x="110" y="1034"/>
                </a:lnTo>
                <a:lnTo>
                  <a:pt x="100" y="1019"/>
                </a:lnTo>
                <a:lnTo>
                  <a:pt x="93" y="1002"/>
                </a:lnTo>
                <a:lnTo>
                  <a:pt x="83" y="985"/>
                </a:lnTo>
                <a:lnTo>
                  <a:pt x="78" y="968"/>
                </a:lnTo>
                <a:lnTo>
                  <a:pt x="64" y="937"/>
                </a:lnTo>
                <a:lnTo>
                  <a:pt x="53" y="911"/>
                </a:lnTo>
                <a:lnTo>
                  <a:pt x="43" y="882"/>
                </a:lnTo>
                <a:lnTo>
                  <a:pt x="36" y="855"/>
                </a:lnTo>
                <a:lnTo>
                  <a:pt x="28" y="829"/>
                </a:lnTo>
                <a:lnTo>
                  <a:pt x="21" y="804"/>
                </a:lnTo>
                <a:lnTo>
                  <a:pt x="15" y="779"/>
                </a:lnTo>
                <a:lnTo>
                  <a:pt x="11" y="755"/>
                </a:lnTo>
                <a:lnTo>
                  <a:pt x="7" y="730"/>
                </a:lnTo>
                <a:lnTo>
                  <a:pt x="3" y="705"/>
                </a:lnTo>
                <a:lnTo>
                  <a:pt x="1" y="682"/>
                </a:lnTo>
                <a:lnTo>
                  <a:pt x="1" y="660"/>
                </a:lnTo>
                <a:lnTo>
                  <a:pt x="0" y="637"/>
                </a:lnTo>
                <a:lnTo>
                  <a:pt x="1" y="616"/>
                </a:lnTo>
                <a:lnTo>
                  <a:pt x="1" y="595"/>
                </a:lnTo>
                <a:lnTo>
                  <a:pt x="3" y="574"/>
                </a:lnTo>
                <a:lnTo>
                  <a:pt x="5" y="551"/>
                </a:lnTo>
                <a:lnTo>
                  <a:pt x="9" y="532"/>
                </a:lnTo>
                <a:lnTo>
                  <a:pt x="13" y="511"/>
                </a:lnTo>
                <a:lnTo>
                  <a:pt x="17" y="494"/>
                </a:lnTo>
                <a:lnTo>
                  <a:pt x="22" y="473"/>
                </a:lnTo>
                <a:lnTo>
                  <a:pt x="28" y="456"/>
                </a:lnTo>
                <a:lnTo>
                  <a:pt x="34" y="439"/>
                </a:lnTo>
                <a:lnTo>
                  <a:pt x="40" y="422"/>
                </a:lnTo>
                <a:lnTo>
                  <a:pt x="47" y="405"/>
                </a:lnTo>
                <a:lnTo>
                  <a:pt x="55" y="388"/>
                </a:lnTo>
                <a:lnTo>
                  <a:pt x="62" y="371"/>
                </a:lnTo>
                <a:lnTo>
                  <a:pt x="72" y="357"/>
                </a:lnTo>
                <a:lnTo>
                  <a:pt x="79" y="340"/>
                </a:lnTo>
                <a:lnTo>
                  <a:pt x="89" y="327"/>
                </a:lnTo>
                <a:lnTo>
                  <a:pt x="98" y="312"/>
                </a:lnTo>
                <a:lnTo>
                  <a:pt x="110" y="298"/>
                </a:lnTo>
                <a:lnTo>
                  <a:pt x="119" y="283"/>
                </a:lnTo>
                <a:lnTo>
                  <a:pt x="129" y="272"/>
                </a:lnTo>
                <a:lnTo>
                  <a:pt x="138" y="258"/>
                </a:lnTo>
                <a:lnTo>
                  <a:pt x="150" y="245"/>
                </a:lnTo>
                <a:lnTo>
                  <a:pt x="159" y="234"/>
                </a:lnTo>
                <a:lnTo>
                  <a:pt x="171" y="222"/>
                </a:lnTo>
                <a:lnTo>
                  <a:pt x="182" y="211"/>
                </a:lnTo>
                <a:lnTo>
                  <a:pt x="194" y="201"/>
                </a:lnTo>
                <a:lnTo>
                  <a:pt x="203" y="190"/>
                </a:lnTo>
                <a:lnTo>
                  <a:pt x="216" y="179"/>
                </a:lnTo>
                <a:lnTo>
                  <a:pt x="226" y="169"/>
                </a:lnTo>
                <a:lnTo>
                  <a:pt x="237" y="160"/>
                </a:lnTo>
                <a:lnTo>
                  <a:pt x="249" y="150"/>
                </a:lnTo>
                <a:lnTo>
                  <a:pt x="260" y="142"/>
                </a:lnTo>
                <a:lnTo>
                  <a:pt x="271" y="135"/>
                </a:lnTo>
                <a:lnTo>
                  <a:pt x="283" y="127"/>
                </a:lnTo>
                <a:lnTo>
                  <a:pt x="292" y="118"/>
                </a:lnTo>
                <a:lnTo>
                  <a:pt x="304" y="112"/>
                </a:lnTo>
                <a:lnTo>
                  <a:pt x="313" y="104"/>
                </a:lnTo>
                <a:lnTo>
                  <a:pt x="325" y="97"/>
                </a:lnTo>
                <a:lnTo>
                  <a:pt x="334" y="91"/>
                </a:lnTo>
                <a:lnTo>
                  <a:pt x="344" y="85"/>
                </a:lnTo>
                <a:lnTo>
                  <a:pt x="353" y="80"/>
                </a:lnTo>
                <a:lnTo>
                  <a:pt x="363" y="76"/>
                </a:lnTo>
                <a:lnTo>
                  <a:pt x="370" y="70"/>
                </a:lnTo>
                <a:lnTo>
                  <a:pt x="380" y="66"/>
                </a:lnTo>
                <a:lnTo>
                  <a:pt x="387" y="63"/>
                </a:lnTo>
                <a:lnTo>
                  <a:pt x="395" y="59"/>
                </a:lnTo>
                <a:lnTo>
                  <a:pt x="403" y="55"/>
                </a:lnTo>
                <a:lnTo>
                  <a:pt x="408" y="51"/>
                </a:lnTo>
                <a:lnTo>
                  <a:pt x="414" y="49"/>
                </a:lnTo>
                <a:lnTo>
                  <a:pt x="422" y="46"/>
                </a:lnTo>
                <a:lnTo>
                  <a:pt x="425" y="44"/>
                </a:lnTo>
                <a:lnTo>
                  <a:pt x="431" y="42"/>
                </a:lnTo>
                <a:lnTo>
                  <a:pt x="437" y="38"/>
                </a:lnTo>
                <a:lnTo>
                  <a:pt x="444" y="36"/>
                </a:lnTo>
                <a:lnTo>
                  <a:pt x="452" y="34"/>
                </a:lnTo>
                <a:lnTo>
                  <a:pt x="460" y="30"/>
                </a:lnTo>
                <a:lnTo>
                  <a:pt x="467" y="28"/>
                </a:lnTo>
                <a:lnTo>
                  <a:pt x="477" y="26"/>
                </a:lnTo>
                <a:lnTo>
                  <a:pt x="484" y="25"/>
                </a:lnTo>
                <a:lnTo>
                  <a:pt x="494" y="21"/>
                </a:lnTo>
                <a:lnTo>
                  <a:pt x="503" y="19"/>
                </a:lnTo>
                <a:lnTo>
                  <a:pt x="513" y="17"/>
                </a:lnTo>
                <a:lnTo>
                  <a:pt x="522" y="13"/>
                </a:lnTo>
                <a:lnTo>
                  <a:pt x="534" y="13"/>
                </a:lnTo>
                <a:lnTo>
                  <a:pt x="545" y="11"/>
                </a:lnTo>
                <a:lnTo>
                  <a:pt x="557" y="9"/>
                </a:lnTo>
                <a:lnTo>
                  <a:pt x="566" y="7"/>
                </a:lnTo>
                <a:lnTo>
                  <a:pt x="578" y="6"/>
                </a:lnTo>
                <a:lnTo>
                  <a:pt x="589" y="4"/>
                </a:lnTo>
                <a:lnTo>
                  <a:pt x="602" y="4"/>
                </a:lnTo>
                <a:lnTo>
                  <a:pt x="614" y="2"/>
                </a:lnTo>
                <a:lnTo>
                  <a:pt x="627" y="2"/>
                </a:lnTo>
                <a:lnTo>
                  <a:pt x="638" y="2"/>
                </a:lnTo>
                <a:lnTo>
                  <a:pt x="652" y="2"/>
                </a:lnTo>
                <a:lnTo>
                  <a:pt x="663" y="0"/>
                </a:lnTo>
                <a:lnTo>
                  <a:pt x="676" y="0"/>
                </a:lnTo>
                <a:lnTo>
                  <a:pt x="690" y="0"/>
                </a:lnTo>
                <a:lnTo>
                  <a:pt x="703" y="2"/>
                </a:lnTo>
                <a:lnTo>
                  <a:pt x="716" y="2"/>
                </a:lnTo>
                <a:lnTo>
                  <a:pt x="730" y="2"/>
                </a:lnTo>
                <a:lnTo>
                  <a:pt x="743" y="4"/>
                </a:lnTo>
                <a:lnTo>
                  <a:pt x="756" y="6"/>
                </a:lnTo>
                <a:lnTo>
                  <a:pt x="770" y="7"/>
                </a:lnTo>
                <a:lnTo>
                  <a:pt x="783" y="7"/>
                </a:lnTo>
                <a:lnTo>
                  <a:pt x="796" y="11"/>
                </a:lnTo>
                <a:lnTo>
                  <a:pt x="809" y="13"/>
                </a:lnTo>
                <a:lnTo>
                  <a:pt x="823" y="15"/>
                </a:lnTo>
                <a:lnTo>
                  <a:pt x="836" y="19"/>
                </a:lnTo>
                <a:lnTo>
                  <a:pt x="849" y="21"/>
                </a:lnTo>
                <a:lnTo>
                  <a:pt x="863" y="25"/>
                </a:lnTo>
                <a:lnTo>
                  <a:pt x="874" y="28"/>
                </a:lnTo>
                <a:lnTo>
                  <a:pt x="887" y="34"/>
                </a:lnTo>
                <a:lnTo>
                  <a:pt x="901" y="38"/>
                </a:lnTo>
                <a:lnTo>
                  <a:pt x="914" y="44"/>
                </a:lnTo>
                <a:lnTo>
                  <a:pt x="925" y="47"/>
                </a:lnTo>
                <a:lnTo>
                  <a:pt x="939" y="55"/>
                </a:lnTo>
                <a:lnTo>
                  <a:pt x="950" y="61"/>
                </a:lnTo>
                <a:lnTo>
                  <a:pt x="963" y="68"/>
                </a:lnTo>
                <a:lnTo>
                  <a:pt x="975" y="74"/>
                </a:lnTo>
                <a:lnTo>
                  <a:pt x="986" y="82"/>
                </a:lnTo>
                <a:lnTo>
                  <a:pt x="998" y="89"/>
                </a:lnTo>
                <a:lnTo>
                  <a:pt x="1009" y="97"/>
                </a:lnTo>
                <a:lnTo>
                  <a:pt x="1020" y="104"/>
                </a:lnTo>
                <a:lnTo>
                  <a:pt x="1032" y="114"/>
                </a:lnTo>
                <a:lnTo>
                  <a:pt x="1041" y="123"/>
                </a:lnTo>
                <a:lnTo>
                  <a:pt x="1053" y="135"/>
                </a:lnTo>
                <a:lnTo>
                  <a:pt x="1060" y="144"/>
                </a:lnTo>
                <a:lnTo>
                  <a:pt x="1072" y="156"/>
                </a:lnTo>
                <a:lnTo>
                  <a:pt x="1079" y="167"/>
                </a:lnTo>
                <a:lnTo>
                  <a:pt x="1089" y="179"/>
                </a:lnTo>
                <a:lnTo>
                  <a:pt x="1098" y="190"/>
                </a:lnTo>
                <a:lnTo>
                  <a:pt x="1106" y="203"/>
                </a:lnTo>
                <a:lnTo>
                  <a:pt x="1114" y="219"/>
                </a:lnTo>
                <a:lnTo>
                  <a:pt x="1121" y="232"/>
                </a:lnTo>
                <a:lnTo>
                  <a:pt x="1127" y="245"/>
                </a:lnTo>
                <a:lnTo>
                  <a:pt x="1135" y="260"/>
                </a:lnTo>
                <a:lnTo>
                  <a:pt x="1140" y="274"/>
                </a:lnTo>
                <a:lnTo>
                  <a:pt x="1148" y="287"/>
                </a:lnTo>
                <a:lnTo>
                  <a:pt x="1152" y="300"/>
                </a:lnTo>
                <a:lnTo>
                  <a:pt x="1157" y="315"/>
                </a:lnTo>
                <a:lnTo>
                  <a:pt x="1161" y="329"/>
                </a:lnTo>
                <a:lnTo>
                  <a:pt x="1167" y="344"/>
                </a:lnTo>
                <a:lnTo>
                  <a:pt x="1171" y="357"/>
                </a:lnTo>
                <a:lnTo>
                  <a:pt x="1174" y="371"/>
                </a:lnTo>
                <a:lnTo>
                  <a:pt x="1178" y="384"/>
                </a:lnTo>
                <a:lnTo>
                  <a:pt x="1182" y="399"/>
                </a:lnTo>
                <a:lnTo>
                  <a:pt x="1184" y="412"/>
                </a:lnTo>
                <a:lnTo>
                  <a:pt x="1188" y="426"/>
                </a:lnTo>
                <a:lnTo>
                  <a:pt x="1190" y="439"/>
                </a:lnTo>
                <a:lnTo>
                  <a:pt x="1193" y="454"/>
                </a:lnTo>
                <a:lnTo>
                  <a:pt x="1195" y="468"/>
                </a:lnTo>
                <a:lnTo>
                  <a:pt x="1197" y="481"/>
                </a:lnTo>
                <a:lnTo>
                  <a:pt x="1197" y="494"/>
                </a:lnTo>
                <a:lnTo>
                  <a:pt x="1199" y="507"/>
                </a:lnTo>
                <a:lnTo>
                  <a:pt x="1199" y="521"/>
                </a:lnTo>
                <a:lnTo>
                  <a:pt x="1201" y="534"/>
                </a:lnTo>
                <a:lnTo>
                  <a:pt x="1201" y="547"/>
                </a:lnTo>
                <a:lnTo>
                  <a:pt x="1203" y="561"/>
                </a:lnTo>
                <a:lnTo>
                  <a:pt x="1201" y="572"/>
                </a:lnTo>
                <a:lnTo>
                  <a:pt x="1201" y="587"/>
                </a:lnTo>
                <a:lnTo>
                  <a:pt x="1201" y="599"/>
                </a:lnTo>
                <a:lnTo>
                  <a:pt x="1201" y="612"/>
                </a:lnTo>
                <a:lnTo>
                  <a:pt x="1199" y="625"/>
                </a:lnTo>
                <a:lnTo>
                  <a:pt x="1199" y="639"/>
                </a:lnTo>
                <a:lnTo>
                  <a:pt x="1199" y="650"/>
                </a:lnTo>
                <a:lnTo>
                  <a:pt x="1197" y="663"/>
                </a:lnTo>
                <a:lnTo>
                  <a:pt x="1195" y="675"/>
                </a:lnTo>
                <a:lnTo>
                  <a:pt x="1193" y="688"/>
                </a:lnTo>
                <a:lnTo>
                  <a:pt x="1192" y="700"/>
                </a:lnTo>
                <a:lnTo>
                  <a:pt x="1190" y="711"/>
                </a:lnTo>
                <a:lnTo>
                  <a:pt x="1188" y="722"/>
                </a:lnTo>
                <a:lnTo>
                  <a:pt x="1184" y="736"/>
                </a:lnTo>
                <a:lnTo>
                  <a:pt x="1182" y="747"/>
                </a:lnTo>
                <a:lnTo>
                  <a:pt x="1180" y="758"/>
                </a:lnTo>
                <a:lnTo>
                  <a:pt x="1176" y="770"/>
                </a:lnTo>
                <a:lnTo>
                  <a:pt x="1173" y="781"/>
                </a:lnTo>
                <a:lnTo>
                  <a:pt x="1171" y="793"/>
                </a:lnTo>
                <a:lnTo>
                  <a:pt x="1167" y="804"/>
                </a:lnTo>
                <a:lnTo>
                  <a:pt x="1165" y="814"/>
                </a:lnTo>
                <a:lnTo>
                  <a:pt x="1161" y="825"/>
                </a:lnTo>
                <a:lnTo>
                  <a:pt x="1157" y="834"/>
                </a:lnTo>
                <a:lnTo>
                  <a:pt x="1154" y="846"/>
                </a:lnTo>
                <a:lnTo>
                  <a:pt x="1150" y="855"/>
                </a:lnTo>
                <a:lnTo>
                  <a:pt x="1146" y="865"/>
                </a:lnTo>
                <a:lnTo>
                  <a:pt x="1142" y="876"/>
                </a:lnTo>
                <a:lnTo>
                  <a:pt x="1138" y="886"/>
                </a:lnTo>
                <a:lnTo>
                  <a:pt x="1135" y="895"/>
                </a:lnTo>
                <a:lnTo>
                  <a:pt x="1131" y="905"/>
                </a:lnTo>
                <a:lnTo>
                  <a:pt x="1127" y="914"/>
                </a:lnTo>
                <a:lnTo>
                  <a:pt x="1123" y="924"/>
                </a:lnTo>
                <a:lnTo>
                  <a:pt x="1117" y="931"/>
                </a:lnTo>
                <a:lnTo>
                  <a:pt x="1114" y="941"/>
                </a:lnTo>
                <a:lnTo>
                  <a:pt x="1110" y="950"/>
                </a:lnTo>
                <a:lnTo>
                  <a:pt x="1104" y="960"/>
                </a:lnTo>
                <a:lnTo>
                  <a:pt x="1100" y="968"/>
                </a:lnTo>
                <a:lnTo>
                  <a:pt x="1097" y="975"/>
                </a:lnTo>
                <a:lnTo>
                  <a:pt x="1093" y="983"/>
                </a:lnTo>
                <a:lnTo>
                  <a:pt x="1089" y="992"/>
                </a:lnTo>
                <a:lnTo>
                  <a:pt x="1053" y="1028"/>
                </a:lnTo>
                <a:lnTo>
                  <a:pt x="1053" y="1028"/>
                </a:lnTo>
                <a:close/>
              </a:path>
            </a:pathLst>
          </a:custGeom>
          <a:solidFill>
            <a:srgbClr val="9999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6" name="Freeform 58"/>
          <p:cNvSpPr>
            <a:spLocks/>
          </p:cNvSpPr>
          <p:nvPr/>
        </p:nvSpPr>
        <p:spPr bwMode="auto">
          <a:xfrm>
            <a:off x="1476376" y="1198563"/>
            <a:ext cx="787400" cy="838200"/>
          </a:xfrm>
          <a:custGeom>
            <a:avLst/>
            <a:gdLst>
              <a:gd name="T0" fmla="*/ 743 w 990"/>
              <a:gd name="T1" fmla="*/ 969 h 1055"/>
              <a:gd name="T2" fmla="*/ 716 w 990"/>
              <a:gd name="T3" fmla="*/ 985 h 1055"/>
              <a:gd name="T4" fmla="*/ 678 w 990"/>
              <a:gd name="T5" fmla="*/ 1004 h 1055"/>
              <a:gd name="T6" fmla="*/ 625 w 990"/>
              <a:gd name="T7" fmla="*/ 1023 h 1055"/>
              <a:gd name="T8" fmla="*/ 566 w 990"/>
              <a:gd name="T9" fmla="*/ 1040 h 1055"/>
              <a:gd name="T10" fmla="*/ 500 w 990"/>
              <a:gd name="T11" fmla="*/ 1053 h 1055"/>
              <a:gd name="T12" fmla="*/ 426 w 990"/>
              <a:gd name="T13" fmla="*/ 1055 h 1055"/>
              <a:gd name="T14" fmla="*/ 349 w 990"/>
              <a:gd name="T15" fmla="*/ 1042 h 1055"/>
              <a:gd name="T16" fmla="*/ 272 w 990"/>
              <a:gd name="T17" fmla="*/ 1015 h 1055"/>
              <a:gd name="T18" fmla="*/ 196 w 990"/>
              <a:gd name="T19" fmla="*/ 966 h 1055"/>
              <a:gd name="T20" fmla="*/ 121 w 990"/>
              <a:gd name="T21" fmla="*/ 893 h 1055"/>
              <a:gd name="T22" fmla="*/ 51 w 990"/>
              <a:gd name="T23" fmla="*/ 795 h 1055"/>
              <a:gd name="T24" fmla="*/ 11 w 990"/>
              <a:gd name="T25" fmla="*/ 715 h 1055"/>
              <a:gd name="T26" fmla="*/ 7 w 990"/>
              <a:gd name="T27" fmla="*/ 692 h 1055"/>
              <a:gd name="T28" fmla="*/ 3 w 990"/>
              <a:gd name="T29" fmla="*/ 656 h 1055"/>
              <a:gd name="T30" fmla="*/ 0 w 990"/>
              <a:gd name="T31" fmla="*/ 608 h 1055"/>
              <a:gd name="T32" fmla="*/ 2 w 990"/>
              <a:gd name="T33" fmla="*/ 553 h 1055"/>
              <a:gd name="T34" fmla="*/ 7 w 990"/>
              <a:gd name="T35" fmla="*/ 487 h 1055"/>
              <a:gd name="T36" fmla="*/ 19 w 990"/>
              <a:gd name="T37" fmla="*/ 420 h 1055"/>
              <a:gd name="T38" fmla="*/ 40 w 990"/>
              <a:gd name="T39" fmla="*/ 350 h 1055"/>
              <a:gd name="T40" fmla="*/ 70 w 990"/>
              <a:gd name="T41" fmla="*/ 279 h 1055"/>
              <a:gd name="T42" fmla="*/ 114 w 990"/>
              <a:gd name="T43" fmla="*/ 211 h 1055"/>
              <a:gd name="T44" fmla="*/ 171 w 990"/>
              <a:gd name="T45" fmla="*/ 148 h 1055"/>
              <a:gd name="T46" fmla="*/ 245 w 990"/>
              <a:gd name="T47" fmla="*/ 93 h 1055"/>
              <a:gd name="T48" fmla="*/ 338 w 990"/>
              <a:gd name="T49" fmla="*/ 49 h 1055"/>
              <a:gd name="T50" fmla="*/ 433 w 990"/>
              <a:gd name="T51" fmla="*/ 17 h 1055"/>
              <a:gd name="T52" fmla="*/ 522 w 990"/>
              <a:gd name="T53" fmla="*/ 2 h 1055"/>
              <a:gd name="T54" fmla="*/ 600 w 990"/>
              <a:gd name="T55" fmla="*/ 2 h 1055"/>
              <a:gd name="T56" fmla="*/ 671 w 990"/>
              <a:gd name="T57" fmla="*/ 13 h 1055"/>
              <a:gd name="T58" fmla="*/ 734 w 990"/>
              <a:gd name="T59" fmla="*/ 34 h 1055"/>
              <a:gd name="T60" fmla="*/ 787 w 990"/>
              <a:gd name="T61" fmla="*/ 61 h 1055"/>
              <a:gd name="T62" fmla="*/ 832 w 990"/>
              <a:gd name="T63" fmla="*/ 93 h 1055"/>
              <a:gd name="T64" fmla="*/ 870 w 990"/>
              <a:gd name="T65" fmla="*/ 127 h 1055"/>
              <a:gd name="T66" fmla="*/ 901 w 990"/>
              <a:gd name="T67" fmla="*/ 158 h 1055"/>
              <a:gd name="T68" fmla="*/ 924 w 990"/>
              <a:gd name="T69" fmla="*/ 186 h 1055"/>
              <a:gd name="T70" fmla="*/ 939 w 990"/>
              <a:gd name="T71" fmla="*/ 211 h 1055"/>
              <a:gd name="T72" fmla="*/ 950 w 990"/>
              <a:gd name="T73" fmla="*/ 230 h 1055"/>
              <a:gd name="T74" fmla="*/ 962 w 990"/>
              <a:gd name="T75" fmla="*/ 255 h 1055"/>
              <a:gd name="T76" fmla="*/ 969 w 990"/>
              <a:gd name="T77" fmla="*/ 279 h 1055"/>
              <a:gd name="T78" fmla="*/ 977 w 990"/>
              <a:gd name="T79" fmla="*/ 306 h 1055"/>
              <a:gd name="T80" fmla="*/ 983 w 990"/>
              <a:gd name="T81" fmla="*/ 340 h 1055"/>
              <a:gd name="T82" fmla="*/ 988 w 990"/>
              <a:gd name="T83" fmla="*/ 378 h 1055"/>
              <a:gd name="T84" fmla="*/ 990 w 990"/>
              <a:gd name="T85" fmla="*/ 424 h 1055"/>
              <a:gd name="T86" fmla="*/ 988 w 990"/>
              <a:gd name="T87" fmla="*/ 473 h 1055"/>
              <a:gd name="T88" fmla="*/ 981 w 990"/>
              <a:gd name="T89" fmla="*/ 528 h 1055"/>
              <a:gd name="T90" fmla="*/ 967 w 990"/>
              <a:gd name="T91" fmla="*/ 589 h 1055"/>
              <a:gd name="T92" fmla="*/ 950 w 990"/>
              <a:gd name="T93" fmla="*/ 654 h 1055"/>
              <a:gd name="T94" fmla="*/ 929 w 990"/>
              <a:gd name="T95" fmla="*/ 711 h 1055"/>
              <a:gd name="T96" fmla="*/ 922 w 990"/>
              <a:gd name="T97" fmla="*/ 732 h 1055"/>
              <a:gd name="T98" fmla="*/ 907 w 990"/>
              <a:gd name="T99" fmla="*/ 760 h 1055"/>
              <a:gd name="T100" fmla="*/ 884 w 990"/>
              <a:gd name="T101" fmla="*/ 800 h 1055"/>
              <a:gd name="T102" fmla="*/ 863 w 990"/>
              <a:gd name="T103" fmla="*/ 831 h 1055"/>
              <a:gd name="T104" fmla="*/ 848 w 990"/>
              <a:gd name="T105" fmla="*/ 855 h 1055"/>
              <a:gd name="T106" fmla="*/ 830 w 990"/>
              <a:gd name="T107" fmla="*/ 878 h 1055"/>
              <a:gd name="T108" fmla="*/ 810 w 990"/>
              <a:gd name="T109" fmla="*/ 901 h 1055"/>
              <a:gd name="T110" fmla="*/ 789 w 990"/>
              <a:gd name="T111" fmla="*/ 924 h 10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90" h="1055">
                <a:moveTo>
                  <a:pt x="756" y="964"/>
                </a:moveTo>
                <a:lnTo>
                  <a:pt x="754" y="964"/>
                </a:lnTo>
                <a:lnTo>
                  <a:pt x="751" y="966"/>
                </a:lnTo>
                <a:lnTo>
                  <a:pt x="747" y="968"/>
                </a:lnTo>
                <a:lnTo>
                  <a:pt x="743" y="969"/>
                </a:lnTo>
                <a:lnTo>
                  <a:pt x="739" y="971"/>
                </a:lnTo>
                <a:lnTo>
                  <a:pt x="735" y="975"/>
                </a:lnTo>
                <a:lnTo>
                  <a:pt x="730" y="977"/>
                </a:lnTo>
                <a:lnTo>
                  <a:pt x="724" y="981"/>
                </a:lnTo>
                <a:lnTo>
                  <a:pt x="716" y="985"/>
                </a:lnTo>
                <a:lnTo>
                  <a:pt x="711" y="988"/>
                </a:lnTo>
                <a:lnTo>
                  <a:pt x="703" y="992"/>
                </a:lnTo>
                <a:lnTo>
                  <a:pt x="695" y="996"/>
                </a:lnTo>
                <a:lnTo>
                  <a:pt x="686" y="1000"/>
                </a:lnTo>
                <a:lnTo>
                  <a:pt x="678" y="1004"/>
                </a:lnTo>
                <a:lnTo>
                  <a:pt x="667" y="1008"/>
                </a:lnTo>
                <a:lnTo>
                  <a:pt x="657" y="1011"/>
                </a:lnTo>
                <a:lnTo>
                  <a:pt x="648" y="1015"/>
                </a:lnTo>
                <a:lnTo>
                  <a:pt x="637" y="1019"/>
                </a:lnTo>
                <a:lnTo>
                  <a:pt x="625" y="1023"/>
                </a:lnTo>
                <a:lnTo>
                  <a:pt x="616" y="1027"/>
                </a:lnTo>
                <a:lnTo>
                  <a:pt x="602" y="1030"/>
                </a:lnTo>
                <a:lnTo>
                  <a:pt x="591" y="1036"/>
                </a:lnTo>
                <a:lnTo>
                  <a:pt x="578" y="1038"/>
                </a:lnTo>
                <a:lnTo>
                  <a:pt x="566" y="1040"/>
                </a:lnTo>
                <a:lnTo>
                  <a:pt x="553" y="1044"/>
                </a:lnTo>
                <a:lnTo>
                  <a:pt x="540" y="1047"/>
                </a:lnTo>
                <a:lnTo>
                  <a:pt x="526" y="1047"/>
                </a:lnTo>
                <a:lnTo>
                  <a:pt x="513" y="1051"/>
                </a:lnTo>
                <a:lnTo>
                  <a:pt x="500" y="1053"/>
                </a:lnTo>
                <a:lnTo>
                  <a:pt x="484" y="1055"/>
                </a:lnTo>
                <a:lnTo>
                  <a:pt x="469" y="1055"/>
                </a:lnTo>
                <a:lnTo>
                  <a:pt x="456" y="1055"/>
                </a:lnTo>
                <a:lnTo>
                  <a:pt x="441" y="1055"/>
                </a:lnTo>
                <a:lnTo>
                  <a:pt x="426" y="1055"/>
                </a:lnTo>
                <a:lnTo>
                  <a:pt x="410" y="1053"/>
                </a:lnTo>
                <a:lnTo>
                  <a:pt x="395" y="1051"/>
                </a:lnTo>
                <a:lnTo>
                  <a:pt x="380" y="1049"/>
                </a:lnTo>
                <a:lnTo>
                  <a:pt x="365" y="1047"/>
                </a:lnTo>
                <a:lnTo>
                  <a:pt x="349" y="1042"/>
                </a:lnTo>
                <a:lnTo>
                  <a:pt x="334" y="1038"/>
                </a:lnTo>
                <a:lnTo>
                  <a:pt x="319" y="1034"/>
                </a:lnTo>
                <a:lnTo>
                  <a:pt x="304" y="1028"/>
                </a:lnTo>
                <a:lnTo>
                  <a:pt x="287" y="1021"/>
                </a:lnTo>
                <a:lnTo>
                  <a:pt x="272" y="1015"/>
                </a:lnTo>
                <a:lnTo>
                  <a:pt x="256" y="1008"/>
                </a:lnTo>
                <a:lnTo>
                  <a:pt x="243" y="998"/>
                </a:lnTo>
                <a:lnTo>
                  <a:pt x="226" y="988"/>
                </a:lnTo>
                <a:lnTo>
                  <a:pt x="211" y="977"/>
                </a:lnTo>
                <a:lnTo>
                  <a:pt x="196" y="966"/>
                </a:lnTo>
                <a:lnTo>
                  <a:pt x="180" y="952"/>
                </a:lnTo>
                <a:lnTo>
                  <a:pt x="165" y="939"/>
                </a:lnTo>
                <a:lnTo>
                  <a:pt x="150" y="926"/>
                </a:lnTo>
                <a:lnTo>
                  <a:pt x="137" y="911"/>
                </a:lnTo>
                <a:lnTo>
                  <a:pt x="121" y="893"/>
                </a:lnTo>
                <a:lnTo>
                  <a:pt x="106" y="876"/>
                </a:lnTo>
                <a:lnTo>
                  <a:pt x="93" y="857"/>
                </a:lnTo>
                <a:lnTo>
                  <a:pt x="78" y="836"/>
                </a:lnTo>
                <a:lnTo>
                  <a:pt x="66" y="817"/>
                </a:lnTo>
                <a:lnTo>
                  <a:pt x="51" y="795"/>
                </a:lnTo>
                <a:lnTo>
                  <a:pt x="40" y="770"/>
                </a:lnTo>
                <a:lnTo>
                  <a:pt x="26" y="747"/>
                </a:lnTo>
                <a:lnTo>
                  <a:pt x="13" y="720"/>
                </a:lnTo>
                <a:lnTo>
                  <a:pt x="13" y="719"/>
                </a:lnTo>
                <a:lnTo>
                  <a:pt x="11" y="715"/>
                </a:lnTo>
                <a:lnTo>
                  <a:pt x="11" y="711"/>
                </a:lnTo>
                <a:lnTo>
                  <a:pt x="11" y="707"/>
                </a:lnTo>
                <a:lnTo>
                  <a:pt x="9" y="703"/>
                </a:lnTo>
                <a:lnTo>
                  <a:pt x="9" y="698"/>
                </a:lnTo>
                <a:lnTo>
                  <a:pt x="7" y="692"/>
                </a:lnTo>
                <a:lnTo>
                  <a:pt x="7" y="686"/>
                </a:lnTo>
                <a:lnTo>
                  <a:pt x="7" y="679"/>
                </a:lnTo>
                <a:lnTo>
                  <a:pt x="5" y="673"/>
                </a:lnTo>
                <a:lnTo>
                  <a:pt x="5" y="665"/>
                </a:lnTo>
                <a:lnTo>
                  <a:pt x="3" y="656"/>
                </a:lnTo>
                <a:lnTo>
                  <a:pt x="3" y="648"/>
                </a:lnTo>
                <a:lnTo>
                  <a:pt x="3" y="639"/>
                </a:lnTo>
                <a:lnTo>
                  <a:pt x="2" y="629"/>
                </a:lnTo>
                <a:lnTo>
                  <a:pt x="2" y="620"/>
                </a:lnTo>
                <a:lnTo>
                  <a:pt x="0" y="608"/>
                </a:lnTo>
                <a:lnTo>
                  <a:pt x="0" y="599"/>
                </a:lnTo>
                <a:lnTo>
                  <a:pt x="0" y="587"/>
                </a:lnTo>
                <a:lnTo>
                  <a:pt x="0" y="576"/>
                </a:lnTo>
                <a:lnTo>
                  <a:pt x="0" y="565"/>
                </a:lnTo>
                <a:lnTo>
                  <a:pt x="2" y="553"/>
                </a:lnTo>
                <a:lnTo>
                  <a:pt x="2" y="540"/>
                </a:lnTo>
                <a:lnTo>
                  <a:pt x="2" y="527"/>
                </a:lnTo>
                <a:lnTo>
                  <a:pt x="3" y="515"/>
                </a:lnTo>
                <a:lnTo>
                  <a:pt x="5" y="502"/>
                </a:lnTo>
                <a:lnTo>
                  <a:pt x="7" y="487"/>
                </a:lnTo>
                <a:lnTo>
                  <a:pt x="7" y="475"/>
                </a:lnTo>
                <a:lnTo>
                  <a:pt x="11" y="462"/>
                </a:lnTo>
                <a:lnTo>
                  <a:pt x="13" y="449"/>
                </a:lnTo>
                <a:lnTo>
                  <a:pt x="17" y="433"/>
                </a:lnTo>
                <a:lnTo>
                  <a:pt x="19" y="420"/>
                </a:lnTo>
                <a:lnTo>
                  <a:pt x="23" y="405"/>
                </a:lnTo>
                <a:lnTo>
                  <a:pt x="26" y="392"/>
                </a:lnTo>
                <a:lnTo>
                  <a:pt x="28" y="376"/>
                </a:lnTo>
                <a:lnTo>
                  <a:pt x="34" y="363"/>
                </a:lnTo>
                <a:lnTo>
                  <a:pt x="40" y="350"/>
                </a:lnTo>
                <a:lnTo>
                  <a:pt x="45" y="336"/>
                </a:lnTo>
                <a:lnTo>
                  <a:pt x="49" y="321"/>
                </a:lnTo>
                <a:lnTo>
                  <a:pt x="55" y="306"/>
                </a:lnTo>
                <a:lnTo>
                  <a:pt x="62" y="293"/>
                </a:lnTo>
                <a:lnTo>
                  <a:pt x="70" y="279"/>
                </a:lnTo>
                <a:lnTo>
                  <a:pt x="78" y="264"/>
                </a:lnTo>
                <a:lnTo>
                  <a:pt x="85" y="251"/>
                </a:lnTo>
                <a:lnTo>
                  <a:pt x="95" y="238"/>
                </a:lnTo>
                <a:lnTo>
                  <a:pt x="104" y="226"/>
                </a:lnTo>
                <a:lnTo>
                  <a:pt x="114" y="211"/>
                </a:lnTo>
                <a:lnTo>
                  <a:pt x="123" y="200"/>
                </a:lnTo>
                <a:lnTo>
                  <a:pt x="135" y="184"/>
                </a:lnTo>
                <a:lnTo>
                  <a:pt x="146" y="173"/>
                </a:lnTo>
                <a:lnTo>
                  <a:pt x="159" y="161"/>
                </a:lnTo>
                <a:lnTo>
                  <a:pt x="171" y="148"/>
                </a:lnTo>
                <a:lnTo>
                  <a:pt x="184" y="137"/>
                </a:lnTo>
                <a:lnTo>
                  <a:pt x="199" y="125"/>
                </a:lnTo>
                <a:lnTo>
                  <a:pt x="215" y="114"/>
                </a:lnTo>
                <a:lnTo>
                  <a:pt x="230" y="103"/>
                </a:lnTo>
                <a:lnTo>
                  <a:pt x="245" y="93"/>
                </a:lnTo>
                <a:lnTo>
                  <a:pt x="262" y="84"/>
                </a:lnTo>
                <a:lnTo>
                  <a:pt x="279" y="74"/>
                </a:lnTo>
                <a:lnTo>
                  <a:pt x="298" y="65"/>
                </a:lnTo>
                <a:lnTo>
                  <a:pt x="317" y="55"/>
                </a:lnTo>
                <a:lnTo>
                  <a:pt x="338" y="49"/>
                </a:lnTo>
                <a:lnTo>
                  <a:pt x="357" y="40"/>
                </a:lnTo>
                <a:lnTo>
                  <a:pt x="378" y="34"/>
                </a:lnTo>
                <a:lnTo>
                  <a:pt x="395" y="27"/>
                </a:lnTo>
                <a:lnTo>
                  <a:pt x="416" y="23"/>
                </a:lnTo>
                <a:lnTo>
                  <a:pt x="433" y="17"/>
                </a:lnTo>
                <a:lnTo>
                  <a:pt x="452" y="11"/>
                </a:lnTo>
                <a:lnTo>
                  <a:pt x="469" y="9"/>
                </a:lnTo>
                <a:lnTo>
                  <a:pt x="488" y="6"/>
                </a:lnTo>
                <a:lnTo>
                  <a:pt x="505" y="4"/>
                </a:lnTo>
                <a:lnTo>
                  <a:pt x="522" y="2"/>
                </a:lnTo>
                <a:lnTo>
                  <a:pt x="538" y="0"/>
                </a:lnTo>
                <a:lnTo>
                  <a:pt x="555" y="0"/>
                </a:lnTo>
                <a:lnTo>
                  <a:pt x="570" y="0"/>
                </a:lnTo>
                <a:lnTo>
                  <a:pt x="585" y="0"/>
                </a:lnTo>
                <a:lnTo>
                  <a:pt x="600" y="2"/>
                </a:lnTo>
                <a:lnTo>
                  <a:pt x="616" y="4"/>
                </a:lnTo>
                <a:lnTo>
                  <a:pt x="631" y="6"/>
                </a:lnTo>
                <a:lnTo>
                  <a:pt x="644" y="7"/>
                </a:lnTo>
                <a:lnTo>
                  <a:pt x="657" y="9"/>
                </a:lnTo>
                <a:lnTo>
                  <a:pt x="671" y="13"/>
                </a:lnTo>
                <a:lnTo>
                  <a:pt x="684" y="17"/>
                </a:lnTo>
                <a:lnTo>
                  <a:pt x="697" y="21"/>
                </a:lnTo>
                <a:lnTo>
                  <a:pt x="709" y="25"/>
                </a:lnTo>
                <a:lnTo>
                  <a:pt x="722" y="30"/>
                </a:lnTo>
                <a:lnTo>
                  <a:pt x="734" y="34"/>
                </a:lnTo>
                <a:lnTo>
                  <a:pt x="745" y="38"/>
                </a:lnTo>
                <a:lnTo>
                  <a:pt x="754" y="46"/>
                </a:lnTo>
                <a:lnTo>
                  <a:pt x="766" y="51"/>
                </a:lnTo>
                <a:lnTo>
                  <a:pt x="775" y="55"/>
                </a:lnTo>
                <a:lnTo>
                  <a:pt x="787" y="61"/>
                </a:lnTo>
                <a:lnTo>
                  <a:pt x="796" y="66"/>
                </a:lnTo>
                <a:lnTo>
                  <a:pt x="808" y="74"/>
                </a:lnTo>
                <a:lnTo>
                  <a:pt x="815" y="80"/>
                </a:lnTo>
                <a:lnTo>
                  <a:pt x="825" y="87"/>
                </a:lnTo>
                <a:lnTo>
                  <a:pt x="832" y="93"/>
                </a:lnTo>
                <a:lnTo>
                  <a:pt x="840" y="101"/>
                </a:lnTo>
                <a:lnTo>
                  <a:pt x="848" y="106"/>
                </a:lnTo>
                <a:lnTo>
                  <a:pt x="855" y="112"/>
                </a:lnTo>
                <a:lnTo>
                  <a:pt x="863" y="120"/>
                </a:lnTo>
                <a:lnTo>
                  <a:pt x="870" y="127"/>
                </a:lnTo>
                <a:lnTo>
                  <a:pt x="876" y="133"/>
                </a:lnTo>
                <a:lnTo>
                  <a:pt x="884" y="139"/>
                </a:lnTo>
                <a:lnTo>
                  <a:pt x="889" y="144"/>
                </a:lnTo>
                <a:lnTo>
                  <a:pt x="895" y="152"/>
                </a:lnTo>
                <a:lnTo>
                  <a:pt x="901" y="158"/>
                </a:lnTo>
                <a:lnTo>
                  <a:pt x="905" y="163"/>
                </a:lnTo>
                <a:lnTo>
                  <a:pt x="910" y="171"/>
                </a:lnTo>
                <a:lnTo>
                  <a:pt x="916" y="177"/>
                </a:lnTo>
                <a:lnTo>
                  <a:pt x="920" y="182"/>
                </a:lnTo>
                <a:lnTo>
                  <a:pt x="924" y="186"/>
                </a:lnTo>
                <a:lnTo>
                  <a:pt x="927" y="192"/>
                </a:lnTo>
                <a:lnTo>
                  <a:pt x="931" y="198"/>
                </a:lnTo>
                <a:lnTo>
                  <a:pt x="933" y="201"/>
                </a:lnTo>
                <a:lnTo>
                  <a:pt x="937" y="205"/>
                </a:lnTo>
                <a:lnTo>
                  <a:pt x="939" y="211"/>
                </a:lnTo>
                <a:lnTo>
                  <a:pt x="943" y="215"/>
                </a:lnTo>
                <a:lnTo>
                  <a:pt x="945" y="220"/>
                </a:lnTo>
                <a:lnTo>
                  <a:pt x="948" y="226"/>
                </a:lnTo>
                <a:lnTo>
                  <a:pt x="950" y="228"/>
                </a:lnTo>
                <a:lnTo>
                  <a:pt x="950" y="230"/>
                </a:lnTo>
                <a:lnTo>
                  <a:pt x="950" y="232"/>
                </a:lnTo>
                <a:lnTo>
                  <a:pt x="954" y="238"/>
                </a:lnTo>
                <a:lnTo>
                  <a:pt x="956" y="241"/>
                </a:lnTo>
                <a:lnTo>
                  <a:pt x="958" y="247"/>
                </a:lnTo>
                <a:lnTo>
                  <a:pt x="962" y="255"/>
                </a:lnTo>
                <a:lnTo>
                  <a:pt x="965" y="262"/>
                </a:lnTo>
                <a:lnTo>
                  <a:pt x="965" y="266"/>
                </a:lnTo>
                <a:lnTo>
                  <a:pt x="967" y="270"/>
                </a:lnTo>
                <a:lnTo>
                  <a:pt x="967" y="274"/>
                </a:lnTo>
                <a:lnTo>
                  <a:pt x="969" y="279"/>
                </a:lnTo>
                <a:lnTo>
                  <a:pt x="971" y="283"/>
                </a:lnTo>
                <a:lnTo>
                  <a:pt x="973" y="289"/>
                </a:lnTo>
                <a:lnTo>
                  <a:pt x="973" y="295"/>
                </a:lnTo>
                <a:lnTo>
                  <a:pt x="977" y="300"/>
                </a:lnTo>
                <a:lnTo>
                  <a:pt x="977" y="306"/>
                </a:lnTo>
                <a:lnTo>
                  <a:pt x="979" y="314"/>
                </a:lnTo>
                <a:lnTo>
                  <a:pt x="979" y="319"/>
                </a:lnTo>
                <a:lnTo>
                  <a:pt x="981" y="327"/>
                </a:lnTo>
                <a:lnTo>
                  <a:pt x="983" y="333"/>
                </a:lnTo>
                <a:lnTo>
                  <a:pt x="983" y="340"/>
                </a:lnTo>
                <a:lnTo>
                  <a:pt x="984" y="348"/>
                </a:lnTo>
                <a:lnTo>
                  <a:pt x="986" y="355"/>
                </a:lnTo>
                <a:lnTo>
                  <a:pt x="986" y="363"/>
                </a:lnTo>
                <a:lnTo>
                  <a:pt x="986" y="371"/>
                </a:lnTo>
                <a:lnTo>
                  <a:pt x="988" y="378"/>
                </a:lnTo>
                <a:lnTo>
                  <a:pt x="988" y="388"/>
                </a:lnTo>
                <a:lnTo>
                  <a:pt x="988" y="395"/>
                </a:lnTo>
                <a:lnTo>
                  <a:pt x="988" y="405"/>
                </a:lnTo>
                <a:lnTo>
                  <a:pt x="988" y="414"/>
                </a:lnTo>
                <a:lnTo>
                  <a:pt x="990" y="424"/>
                </a:lnTo>
                <a:lnTo>
                  <a:pt x="988" y="433"/>
                </a:lnTo>
                <a:lnTo>
                  <a:pt x="988" y="443"/>
                </a:lnTo>
                <a:lnTo>
                  <a:pt x="988" y="452"/>
                </a:lnTo>
                <a:lnTo>
                  <a:pt x="988" y="464"/>
                </a:lnTo>
                <a:lnTo>
                  <a:pt x="988" y="473"/>
                </a:lnTo>
                <a:lnTo>
                  <a:pt x="986" y="485"/>
                </a:lnTo>
                <a:lnTo>
                  <a:pt x="986" y="494"/>
                </a:lnTo>
                <a:lnTo>
                  <a:pt x="984" y="507"/>
                </a:lnTo>
                <a:lnTo>
                  <a:pt x="983" y="517"/>
                </a:lnTo>
                <a:lnTo>
                  <a:pt x="981" y="528"/>
                </a:lnTo>
                <a:lnTo>
                  <a:pt x="979" y="540"/>
                </a:lnTo>
                <a:lnTo>
                  <a:pt x="977" y="553"/>
                </a:lnTo>
                <a:lnTo>
                  <a:pt x="973" y="565"/>
                </a:lnTo>
                <a:lnTo>
                  <a:pt x="971" y="576"/>
                </a:lnTo>
                <a:lnTo>
                  <a:pt x="967" y="589"/>
                </a:lnTo>
                <a:lnTo>
                  <a:pt x="965" y="603"/>
                </a:lnTo>
                <a:lnTo>
                  <a:pt x="962" y="614"/>
                </a:lnTo>
                <a:lnTo>
                  <a:pt x="958" y="627"/>
                </a:lnTo>
                <a:lnTo>
                  <a:pt x="954" y="641"/>
                </a:lnTo>
                <a:lnTo>
                  <a:pt x="950" y="654"/>
                </a:lnTo>
                <a:lnTo>
                  <a:pt x="945" y="667"/>
                </a:lnTo>
                <a:lnTo>
                  <a:pt x="941" y="681"/>
                </a:lnTo>
                <a:lnTo>
                  <a:pt x="935" y="696"/>
                </a:lnTo>
                <a:lnTo>
                  <a:pt x="931" y="709"/>
                </a:lnTo>
                <a:lnTo>
                  <a:pt x="929" y="711"/>
                </a:lnTo>
                <a:lnTo>
                  <a:pt x="927" y="715"/>
                </a:lnTo>
                <a:lnTo>
                  <a:pt x="927" y="717"/>
                </a:lnTo>
                <a:lnTo>
                  <a:pt x="926" y="720"/>
                </a:lnTo>
                <a:lnTo>
                  <a:pt x="924" y="724"/>
                </a:lnTo>
                <a:lnTo>
                  <a:pt x="922" y="732"/>
                </a:lnTo>
                <a:lnTo>
                  <a:pt x="918" y="736"/>
                </a:lnTo>
                <a:lnTo>
                  <a:pt x="916" y="741"/>
                </a:lnTo>
                <a:lnTo>
                  <a:pt x="912" y="747"/>
                </a:lnTo>
                <a:lnTo>
                  <a:pt x="910" y="753"/>
                </a:lnTo>
                <a:lnTo>
                  <a:pt x="907" y="760"/>
                </a:lnTo>
                <a:lnTo>
                  <a:pt x="903" y="768"/>
                </a:lnTo>
                <a:lnTo>
                  <a:pt x="899" y="776"/>
                </a:lnTo>
                <a:lnTo>
                  <a:pt x="895" y="785"/>
                </a:lnTo>
                <a:lnTo>
                  <a:pt x="889" y="793"/>
                </a:lnTo>
                <a:lnTo>
                  <a:pt x="884" y="800"/>
                </a:lnTo>
                <a:lnTo>
                  <a:pt x="878" y="808"/>
                </a:lnTo>
                <a:lnTo>
                  <a:pt x="872" y="817"/>
                </a:lnTo>
                <a:lnTo>
                  <a:pt x="870" y="821"/>
                </a:lnTo>
                <a:lnTo>
                  <a:pt x="867" y="827"/>
                </a:lnTo>
                <a:lnTo>
                  <a:pt x="863" y="831"/>
                </a:lnTo>
                <a:lnTo>
                  <a:pt x="861" y="836"/>
                </a:lnTo>
                <a:lnTo>
                  <a:pt x="857" y="840"/>
                </a:lnTo>
                <a:lnTo>
                  <a:pt x="855" y="846"/>
                </a:lnTo>
                <a:lnTo>
                  <a:pt x="851" y="850"/>
                </a:lnTo>
                <a:lnTo>
                  <a:pt x="848" y="855"/>
                </a:lnTo>
                <a:lnTo>
                  <a:pt x="844" y="859"/>
                </a:lnTo>
                <a:lnTo>
                  <a:pt x="840" y="863"/>
                </a:lnTo>
                <a:lnTo>
                  <a:pt x="836" y="869"/>
                </a:lnTo>
                <a:lnTo>
                  <a:pt x="834" y="874"/>
                </a:lnTo>
                <a:lnTo>
                  <a:pt x="830" y="878"/>
                </a:lnTo>
                <a:lnTo>
                  <a:pt x="827" y="882"/>
                </a:lnTo>
                <a:lnTo>
                  <a:pt x="823" y="888"/>
                </a:lnTo>
                <a:lnTo>
                  <a:pt x="819" y="892"/>
                </a:lnTo>
                <a:lnTo>
                  <a:pt x="813" y="897"/>
                </a:lnTo>
                <a:lnTo>
                  <a:pt x="810" y="901"/>
                </a:lnTo>
                <a:lnTo>
                  <a:pt x="806" y="905"/>
                </a:lnTo>
                <a:lnTo>
                  <a:pt x="802" y="911"/>
                </a:lnTo>
                <a:lnTo>
                  <a:pt x="796" y="914"/>
                </a:lnTo>
                <a:lnTo>
                  <a:pt x="792" y="920"/>
                </a:lnTo>
                <a:lnTo>
                  <a:pt x="789" y="924"/>
                </a:lnTo>
                <a:lnTo>
                  <a:pt x="785" y="930"/>
                </a:lnTo>
                <a:lnTo>
                  <a:pt x="756" y="964"/>
                </a:lnTo>
                <a:lnTo>
                  <a:pt x="756" y="964"/>
                </a:lnTo>
                <a:close/>
              </a:path>
            </a:pathLst>
          </a:custGeom>
          <a:solidFill>
            <a:srgbClr val="E6E6B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7" name="Freeform 59"/>
          <p:cNvSpPr>
            <a:spLocks/>
          </p:cNvSpPr>
          <p:nvPr/>
        </p:nvSpPr>
        <p:spPr bwMode="auto">
          <a:xfrm>
            <a:off x="1703388" y="1660525"/>
            <a:ext cx="104775" cy="385763"/>
          </a:xfrm>
          <a:custGeom>
            <a:avLst/>
            <a:gdLst>
              <a:gd name="T0" fmla="*/ 133 w 133"/>
              <a:gd name="T1" fmla="*/ 17 h 484"/>
              <a:gd name="T2" fmla="*/ 133 w 133"/>
              <a:gd name="T3" fmla="*/ 21 h 484"/>
              <a:gd name="T4" fmla="*/ 133 w 133"/>
              <a:gd name="T5" fmla="*/ 24 h 484"/>
              <a:gd name="T6" fmla="*/ 133 w 133"/>
              <a:gd name="T7" fmla="*/ 30 h 484"/>
              <a:gd name="T8" fmla="*/ 133 w 133"/>
              <a:gd name="T9" fmla="*/ 38 h 484"/>
              <a:gd name="T10" fmla="*/ 133 w 133"/>
              <a:gd name="T11" fmla="*/ 45 h 484"/>
              <a:gd name="T12" fmla="*/ 133 w 133"/>
              <a:gd name="T13" fmla="*/ 51 h 484"/>
              <a:gd name="T14" fmla="*/ 133 w 133"/>
              <a:gd name="T15" fmla="*/ 55 h 484"/>
              <a:gd name="T16" fmla="*/ 133 w 133"/>
              <a:gd name="T17" fmla="*/ 60 h 484"/>
              <a:gd name="T18" fmla="*/ 133 w 133"/>
              <a:gd name="T19" fmla="*/ 68 h 484"/>
              <a:gd name="T20" fmla="*/ 133 w 133"/>
              <a:gd name="T21" fmla="*/ 72 h 484"/>
              <a:gd name="T22" fmla="*/ 133 w 133"/>
              <a:gd name="T23" fmla="*/ 79 h 484"/>
              <a:gd name="T24" fmla="*/ 133 w 133"/>
              <a:gd name="T25" fmla="*/ 85 h 484"/>
              <a:gd name="T26" fmla="*/ 133 w 133"/>
              <a:gd name="T27" fmla="*/ 93 h 484"/>
              <a:gd name="T28" fmla="*/ 133 w 133"/>
              <a:gd name="T29" fmla="*/ 99 h 484"/>
              <a:gd name="T30" fmla="*/ 133 w 133"/>
              <a:gd name="T31" fmla="*/ 106 h 484"/>
              <a:gd name="T32" fmla="*/ 133 w 133"/>
              <a:gd name="T33" fmla="*/ 116 h 484"/>
              <a:gd name="T34" fmla="*/ 133 w 133"/>
              <a:gd name="T35" fmla="*/ 123 h 484"/>
              <a:gd name="T36" fmla="*/ 131 w 133"/>
              <a:gd name="T37" fmla="*/ 131 h 484"/>
              <a:gd name="T38" fmla="*/ 131 w 133"/>
              <a:gd name="T39" fmla="*/ 138 h 484"/>
              <a:gd name="T40" fmla="*/ 129 w 133"/>
              <a:gd name="T41" fmla="*/ 146 h 484"/>
              <a:gd name="T42" fmla="*/ 129 w 133"/>
              <a:gd name="T43" fmla="*/ 156 h 484"/>
              <a:gd name="T44" fmla="*/ 129 w 133"/>
              <a:gd name="T45" fmla="*/ 165 h 484"/>
              <a:gd name="T46" fmla="*/ 129 w 133"/>
              <a:gd name="T47" fmla="*/ 173 h 484"/>
              <a:gd name="T48" fmla="*/ 127 w 133"/>
              <a:gd name="T49" fmla="*/ 182 h 484"/>
              <a:gd name="T50" fmla="*/ 127 w 133"/>
              <a:gd name="T51" fmla="*/ 192 h 484"/>
              <a:gd name="T52" fmla="*/ 127 w 133"/>
              <a:gd name="T53" fmla="*/ 199 h 484"/>
              <a:gd name="T54" fmla="*/ 125 w 133"/>
              <a:gd name="T55" fmla="*/ 209 h 484"/>
              <a:gd name="T56" fmla="*/ 123 w 133"/>
              <a:gd name="T57" fmla="*/ 218 h 484"/>
              <a:gd name="T58" fmla="*/ 123 w 133"/>
              <a:gd name="T59" fmla="*/ 228 h 484"/>
              <a:gd name="T60" fmla="*/ 122 w 133"/>
              <a:gd name="T61" fmla="*/ 237 h 484"/>
              <a:gd name="T62" fmla="*/ 122 w 133"/>
              <a:gd name="T63" fmla="*/ 247 h 484"/>
              <a:gd name="T64" fmla="*/ 120 w 133"/>
              <a:gd name="T65" fmla="*/ 256 h 484"/>
              <a:gd name="T66" fmla="*/ 118 w 133"/>
              <a:gd name="T67" fmla="*/ 266 h 484"/>
              <a:gd name="T68" fmla="*/ 116 w 133"/>
              <a:gd name="T69" fmla="*/ 277 h 484"/>
              <a:gd name="T70" fmla="*/ 114 w 133"/>
              <a:gd name="T71" fmla="*/ 287 h 484"/>
              <a:gd name="T72" fmla="*/ 112 w 133"/>
              <a:gd name="T73" fmla="*/ 296 h 484"/>
              <a:gd name="T74" fmla="*/ 110 w 133"/>
              <a:gd name="T75" fmla="*/ 306 h 484"/>
              <a:gd name="T76" fmla="*/ 108 w 133"/>
              <a:gd name="T77" fmla="*/ 315 h 484"/>
              <a:gd name="T78" fmla="*/ 106 w 133"/>
              <a:gd name="T79" fmla="*/ 325 h 484"/>
              <a:gd name="T80" fmla="*/ 104 w 133"/>
              <a:gd name="T81" fmla="*/ 334 h 484"/>
              <a:gd name="T82" fmla="*/ 103 w 133"/>
              <a:gd name="T83" fmla="*/ 344 h 484"/>
              <a:gd name="T84" fmla="*/ 101 w 133"/>
              <a:gd name="T85" fmla="*/ 353 h 484"/>
              <a:gd name="T86" fmla="*/ 97 w 133"/>
              <a:gd name="T87" fmla="*/ 363 h 484"/>
              <a:gd name="T88" fmla="*/ 95 w 133"/>
              <a:gd name="T89" fmla="*/ 372 h 484"/>
              <a:gd name="T90" fmla="*/ 93 w 133"/>
              <a:gd name="T91" fmla="*/ 382 h 484"/>
              <a:gd name="T92" fmla="*/ 89 w 133"/>
              <a:gd name="T93" fmla="*/ 391 h 484"/>
              <a:gd name="T94" fmla="*/ 85 w 133"/>
              <a:gd name="T95" fmla="*/ 399 h 484"/>
              <a:gd name="T96" fmla="*/ 84 w 133"/>
              <a:gd name="T97" fmla="*/ 408 h 484"/>
              <a:gd name="T98" fmla="*/ 80 w 133"/>
              <a:gd name="T99" fmla="*/ 418 h 484"/>
              <a:gd name="T100" fmla="*/ 76 w 133"/>
              <a:gd name="T101" fmla="*/ 426 h 484"/>
              <a:gd name="T102" fmla="*/ 72 w 133"/>
              <a:gd name="T103" fmla="*/ 435 h 484"/>
              <a:gd name="T104" fmla="*/ 68 w 133"/>
              <a:gd name="T105" fmla="*/ 443 h 484"/>
              <a:gd name="T106" fmla="*/ 66 w 133"/>
              <a:gd name="T107" fmla="*/ 452 h 484"/>
              <a:gd name="T108" fmla="*/ 61 w 133"/>
              <a:gd name="T109" fmla="*/ 460 h 484"/>
              <a:gd name="T110" fmla="*/ 57 w 133"/>
              <a:gd name="T111" fmla="*/ 467 h 484"/>
              <a:gd name="T112" fmla="*/ 53 w 133"/>
              <a:gd name="T113" fmla="*/ 475 h 484"/>
              <a:gd name="T114" fmla="*/ 49 w 133"/>
              <a:gd name="T115" fmla="*/ 484 h 484"/>
              <a:gd name="T116" fmla="*/ 0 w 133"/>
              <a:gd name="T117" fmla="*/ 477 h 484"/>
              <a:gd name="T118" fmla="*/ 97 w 133"/>
              <a:gd name="T119" fmla="*/ 5 h 484"/>
              <a:gd name="T120" fmla="*/ 129 w 133"/>
              <a:gd name="T121" fmla="*/ 0 h 484"/>
              <a:gd name="T122" fmla="*/ 133 w 133"/>
              <a:gd name="T123" fmla="*/ 17 h 484"/>
              <a:gd name="T124" fmla="*/ 133 w 133"/>
              <a:gd name="T125" fmla="*/ 17 h 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33" h="484">
                <a:moveTo>
                  <a:pt x="133" y="17"/>
                </a:moveTo>
                <a:lnTo>
                  <a:pt x="133" y="21"/>
                </a:lnTo>
                <a:lnTo>
                  <a:pt x="133" y="24"/>
                </a:lnTo>
                <a:lnTo>
                  <a:pt x="133" y="30"/>
                </a:lnTo>
                <a:lnTo>
                  <a:pt x="133" y="38"/>
                </a:lnTo>
                <a:lnTo>
                  <a:pt x="133" y="45"/>
                </a:lnTo>
                <a:lnTo>
                  <a:pt x="133" y="51"/>
                </a:lnTo>
                <a:lnTo>
                  <a:pt x="133" y="55"/>
                </a:lnTo>
                <a:lnTo>
                  <a:pt x="133" y="60"/>
                </a:lnTo>
                <a:lnTo>
                  <a:pt x="133" y="68"/>
                </a:lnTo>
                <a:lnTo>
                  <a:pt x="133" y="72"/>
                </a:lnTo>
                <a:lnTo>
                  <a:pt x="133" y="79"/>
                </a:lnTo>
                <a:lnTo>
                  <a:pt x="133" y="85"/>
                </a:lnTo>
                <a:lnTo>
                  <a:pt x="133" y="93"/>
                </a:lnTo>
                <a:lnTo>
                  <a:pt x="133" y="99"/>
                </a:lnTo>
                <a:lnTo>
                  <a:pt x="133" y="106"/>
                </a:lnTo>
                <a:lnTo>
                  <a:pt x="133" y="116"/>
                </a:lnTo>
                <a:lnTo>
                  <a:pt x="133" y="123"/>
                </a:lnTo>
                <a:lnTo>
                  <a:pt x="131" y="131"/>
                </a:lnTo>
                <a:lnTo>
                  <a:pt x="131" y="138"/>
                </a:lnTo>
                <a:lnTo>
                  <a:pt x="129" y="146"/>
                </a:lnTo>
                <a:lnTo>
                  <a:pt x="129" y="156"/>
                </a:lnTo>
                <a:lnTo>
                  <a:pt x="129" y="165"/>
                </a:lnTo>
                <a:lnTo>
                  <a:pt x="129" y="173"/>
                </a:lnTo>
                <a:lnTo>
                  <a:pt x="127" y="182"/>
                </a:lnTo>
                <a:lnTo>
                  <a:pt x="127" y="192"/>
                </a:lnTo>
                <a:lnTo>
                  <a:pt x="127" y="199"/>
                </a:lnTo>
                <a:lnTo>
                  <a:pt x="125" y="209"/>
                </a:lnTo>
                <a:lnTo>
                  <a:pt x="123" y="218"/>
                </a:lnTo>
                <a:lnTo>
                  <a:pt x="123" y="228"/>
                </a:lnTo>
                <a:lnTo>
                  <a:pt x="122" y="237"/>
                </a:lnTo>
                <a:lnTo>
                  <a:pt x="122" y="247"/>
                </a:lnTo>
                <a:lnTo>
                  <a:pt x="120" y="256"/>
                </a:lnTo>
                <a:lnTo>
                  <a:pt x="118" y="266"/>
                </a:lnTo>
                <a:lnTo>
                  <a:pt x="116" y="277"/>
                </a:lnTo>
                <a:lnTo>
                  <a:pt x="114" y="287"/>
                </a:lnTo>
                <a:lnTo>
                  <a:pt x="112" y="296"/>
                </a:lnTo>
                <a:lnTo>
                  <a:pt x="110" y="306"/>
                </a:lnTo>
                <a:lnTo>
                  <a:pt x="108" y="315"/>
                </a:lnTo>
                <a:lnTo>
                  <a:pt x="106" y="325"/>
                </a:lnTo>
                <a:lnTo>
                  <a:pt x="104" y="334"/>
                </a:lnTo>
                <a:lnTo>
                  <a:pt x="103" y="344"/>
                </a:lnTo>
                <a:lnTo>
                  <a:pt x="101" y="353"/>
                </a:lnTo>
                <a:lnTo>
                  <a:pt x="97" y="363"/>
                </a:lnTo>
                <a:lnTo>
                  <a:pt x="95" y="372"/>
                </a:lnTo>
                <a:lnTo>
                  <a:pt x="93" y="382"/>
                </a:lnTo>
                <a:lnTo>
                  <a:pt x="89" y="391"/>
                </a:lnTo>
                <a:lnTo>
                  <a:pt x="85" y="399"/>
                </a:lnTo>
                <a:lnTo>
                  <a:pt x="84" y="408"/>
                </a:lnTo>
                <a:lnTo>
                  <a:pt x="80" y="418"/>
                </a:lnTo>
                <a:lnTo>
                  <a:pt x="76" y="426"/>
                </a:lnTo>
                <a:lnTo>
                  <a:pt x="72" y="435"/>
                </a:lnTo>
                <a:lnTo>
                  <a:pt x="68" y="443"/>
                </a:lnTo>
                <a:lnTo>
                  <a:pt x="66" y="452"/>
                </a:lnTo>
                <a:lnTo>
                  <a:pt x="61" y="460"/>
                </a:lnTo>
                <a:lnTo>
                  <a:pt x="57" y="467"/>
                </a:lnTo>
                <a:lnTo>
                  <a:pt x="53" y="475"/>
                </a:lnTo>
                <a:lnTo>
                  <a:pt x="49" y="484"/>
                </a:lnTo>
                <a:lnTo>
                  <a:pt x="0" y="477"/>
                </a:lnTo>
                <a:lnTo>
                  <a:pt x="97" y="5"/>
                </a:lnTo>
                <a:lnTo>
                  <a:pt x="129" y="0"/>
                </a:lnTo>
                <a:lnTo>
                  <a:pt x="133" y="17"/>
                </a:lnTo>
                <a:lnTo>
                  <a:pt x="133" y="17"/>
                </a:lnTo>
                <a:close/>
              </a:path>
            </a:pathLst>
          </a:custGeom>
          <a:solidFill>
            <a:srgbClr val="C4050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8" name="Freeform 60"/>
          <p:cNvSpPr>
            <a:spLocks/>
          </p:cNvSpPr>
          <p:nvPr/>
        </p:nvSpPr>
        <p:spPr bwMode="auto">
          <a:xfrm>
            <a:off x="1752601" y="1549400"/>
            <a:ext cx="100013" cy="96838"/>
          </a:xfrm>
          <a:custGeom>
            <a:avLst/>
            <a:gdLst>
              <a:gd name="T0" fmla="*/ 108 w 125"/>
              <a:gd name="T1" fmla="*/ 106 h 122"/>
              <a:gd name="T2" fmla="*/ 97 w 125"/>
              <a:gd name="T3" fmla="*/ 110 h 122"/>
              <a:gd name="T4" fmla="*/ 83 w 125"/>
              <a:gd name="T5" fmla="*/ 114 h 122"/>
              <a:gd name="T6" fmla="*/ 74 w 125"/>
              <a:gd name="T7" fmla="*/ 118 h 122"/>
              <a:gd name="T8" fmla="*/ 64 w 125"/>
              <a:gd name="T9" fmla="*/ 120 h 122"/>
              <a:gd name="T10" fmla="*/ 53 w 125"/>
              <a:gd name="T11" fmla="*/ 122 h 122"/>
              <a:gd name="T12" fmla="*/ 41 w 125"/>
              <a:gd name="T13" fmla="*/ 122 h 122"/>
              <a:gd name="T14" fmla="*/ 30 w 125"/>
              <a:gd name="T15" fmla="*/ 120 h 122"/>
              <a:gd name="T16" fmla="*/ 21 w 125"/>
              <a:gd name="T17" fmla="*/ 118 h 122"/>
              <a:gd name="T18" fmla="*/ 13 w 125"/>
              <a:gd name="T19" fmla="*/ 114 h 122"/>
              <a:gd name="T20" fmla="*/ 5 w 125"/>
              <a:gd name="T21" fmla="*/ 106 h 122"/>
              <a:gd name="T22" fmla="*/ 1 w 125"/>
              <a:gd name="T23" fmla="*/ 97 h 122"/>
              <a:gd name="T24" fmla="*/ 0 w 125"/>
              <a:gd name="T25" fmla="*/ 86 h 122"/>
              <a:gd name="T26" fmla="*/ 0 w 125"/>
              <a:gd name="T27" fmla="*/ 70 h 122"/>
              <a:gd name="T28" fmla="*/ 3 w 125"/>
              <a:gd name="T29" fmla="*/ 55 h 122"/>
              <a:gd name="T30" fmla="*/ 5 w 125"/>
              <a:gd name="T31" fmla="*/ 46 h 122"/>
              <a:gd name="T32" fmla="*/ 11 w 125"/>
              <a:gd name="T33" fmla="*/ 32 h 122"/>
              <a:gd name="T34" fmla="*/ 21 w 125"/>
              <a:gd name="T35" fmla="*/ 19 h 122"/>
              <a:gd name="T36" fmla="*/ 30 w 125"/>
              <a:gd name="T37" fmla="*/ 9 h 122"/>
              <a:gd name="T38" fmla="*/ 40 w 125"/>
              <a:gd name="T39" fmla="*/ 4 h 122"/>
              <a:gd name="T40" fmla="*/ 51 w 125"/>
              <a:gd name="T41" fmla="*/ 0 h 122"/>
              <a:gd name="T42" fmla="*/ 62 w 125"/>
              <a:gd name="T43" fmla="*/ 0 h 122"/>
              <a:gd name="T44" fmla="*/ 74 w 125"/>
              <a:gd name="T45" fmla="*/ 2 h 122"/>
              <a:gd name="T46" fmla="*/ 85 w 125"/>
              <a:gd name="T47" fmla="*/ 8 h 122"/>
              <a:gd name="T48" fmla="*/ 97 w 125"/>
              <a:gd name="T49" fmla="*/ 13 h 122"/>
              <a:gd name="T50" fmla="*/ 108 w 125"/>
              <a:gd name="T51" fmla="*/ 21 h 122"/>
              <a:gd name="T52" fmla="*/ 114 w 125"/>
              <a:gd name="T53" fmla="*/ 30 h 122"/>
              <a:gd name="T54" fmla="*/ 119 w 125"/>
              <a:gd name="T55" fmla="*/ 40 h 122"/>
              <a:gd name="T56" fmla="*/ 123 w 125"/>
              <a:gd name="T57" fmla="*/ 53 h 122"/>
              <a:gd name="T58" fmla="*/ 123 w 125"/>
              <a:gd name="T59" fmla="*/ 63 h 122"/>
              <a:gd name="T60" fmla="*/ 125 w 125"/>
              <a:gd name="T61" fmla="*/ 72 h 122"/>
              <a:gd name="T62" fmla="*/ 123 w 125"/>
              <a:gd name="T63" fmla="*/ 84 h 122"/>
              <a:gd name="T64" fmla="*/ 119 w 125"/>
              <a:gd name="T65" fmla="*/ 95 h 122"/>
              <a:gd name="T66" fmla="*/ 114 w 125"/>
              <a:gd name="T67" fmla="*/ 103 h 122"/>
              <a:gd name="T68" fmla="*/ 108 w 125"/>
              <a:gd name="T69" fmla="*/ 106 h 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5" h="122">
                <a:moveTo>
                  <a:pt x="108" y="106"/>
                </a:moveTo>
                <a:lnTo>
                  <a:pt x="108" y="106"/>
                </a:lnTo>
                <a:lnTo>
                  <a:pt x="102" y="108"/>
                </a:lnTo>
                <a:lnTo>
                  <a:pt x="97" y="110"/>
                </a:lnTo>
                <a:lnTo>
                  <a:pt x="89" y="112"/>
                </a:lnTo>
                <a:lnTo>
                  <a:pt x="83" y="114"/>
                </a:lnTo>
                <a:lnTo>
                  <a:pt x="79" y="116"/>
                </a:lnTo>
                <a:lnTo>
                  <a:pt x="74" y="118"/>
                </a:lnTo>
                <a:lnTo>
                  <a:pt x="70" y="120"/>
                </a:lnTo>
                <a:lnTo>
                  <a:pt x="64" y="120"/>
                </a:lnTo>
                <a:lnTo>
                  <a:pt x="59" y="120"/>
                </a:lnTo>
                <a:lnTo>
                  <a:pt x="53" y="122"/>
                </a:lnTo>
                <a:lnTo>
                  <a:pt x="47" y="122"/>
                </a:lnTo>
                <a:lnTo>
                  <a:pt x="41" y="122"/>
                </a:lnTo>
                <a:lnTo>
                  <a:pt x="36" y="122"/>
                </a:lnTo>
                <a:lnTo>
                  <a:pt x="30" y="120"/>
                </a:lnTo>
                <a:lnTo>
                  <a:pt x="26" y="120"/>
                </a:lnTo>
                <a:lnTo>
                  <a:pt x="21" y="118"/>
                </a:lnTo>
                <a:lnTo>
                  <a:pt x="17" y="116"/>
                </a:lnTo>
                <a:lnTo>
                  <a:pt x="13" y="114"/>
                </a:lnTo>
                <a:lnTo>
                  <a:pt x="9" y="112"/>
                </a:lnTo>
                <a:lnTo>
                  <a:pt x="5" y="106"/>
                </a:lnTo>
                <a:lnTo>
                  <a:pt x="3" y="103"/>
                </a:lnTo>
                <a:lnTo>
                  <a:pt x="1" y="97"/>
                </a:lnTo>
                <a:lnTo>
                  <a:pt x="0" y="93"/>
                </a:lnTo>
                <a:lnTo>
                  <a:pt x="0" y="86"/>
                </a:lnTo>
                <a:lnTo>
                  <a:pt x="0" y="78"/>
                </a:lnTo>
                <a:lnTo>
                  <a:pt x="0" y="70"/>
                </a:lnTo>
                <a:lnTo>
                  <a:pt x="3" y="63"/>
                </a:lnTo>
                <a:lnTo>
                  <a:pt x="3" y="55"/>
                </a:lnTo>
                <a:lnTo>
                  <a:pt x="5" y="51"/>
                </a:lnTo>
                <a:lnTo>
                  <a:pt x="5" y="46"/>
                </a:lnTo>
                <a:lnTo>
                  <a:pt x="7" y="42"/>
                </a:lnTo>
                <a:lnTo>
                  <a:pt x="11" y="32"/>
                </a:lnTo>
                <a:lnTo>
                  <a:pt x="15" y="25"/>
                </a:lnTo>
                <a:lnTo>
                  <a:pt x="21" y="19"/>
                </a:lnTo>
                <a:lnTo>
                  <a:pt x="24" y="13"/>
                </a:lnTo>
                <a:lnTo>
                  <a:pt x="30" y="9"/>
                </a:lnTo>
                <a:lnTo>
                  <a:pt x="36" y="8"/>
                </a:lnTo>
                <a:lnTo>
                  <a:pt x="40" y="4"/>
                </a:lnTo>
                <a:lnTo>
                  <a:pt x="45" y="2"/>
                </a:lnTo>
                <a:lnTo>
                  <a:pt x="51" y="0"/>
                </a:lnTo>
                <a:lnTo>
                  <a:pt x="57" y="0"/>
                </a:lnTo>
                <a:lnTo>
                  <a:pt x="62" y="0"/>
                </a:lnTo>
                <a:lnTo>
                  <a:pt x="68" y="2"/>
                </a:lnTo>
                <a:lnTo>
                  <a:pt x="74" y="2"/>
                </a:lnTo>
                <a:lnTo>
                  <a:pt x="79" y="4"/>
                </a:lnTo>
                <a:lnTo>
                  <a:pt x="85" y="8"/>
                </a:lnTo>
                <a:lnTo>
                  <a:pt x="91" y="11"/>
                </a:lnTo>
                <a:lnTo>
                  <a:pt x="97" y="13"/>
                </a:lnTo>
                <a:lnTo>
                  <a:pt x="102" y="19"/>
                </a:lnTo>
                <a:lnTo>
                  <a:pt x="108" y="21"/>
                </a:lnTo>
                <a:lnTo>
                  <a:pt x="112" y="25"/>
                </a:lnTo>
                <a:lnTo>
                  <a:pt x="114" y="30"/>
                </a:lnTo>
                <a:lnTo>
                  <a:pt x="117" y="34"/>
                </a:lnTo>
                <a:lnTo>
                  <a:pt x="119" y="40"/>
                </a:lnTo>
                <a:lnTo>
                  <a:pt x="121" y="49"/>
                </a:lnTo>
                <a:lnTo>
                  <a:pt x="123" y="53"/>
                </a:lnTo>
                <a:lnTo>
                  <a:pt x="123" y="57"/>
                </a:lnTo>
                <a:lnTo>
                  <a:pt x="123" y="63"/>
                </a:lnTo>
                <a:lnTo>
                  <a:pt x="125" y="66"/>
                </a:lnTo>
                <a:lnTo>
                  <a:pt x="125" y="72"/>
                </a:lnTo>
                <a:lnTo>
                  <a:pt x="125" y="78"/>
                </a:lnTo>
                <a:lnTo>
                  <a:pt x="123" y="84"/>
                </a:lnTo>
                <a:lnTo>
                  <a:pt x="123" y="91"/>
                </a:lnTo>
                <a:lnTo>
                  <a:pt x="119" y="95"/>
                </a:lnTo>
                <a:lnTo>
                  <a:pt x="117" y="99"/>
                </a:lnTo>
                <a:lnTo>
                  <a:pt x="114" y="103"/>
                </a:lnTo>
                <a:lnTo>
                  <a:pt x="108" y="106"/>
                </a:lnTo>
                <a:lnTo>
                  <a:pt x="108" y="106"/>
                </a:lnTo>
                <a:close/>
              </a:path>
            </a:pathLst>
          </a:custGeom>
          <a:solidFill>
            <a:srgbClr val="E8A60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9" name="Freeform 61"/>
          <p:cNvSpPr>
            <a:spLocks/>
          </p:cNvSpPr>
          <p:nvPr/>
        </p:nvSpPr>
        <p:spPr bwMode="auto">
          <a:xfrm>
            <a:off x="1139826" y="935038"/>
            <a:ext cx="536575" cy="1144588"/>
          </a:xfrm>
          <a:custGeom>
            <a:avLst/>
            <a:gdLst>
              <a:gd name="T0" fmla="*/ 456 w 675"/>
              <a:gd name="T1" fmla="*/ 1426 h 1441"/>
              <a:gd name="T2" fmla="*/ 441 w 675"/>
              <a:gd name="T3" fmla="*/ 1418 h 1441"/>
              <a:gd name="T4" fmla="*/ 414 w 675"/>
              <a:gd name="T5" fmla="*/ 1407 h 1441"/>
              <a:gd name="T6" fmla="*/ 386 w 675"/>
              <a:gd name="T7" fmla="*/ 1392 h 1441"/>
              <a:gd name="T8" fmla="*/ 350 w 675"/>
              <a:gd name="T9" fmla="*/ 1371 h 1441"/>
              <a:gd name="T10" fmla="*/ 310 w 675"/>
              <a:gd name="T11" fmla="*/ 1342 h 1441"/>
              <a:gd name="T12" fmla="*/ 270 w 675"/>
              <a:gd name="T13" fmla="*/ 1310 h 1441"/>
              <a:gd name="T14" fmla="*/ 230 w 675"/>
              <a:gd name="T15" fmla="*/ 1270 h 1441"/>
              <a:gd name="T16" fmla="*/ 188 w 675"/>
              <a:gd name="T17" fmla="*/ 1221 h 1441"/>
              <a:gd name="T18" fmla="*/ 150 w 675"/>
              <a:gd name="T19" fmla="*/ 1166 h 1441"/>
              <a:gd name="T20" fmla="*/ 116 w 675"/>
              <a:gd name="T21" fmla="*/ 1103 h 1441"/>
              <a:gd name="T22" fmla="*/ 87 w 675"/>
              <a:gd name="T23" fmla="*/ 1029 h 1441"/>
              <a:gd name="T24" fmla="*/ 64 w 675"/>
              <a:gd name="T25" fmla="*/ 947 h 1441"/>
              <a:gd name="T26" fmla="*/ 49 w 675"/>
              <a:gd name="T27" fmla="*/ 856 h 1441"/>
              <a:gd name="T28" fmla="*/ 45 w 675"/>
              <a:gd name="T29" fmla="*/ 753 h 1441"/>
              <a:gd name="T30" fmla="*/ 51 w 675"/>
              <a:gd name="T31" fmla="*/ 641 h 1441"/>
              <a:gd name="T32" fmla="*/ 66 w 675"/>
              <a:gd name="T33" fmla="*/ 534 h 1441"/>
              <a:gd name="T34" fmla="*/ 95 w 675"/>
              <a:gd name="T35" fmla="*/ 441 h 1441"/>
              <a:gd name="T36" fmla="*/ 131 w 675"/>
              <a:gd name="T37" fmla="*/ 361 h 1441"/>
              <a:gd name="T38" fmla="*/ 175 w 675"/>
              <a:gd name="T39" fmla="*/ 291 h 1441"/>
              <a:gd name="T40" fmla="*/ 224 w 675"/>
              <a:gd name="T41" fmla="*/ 232 h 1441"/>
              <a:gd name="T42" fmla="*/ 277 w 675"/>
              <a:gd name="T43" fmla="*/ 181 h 1441"/>
              <a:gd name="T44" fmla="*/ 332 w 675"/>
              <a:gd name="T45" fmla="*/ 141 h 1441"/>
              <a:gd name="T46" fmla="*/ 391 w 675"/>
              <a:gd name="T47" fmla="*/ 107 h 1441"/>
              <a:gd name="T48" fmla="*/ 445 w 675"/>
              <a:gd name="T49" fmla="*/ 80 h 1441"/>
              <a:gd name="T50" fmla="*/ 500 w 675"/>
              <a:gd name="T51" fmla="*/ 61 h 1441"/>
              <a:gd name="T52" fmla="*/ 547 w 675"/>
              <a:gd name="T53" fmla="*/ 46 h 1441"/>
              <a:gd name="T54" fmla="*/ 591 w 675"/>
              <a:gd name="T55" fmla="*/ 34 h 1441"/>
              <a:gd name="T56" fmla="*/ 627 w 675"/>
              <a:gd name="T57" fmla="*/ 29 h 1441"/>
              <a:gd name="T58" fmla="*/ 654 w 675"/>
              <a:gd name="T59" fmla="*/ 25 h 1441"/>
              <a:gd name="T60" fmla="*/ 671 w 675"/>
              <a:gd name="T61" fmla="*/ 23 h 1441"/>
              <a:gd name="T62" fmla="*/ 663 w 675"/>
              <a:gd name="T63" fmla="*/ 0 h 1441"/>
              <a:gd name="T64" fmla="*/ 646 w 675"/>
              <a:gd name="T65" fmla="*/ 2 h 1441"/>
              <a:gd name="T66" fmla="*/ 620 w 675"/>
              <a:gd name="T67" fmla="*/ 4 h 1441"/>
              <a:gd name="T68" fmla="*/ 583 w 675"/>
              <a:gd name="T69" fmla="*/ 10 h 1441"/>
              <a:gd name="T70" fmla="*/ 542 w 675"/>
              <a:gd name="T71" fmla="*/ 19 h 1441"/>
              <a:gd name="T72" fmla="*/ 494 w 675"/>
              <a:gd name="T73" fmla="*/ 34 h 1441"/>
              <a:gd name="T74" fmla="*/ 443 w 675"/>
              <a:gd name="T75" fmla="*/ 53 h 1441"/>
              <a:gd name="T76" fmla="*/ 388 w 675"/>
              <a:gd name="T77" fmla="*/ 80 h 1441"/>
              <a:gd name="T78" fmla="*/ 331 w 675"/>
              <a:gd name="T79" fmla="*/ 112 h 1441"/>
              <a:gd name="T80" fmla="*/ 275 w 675"/>
              <a:gd name="T81" fmla="*/ 150 h 1441"/>
              <a:gd name="T82" fmla="*/ 220 w 675"/>
              <a:gd name="T83" fmla="*/ 200 h 1441"/>
              <a:gd name="T84" fmla="*/ 169 w 675"/>
              <a:gd name="T85" fmla="*/ 257 h 1441"/>
              <a:gd name="T86" fmla="*/ 121 w 675"/>
              <a:gd name="T87" fmla="*/ 325 h 1441"/>
              <a:gd name="T88" fmla="*/ 80 w 675"/>
              <a:gd name="T89" fmla="*/ 403 h 1441"/>
              <a:gd name="T90" fmla="*/ 45 w 675"/>
              <a:gd name="T91" fmla="*/ 494 h 1441"/>
              <a:gd name="T92" fmla="*/ 19 w 675"/>
              <a:gd name="T93" fmla="*/ 597 h 1441"/>
              <a:gd name="T94" fmla="*/ 4 w 675"/>
              <a:gd name="T95" fmla="*/ 702 h 1441"/>
              <a:gd name="T96" fmla="*/ 2 w 675"/>
              <a:gd name="T97" fmla="*/ 801 h 1441"/>
              <a:gd name="T98" fmla="*/ 9 w 675"/>
              <a:gd name="T99" fmla="*/ 892 h 1441"/>
              <a:gd name="T100" fmla="*/ 26 w 675"/>
              <a:gd name="T101" fmla="*/ 975 h 1441"/>
              <a:gd name="T102" fmla="*/ 51 w 675"/>
              <a:gd name="T103" fmla="*/ 1050 h 1441"/>
              <a:gd name="T104" fmla="*/ 83 w 675"/>
              <a:gd name="T105" fmla="*/ 1120 h 1441"/>
              <a:gd name="T106" fmla="*/ 118 w 675"/>
              <a:gd name="T107" fmla="*/ 1181 h 1441"/>
              <a:gd name="T108" fmla="*/ 158 w 675"/>
              <a:gd name="T109" fmla="*/ 1238 h 1441"/>
              <a:gd name="T110" fmla="*/ 197 w 675"/>
              <a:gd name="T111" fmla="*/ 1285 h 1441"/>
              <a:gd name="T112" fmla="*/ 237 w 675"/>
              <a:gd name="T113" fmla="*/ 1327 h 1441"/>
              <a:gd name="T114" fmla="*/ 274 w 675"/>
              <a:gd name="T115" fmla="*/ 1361 h 1441"/>
              <a:gd name="T116" fmla="*/ 310 w 675"/>
              <a:gd name="T117" fmla="*/ 1390 h 1441"/>
              <a:gd name="T118" fmla="*/ 338 w 675"/>
              <a:gd name="T119" fmla="*/ 1413 h 1441"/>
              <a:gd name="T120" fmla="*/ 361 w 675"/>
              <a:gd name="T121" fmla="*/ 1428 h 1441"/>
              <a:gd name="T122" fmla="*/ 376 w 675"/>
              <a:gd name="T123" fmla="*/ 1437 h 1441"/>
              <a:gd name="T124" fmla="*/ 466 w 675"/>
              <a:gd name="T125" fmla="*/ 1430 h 1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675" h="1441">
                <a:moveTo>
                  <a:pt x="466" y="1430"/>
                </a:moveTo>
                <a:lnTo>
                  <a:pt x="464" y="1430"/>
                </a:lnTo>
                <a:lnTo>
                  <a:pt x="460" y="1428"/>
                </a:lnTo>
                <a:lnTo>
                  <a:pt x="456" y="1426"/>
                </a:lnTo>
                <a:lnTo>
                  <a:pt x="454" y="1424"/>
                </a:lnTo>
                <a:lnTo>
                  <a:pt x="450" y="1424"/>
                </a:lnTo>
                <a:lnTo>
                  <a:pt x="447" y="1422"/>
                </a:lnTo>
                <a:lnTo>
                  <a:pt x="441" y="1418"/>
                </a:lnTo>
                <a:lnTo>
                  <a:pt x="435" y="1417"/>
                </a:lnTo>
                <a:lnTo>
                  <a:pt x="427" y="1415"/>
                </a:lnTo>
                <a:lnTo>
                  <a:pt x="422" y="1413"/>
                </a:lnTo>
                <a:lnTo>
                  <a:pt x="414" y="1407"/>
                </a:lnTo>
                <a:lnTo>
                  <a:pt x="408" y="1405"/>
                </a:lnTo>
                <a:lnTo>
                  <a:pt x="401" y="1401"/>
                </a:lnTo>
                <a:lnTo>
                  <a:pt x="393" y="1398"/>
                </a:lnTo>
                <a:lnTo>
                  <a:pt x="386" y="1392"/>
                </a:lnTo>
                <a:lnTo>
                  <a:pt x="376" y="1388"/>
                </a:lnTo>
                <a:lnTo>
                  <a:pt x="367" y="1382"/>
                </a:lnTo>
                <a:lnTo>
                  <a:pt x="359" y="1377"/>
                </a:lnTo>
                <a:lnTo>
                  <a:pt x="350" y="1371"/>
                </a:lnTo>
                <a:lnTo>
                  <a:pt x="340" y="1363"/>
                </a:lnTo>
                <a:lnTo>
                  <a:pt x="331" y="1358"/>
                </a:lnTo>
                <a:lnTo>
                  <a:pt x="321" y="1352"/>
                </a:lnTo>
                <a:lnTo>
                  <a:pt x="310" y="1342"/>
                </a:lnTo>
                <a:lnTo>
                  <a:pt x="300" y="1335"/>
                </a:lnTo>
                <a:lnTo>
                  <a:pt x="291" y="1327"/>
                </a:lnTo>
                <a:lnTo>
                  <a:pt x="281" y="1320"/>
                </a:lnTo>
                <a:lnTo>
                  <a:pt x="270" y="1310"/>
                </a:lnTo>
                <a:lnTo>
                  <a:pt x="260" y="1301"/>
                </a:lnTo>
                <a:lnTo>
                  <a:pt x="249" y="1291"/>
                </a:lnTo>
                <a:lnTo>
                  <a:pt x="239" y="1282"/>
                </a:lnTo>
                <a:lnTo>
                  <a:pt x="230" y="1270"/>
                </a:lnTo>
                <a:lnTo>
                  <a:pt x="218" y="1259"/>
                </a:lnTo>
                <a:lnTo>
                  <a:pt x="209" y="1247"/>
                </a:lnTo>
                <a:lnTo>
                  <a:pt x="199" y="1234"/>
                </a:lnTo>
                <a:lnTo>
                  <a:pt x="188" y="1221"/>
                </a:lnTo>
                <a:lnTo>
                  <a:pt x="178" y="1209"/>
                </a:lnTo>
                <a:lnTo>
                  <a:pt x="169" y="1194"/>
                </a:lnTo>
                <a:lnTo>
                  <a:pt x="159" y="1181"/>
                </a:lnTo>
                <a:lnTo>
                  <a:pt x="150" y="1166"/>
                </a:lnTo>
                <a:lnTo>
                  <a:pt x="140" y="1150"/>
                </a:lnTo>
                <a:lnTo>
                  <a:pt x="133" y="1135"/>
                </a:lnTo>
                <a:lnTo>
                  <a:pt x="123" y="1120"/>
                </a:lnTo>
                <a:lnTo>
                  <a:pt x="116" y="1103"/>
                </a:lnTo>
                <a:lnTo>
                  <a:pt x="108" y="1086"/>
                </a:lnTo>
                <a:lnTo>
                  <a:pt x="101" y="1067"/>
                </a:lnTo>
                <a:lnTo>
                  <a:pt x="95" y="1048"/>
                </a:lnTo>
                <a:lnTo>
                  <a:pt x="87" y="1029"/>
                </a:lnTo>
                <a:lnTo>
                  <a:pt x="80" y="1010"/>
                </a:lnTo>
                <a:lnTo>
                  <a:pt x="74" y="989"/>
                </a:lnTo>
                <a:lnTo>
                  <a:pt x="70" y="968"/>
                </a:lnTo>
                <a:lnTo>
                  <a:pt x="64" y="947"/>
                </a:lnTo>
                <a:lnTo>
                  <a:pt x="61" y="926"/>
                </a:lnTo>
                <a:lnTo>
                  <a:pt x="55" y="903"/>
                </a:lnTo>
                <a:lnTo>
                  <a:pt x="53" y="880"/>
                </a:lnTo>
                <a:lnTo>
                  <a:pt x="49" y="856"/>
                </a:lnTo>
                <a:lnTo>
                  <a:pt x="47" y="831"/>
                </a:lnTo>
                <a:lnTo>
                  <a:pt x="45" y="804"/>
                </a:lnTo>
                <a:lnTo>
                  <a:pt x="45" y="780"/>
                </a:lnTo>
                <a:lnTo>
                  <a:pt x="45" y="753"/>
                </a:lnTo>
                <a:lnTo>
                  <a:pt x="45" y="726"/>
                </a:lnTo>
                <a:lnTo>
                  <a:pt x="45" y="698"/>
                </a:lnTo>
                <a:lnTo>
                  <a:pt x="49" y="671"/>
                </a:lnTo>
                <a:lnTo>
                  <a:pt x="51" y="641"/>
                </a:lnTo>
                <a:lnTo>
                  <a:pt x="53" y="614"/>
                </a:lnTo>
                <a:lnTo>
                  <a:pt x="57" y="586"/>
                </a:lnTo>
                <a:lnTo>
                  <a:pt x="62" y="561"/>
                </a:lnTo>
                <a:lnTo>
                  <a:pt x="66" y="534"/>
                </a:lnTo>
                <a:lnTo>
                  <a:pt x="72" y="510"/>
                </a:lnTo>
                <a:lnTo>
                  <a:pt x="80" y="487"/>
                </a:lnTo>
                <a:lnTo>
                  <a:pt x="87" y="464"/>
                </a:lnTo>
                <a:lnTo>
                  <a:pt x="95" y="441"/>
                </a:lnTo>
                <a:lnTo>
                  <a:pt x="102" y="420"/>
                </a:lnTo>
                <a:lnTo>
                  <a:pt x="112" y="399"/>
                </a:lnTo>
                <a:lnTo>
                  <a:pt x="121" y="380"/>
                </a:lnTo>
                <a:lnTo>
                  <a:pt x="131" y="361"/>
                </a:lnTo>
                <a:lnTo>
                  <a:pt x="140" y="342"/>
                </a:lnTo>
                <a:lnTo>
                  <a:pt x="152" y="325"/>
                </a:lnTo>
                <a:lnTo>
                  <a:pt x="163" y="308"/>
                </a:lnTo>
                <a:lnTo>
                  <a:pt x="175" y="291"/>
                </a:lnTo>
                <a:lnTo>
                  <a:pt x="186" y="276"/>
                </a:lnTo>
                <a:lnTo>
                  <a:pt x="199" y="261"/>
                </a:lnTo>
                <a:lnTo>
                  <a:pt x="211" y="245"/>
                </a:lnTo>
                <a:lnTo>
                  <a:pt x="224" y="232"/>
                </a:lnTo>
                <a:lnTo>
                  <a:pt x="237" y="219"/>
                </a:lnTo>
                <a:lnTo>
                  <a:pt x="251" y="206"/>
                </a:lnTo>
                <a:lnTo>
                  <a:pt x="264" y="194"/>
                </a:lnTo>
                <a:lnTo>
                  <a:pt x="277" y="181"/>
                </a:lnTo>
                <a:lnTo>
                  <a:pt x="291" y="171"/>
                </a:lnTo>
                <a:lnTo>
                  <a:pt x="304" y="160"/>
                </a:lnTo>
                <a:lnTo>
                  <a:pt x="319" y="150"/>
                </a:lnTo>
                <a:lnTo>
                  <a:pt x="332" y="141"/>
                </a:lnTo>
                <a:lnTo>
                  <a:pt x="348" y="131"/>
                </a:lnTo>
                <a:lnTo>
                  <a:pt x="363" y="124"/>
                </a:lnTo>
                <a:lnTo>
                  <a:pt x="376" y="116"/>
                </a:lnTo>
                <a:lnTo>
                  <a:pt x="391" y="107"/>
                </a:lnTo>
                <a:lnTo>
                  <a:pt x="405" y="101"/>
                </a:lnTo>
                <a:lnTo>
                  <a:pt x="418" y="93"/>
                </a:lnTo>
                <a:lnTo>
                  <a:pt x="431" y="86"/>
                </a:lnTo>
                <a:lnTo>
                  <a:pt x="445" y="80"/>
                </a:lnTo>
                <a:lnTo>
                  <a:pt x="458" y="74"/>
                </a:lnTo>
                <a:lnTo>
                  <a:pt x="473" y="69"/>
                </a:lnTo>
                <a:lnTo>
                  <a:pt x="486" y="65"/>
                </a:lnTo>
                <a:lnTo>
                  <a:pt x="500" y="61"/>
                </a:lnTo>
                <a:lnTo>
                  <a:pt x="511" y="55"/>
                </a:lnTo>
                <a:lnTo>
                  <a:pt x="524" y="52"/>
                </a:lnTo>
                <a:lnTo>
                  <a:pt x="536" y="48"/>
                </a:lnTo>
                <a:lnTo>
                  <a:pt x="547" y="46"/>
                </a:lnTo>
                <a:lnTo>
                  <a:pt x="561" y="42"/>
                </a:lnTo>
                <a:lnTo>
                  <a:pt x="570" y="40"/>
                </a:lnTo>
                <a:lnTo>
                  <a:pt x="581" y="38"/>
                </a:lnTo>
                <a:lnTo>
                  <a:pt x="591" y="34"/>
                </a:lnTo>
                <a:lnTo>
                  <a:pt x="600" y="33"/>
                </a:lnTo>
                <a:lnTo>
                  <a:pt x="610" y="31"/>
                </a:lnTo>
                <a:lnTo>
                  <a:pt x="620" y="29"/>
                </a:lnTo>
                <a:lnTo>
                  <a:pt x="627" y="29"/>
                </a:lnTo>
                <a:lnTo>
                  <a:pt x="635" y="27"/>
                </a:lnTo>
                <a:lnTo>
                  <a:pt x="640" y="25"/>
                </a:lnTo>
                <a:lnTo>
                  <a:pt x="648" y="25"/>
                </a:lnTo>
                <a:lnTo>
                  <a:pt x="654" y="25"/>
                </a:lnTo>
                <a:lnTo>
                  <a:pt x="659" y="23"/>
                </a:lnTo>
                <a:lnTo>
                  <a:pt x="663" y="23"/>
                </a:lnTo>
                <a:lnTo>
                  <a:pt x="667" y="23"/>
                </a:lnTo>
                <a:lnTo>
                  <a:pt x="671" y="23"/>
                </a:lnTo>
                <a:lnTo>
                  <a:pt x="675" y="23"/>
                </a:lnTo>
                <a:lnTo>
                  <a:pt x="671" y="0"/>
                </a:lnTo>
                <a:lnTo>
                  <a:pt x="667" y="0"/>
                </a:lnTo>
                <a:lnTo>
                  <a:pt x="663" y="0"/>
                </a:lnTo>
                <a:lnTo>
                  <a:pt x="659" y="0"/>
                </a:lnTo>
                <a:lnTo>
                  <a:pt x="656" y="0"/>
                </a:lnTo>
                <a:lnTo>
                  <a:pt x="652" y="0"/>
                </a:lnTo>
                <a:lnTo>
                  <a:pt x="646" y="2"/>
                </a:lnTo>
                <a:lnTo>
                  <a:pt x="640" y="2"/>
                </a:lnTo>
                <a:lnTo>
                  <a:pt x="633" y="2"/>
                </a:lnTo>
                <a:lnTo>
                  <a:pt x="627" y="2"/>
                </a:lnTo>
                <a:lnTo>
                  <a:pt x="620" y="4"/>
                </a:lnTo>
                <a:lnTo>
                  <a:pt x="610" y="4"/>
                </a:lnTo>
                <a:lnTo>
                  <a:pt x="602" y="6"/>
                </a:lnTo>
                <a:lnTo>
                  <a:pt x="593" y="8"/>
                </a:lnTo>
                <a:lnTo>
                  <a:pt x="583" y="10"/>
                </a:lnTo>
                <a:lnTo>
                  <a:pt x="574" y="12"/>
                </a:lnTo>
                <a:lnTo>
                  <a:pt x="562" y="13"/>
                </a:lnTo>
                <a:lnTo>
                  <a:pt x="551" y="17"/>
                </a:lnTo>
                <a:lnTo>
                  <a:pt x="542" y="19"/>
                </a:lnTo>
                <a:lnTo>
                  <a:pt x="528" y="21"/>
                </a:lnTo>
                <a:lnTo>
                  <a:pt x="519" y="25"/>
                </a:lnTo>
                <a:lnTo>
                  <a:pt x="505" y="29"/>
                </a:lnTo>
                <a:lnTo>
                  <a:pt x="494" y="34"/>
                </a:lnTo>
                <a:lnTo>
                  <a:pt x="481" y="38"/>
                </a:lnTo>
                <a:lnTo>
                  <a:pt x="469" y="42"/>
                </a:lnTo>
                <a:lnTo>
                  <a:pt x="456" y="48"/>
                </a:lnTo>
                <a:lnTo>
                  <a:pt x="443" y="53"/>
                </a:lnTo>
                <a:lnTo>
                  <a:pt x="429" y="59"/>
                </a:lnTo>
                <a:lnTo>
                  <a:pt x="414" y="65"/>
                </a:lnTo>
                <a:lnTo>
                  <a:pt x="401" y="72"/>
                </a:lnTo>
                <a:lnTo>
                  <a:pt x="388" y="80"/>
                </a:lnTo>
                <a:lnTo>
                  <a:pt x="374" y="86"/>
                </a:lnTo>
                <a:lnTo>
                  <a:pt x="359" y="95"/>
                </a:lnTo>
                <a:lnTo>
                  <a:pt x="346" y="101"/>
                </a:lnTo>
                <a:lnTo>
                  <a:pt x="331" y="112"/>
                </a:lnTo>
                <a:lnTo>
                  <a:pt x="317" y="120"/>
                </a:lnTo>
                <a:lnTo>
                  <a:pt x="304" y="129"/>
                </a:lnTo>
                <a:lnTo>
                  <a:pt x="289" y="139"/>
                </a:lnTo>
                <a:lnTo>
                  <a:pt x="275" y="150"/>
                </a:lnTo>
                <a:lnTo>
                  <a:pt x="260" y="162"/>
                </a:lnTo>
                <a:lnTo>
                  <a:pt x="247" y="173"/>
                </a:lnTo>
                <a:lnTo>
                  <a:pt x="234" y="185"/>
                </a:lnTo>
                <a:lnTo>
                  <a:pt x="220" y="200"/>
                </a:lnTo>
                <a:lnTo>
                  <a:pt x="207" y="211"/>
                </a:lnTo>
                <a:lnTo>
                  <a:pt x="194" y="226"/>
                </a:lnTo>
                <a:lnTo>
                  <a:pt x="182" y="242"/>
                </a:lnTo>
                <a:lnTo>
                  <a:pt x="169" y="257"/>
                </a:lnTo>
                <a:lnTo>
                  <a:pt x="156" y="272"/>
                </a:lnTo>
                <a:lnTo>
                  <a:pt x="144" y="289"/>
                </a:lnTo>
                <a:lnTo>
                  <a:pt x="133" y="306"/>
                </a:lnTo>
                <a:lnTo>
                  <a:pt x="121" y="325"/>
                </a:lnTo>
                <a:lnTo>
                  <a:pt x="110" y="342"/>
                </a:lnTo>
                <a:lnTo>
                  <a:pt x="99" y="361"/>
                </a:lnTo>
                <a:lnTo>
                  <a:pt x="89" y="382"/>
                </a:lnTo>
                <a:lnTo>
                  <a:pt x="80" y="403"/>
                </a:lnTo>
                <a:lnTo>
                  <a:pt x="70" y="424"/>
                </a:lnTo>
                <a:lnTo>
                  <a:pt x="61" y="447"/>
                </a:lnTo>
                <a:lnTo>
                  <a:pt x="51" y="470"/>
                </a:lnTo>
                <a:lnTo>
                  <a:pt x="45" y="494"/>
                </a:lnTo>
                <a:lnTo>
                  <a:pt x="38" y="517"/>
                </a:lnTo>
                <a:lnTo>
                  <a:pt x="30" y="544"/>
                </a:lnTo>
                <a:lnTo>
                  <a:pt x="24" y="571"/>
                </a:lnTo>
                <a:lnTo>
                  <a:pt x="19" y="597"/>
                </a:lnTo>
                <a:lnTo>
                  <a:pt x="13" y="624"/>
                </a:lnTo>
                <a:lnTo>
                  <a:pt x="9" y="650"/>
                </a:lnTo>
                <a:lnTo>
                  <a:pt x="5" y="677"/>
                </a:lnTo>
                <a:lnTo>
                  <a:pt x="4" y="702"/>
                </a:lnTo>
                <a:lnTo>
                  <a:pt x="2" y="726"/>
                </a:lnTo>
                <a:lnTo>
                  <a:pt x="2" y="751"/>
                </a:lnTo>
                <a:lnTo>
                  <a:pt x="0" y="776"/>
                </a:lnTo>
                <a:lnTo>
                  <a:pt x="2" y="801"/>
                </a:lnTo>
                <a:lnTo>
                  <a:pt x="2" y="823"/>
                </a:lnTo>
                <a:lnTo>
                  <a:pt x="4" y="846"/>
                </a:lnTo>
                <a:lnTo>
                  <a:pt x="5" y="869"/>
                </a:lnTo>
                <a:lnTo>
                  <a:pt x="9" y="892"/>
                </a:lnTo>
                <a:lnTo>
                  <a:pt x="11" y="913"/>
                </a:lnTo>
                <a:lnTo>
                  <a:pt x="17" y="934"/>
                </a:lnTo>
                <a:lnTo>
                  <a:pt x="21" y="955"/>
                </a:lnTo>
                <a:lnTo>
                  <a:pt x="26" y="975"/>
                </a:lnTo>
                <a:lnTo>
                  <a:pt x="32" y="993"/>
                </a:lnTo>
                <a:lnTo>
                  <a:pt x="38" y="1014"/>
                </a:lnTo>
                <a:lnTo>
                  <a:pt x="43" y="1031"/>
                </a:lnTo>
                <a:lnTo>
                  <a:pt x="51" y="1050"/>
                </a:lnTo>
                <a:lnTo>
                  <a:pt x="59" y="1069"/>
                </a:lnTo>
                <a:lnTo>
                  <a:pt x="66" y="1086"/>
                </a:lnTo>
                <a:lnTo>
                  <a:pt x="74" y="1103"/>
                </a:lnTo>
                <a:lnTo>
                  <a:pt x="83" y="1120"/>
                </a:lnTo>
                <a:lnTo>
                  <a:pt x="91" y="1135"/>
                </a:lnTo>
                <a:lnTo>
                  <a:pt x="101" y="1152"/>
                </a:lnTo>
                <a:lnTo>
                  <a:pt x="108" y="1166"/>
                </a:lnTo>
                <a:lnTo>
                  <a:pt x="118" y="1181"/>
                </a:lnTo>
                <a:lnTo>
                  <a:pt x="127" y="1196"/>
                </a:lnTo>
                <a:lnTo>
                  <a:pt x="137" y="1209"/>
                </a:lnTo>
                <a:lnTo>
                  <a:pt x="146" y="1225"/>
                </a:lnTo>
                <a:lnTo>
                  <a:pt x="158" y="1238"/>
                </a:lnTo>
                <a:lnTo>
                  <a:pt x="167" y="1249"/>
                </a:lnTo>
                <a:lnTo>
                  <a:pt x="177" y="1263"/>
                </a:lnTo>
                <a:lnTo>
                  <a:pt x="186" y="1274"/>
                </a:lnTo>
                <a:lnTo>
                  <a:pt x="197" y="1285"/>
                </a:lnTo>
                <a:lnTo>
                  <a:pt x="207" y="1297"/>
                </a:lnTo>
                <a:lnTo>
                  <a:pt x="216" y="1306"/>
                </a:lnTo>
                <a:lnTo>
                  <a:pt x="226" y="1316"/>
                </a:lnTo>
                <a:lnTo>
                  <a:pt x="237" y="1327"/>
                </a:lnTo>
                <a:lnTo>
                  <a:pt x="245" y="1335"/>
                </a:lnTo>
                <a:lnTo>
                  <a:pt x="254" y="1344"/>
                </a:lnTo>
                <a:lnTo>
                  <a:pt x="264" y="1352"/>
                </a:lnTo>
                <a:lnTo>
                  <a:pt x="274" y="1361"/>
                </a:lnTo>
                <a:lnTo>
                  <a:pt x="283" y="1369"/>
                </a:lnTo>
                <a:lnTo>
                  <a:pt x="291" y="1375"/>
                </a:lnTo>
                <a:lnTo>
                  <a:pt x="300" y="1382"/>
                </a:lnTo>
                <a:lnTo>
                  <a:pt x="310" y="1390"/>
                </a:lnTo>
                <a:lnTo>
                  <a:pt x="315" y="1396"/>
                </a:lnTo>
                <a:lnTo>
                  <a:pt x="323" y="1401"/>
                </a:lnTo>
                <a:lnTo>
                  <a:pt x="331" y="1407"/>
                </a:lnTo>
                <a:lnTo>
                  <a:pt x="338" y="1413"/>
                </a:lnTo>
                <a:lnTo>
                  <a:pt x="344" y="1417"/>
                </a:lnTo>
                <a:lnTo>
                  <a:pt x="350" y="1420"/>
                </a:lnTo>
                <a:lnTo>
                  <a:pt x="355" y="1424"/>
                </a:lnTo>
                <a:lnTo>
                  <a:pt x="361" y="1428"/>
                </a:lnTo>
                <a:lnTo>
                  <a:pt x="365" y="1430"/>
                </a:lnTo>
                <a:lnTo>
                  <a:pt x="369" y="1432"/>
                </a:lnTo>
                <a:lnTo>
                  <a:pt x="372" y="1436"/>
                </a:lnTo>
                <a:lnTo>
                  <a:pt x="376" y="1437"/>
                </a:lnTo>
                <a:lnTo>
                  <a:pt x="380" y="1439"/>
                </a:lnTo>
                <a:lnTo>
                  <a:pt x="382" y="1441"/>
                </a:lnTo>
                <a:lnTo>
                  <a:pt x="466" y="1430"/>
                </a:lnTo>
                <a:lnTo>
                  <a:pt x="466" y="1430"/>
                </a:lnTo>
                <a:close/>
              </a:path>
            </a:pathLst>
          </a:custGeom>
          <a:solidFill>
            <a:srgbClr val="1252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0" name="Freeform 62"/>
          <p:cNvSpPr>
            <a:spLocks/>
          </p:cNvSpPr>
          <p:nvPr/>
        </p:nvSpPr>
        <p:spPr bwMode="auto">
          <a:xfrm>
            <a:off x="1438276" y="2220913"/>
            <a:ext cx="130175" cy="269875"/>
          </a:xfrm>
          <a:custGeom>
            <a:avLst/>
            <a:gdLst>
              <a:gd name="T0" fmla="*/ 164 w 166"/>
              <a:gd name="T1" fmla="*/ 38 h 340"/>
              <a:gd name="T2" fmla="*/ 156 w 166"/>
              <a:gd name="T3" fmla="*/ 46 h 340"/>
              <a:gd name="T4" fmla="*/ 147 w 166"/>
              <a:gd name="T5" fmla="*/ 57 h 340"/>
              <a:gd name="T6" fmla="*/ 139 w 166"/>
              <a:gd name="T7" fmla="*/ 67 h 340"/>
              <a:gd name="T8" fmla="*/ 131 w 166"/>
              <a:gd name="T9" fmla="*/ 80 h 340"/>
              <a:gd name="T10" fmla="*/ 124 w 166"/>
              <a:gd name="T11" fmla="*/ 91 h 340"/>
              <a:gd name="T12" fmla="*/ 120 w 166"/>
              <a:gd name="T13" fmla="*/ 101 h 340"/>
              <a:gd name="T14" fmla="*/ 114 w 166"/>
              <a:gd name="T15" fmla="*/ 108 h 340"/>
              <a:gd name="T16" fmla="*/ 109 w 166"/>
              <a:gd name="T17" fmla="*/ 118 h 340"/>
              <a:gd name="T18" fmla="*/ 105 w 166"/>
              <a:gd name="T19" fmla="*/ 129 h 340"/>
              <a:gd name="T20" fmla="*/ 99 w 166"/>
              <a:gd name="T21" fmla="*/ 139 h 340"/>
              <a:gd name="T22" fmla="*/ 93 w 166"/>
              <a:gd name="T23" fmla="*/ 150 h 340"/>
              <a:gd name="T24" fmla="*/ 88 w 166"/>
              <a:gd name="T25" fmla="*/ 163 h 340"/>
              <a:gd name="T26" fmla="*/ 82 w 166"/>
              <a:gd name="T27" fmla="*/ 177 h 340"/>
              <a:gd name="T28" fmla="*/ 78 w 166"/>
              <a:gd name="T29" fmla="*/ 192 h 340"/>
              <a:gd name="T30" fmla="*/ 73 w 166"/>
              <a:gd name="T31" fmla="*/ 205 h 340"/>
              <a:gd name="T32" fmla="*/ 69 w 166"/>
              <a:gd name="T33" fmla="*/ 221 h 340"/>
              <a:gd name="T34" fmla="*/ 63 w 166"/>
              <a:gd name="T35" fmla="*/ 236 h 340"/>
              <a:gd name="T36" fmla="*/ 59 w 166"/>
              <a:gd name="T37" fmla="*/ 253 h 340"/>
              <a:gd name="T38" fmla="*/ 53 w 166"/>
              <a:gd name="T39" fmla="*/ 270 h 340"/>
              <a:gd name="T40" fmla="*/ 50 w 166"/>
              <a:gd name="T41" fmla="*/ 289 h 340"/>
              <a:gd name="T42" fmla="*/ 44 w 166"/>
              <a:gd name="T43" fmla="*/ 308 h 340"/>
              <a:gd name="T44" fmla="*/ 40 w 166"/>
              <a:gd name="T45" fmla="*/ 329 h 340"/>
              <a:gd name="T46" fmla="*/ 0 w 166"/>
              <a:gd name="T47" fmla="*/ 316 h 340"/>
              <a:gd name="T48" fmla="*/ 0 w 166"/>
              <a:gd name="T49" fmla="*/ 314 h 340"/>
              <a:gd name="T50" fmla="*/ 0 w 166"/>
              <a:gd name="T51" fmla="*/ 306 h 340"/>
              <a:gd name="T52" fmla="*/ 0 w 166"/>
              <a:gd name="T53" fmla="*/ 297 h 340"/>
              <a:gd name="T54" fmla="*/ 2 w 166"/>
              <a:gd name="T55" fmla="*/ 283 h 340"/>
              <a:gd name="T56" fmla="*/ 2 w 166"/>
              <a:gd name="T57" fmla="*/ 274 h 340"/>
              <a:gd name="T58" fmla="*/ 4 w 166"/>
              <a:gd name="T59" fmla="*/ 264 h 340"/>
              <a:gd name="T60" fmla="*/ 4 w 166"/>
              <a:gd name="T61" fmla="*/ 255 h 340"/>
              <a:gd name="T62" fmla="*/ 6 w 166"/>
              <a:gd name="T63" fmla="*/ 245 h 340"/>
              <a:gd name="T64" fmla="*/ 6 w 166"/>
              <a:gd name="T65" fmla="*/ 236 h 340"/>
              <a:gd name="T66" fmla="*/ 8 w 166"/>
              <a:gd name="T67" fmla="*/ 224 h 340"/>
              <a:gd name="T68" fmla="*/ 12 w 166"/>
              <a:gd name="T69" fmla="*/ 213 h 340"/>
              <a:gd name="T70" fmla="*/ 14 w 166"/>
              <a:gd name="T71" fmla="*/ 201 h 340"/>
              <a:gd name="T72" fmla="*/ 15 w 166"/>
              <a:gd name="T73" fmla="*/ 188 h 340"/>
              <a:gd name="T74" fmla="*/ 17 w 166"/>
              <a:gd name="T75" fmla="*/ 175 h 340"/>
              <a:gd name="T76" fmla="*/ 19 w 166"/>
              <a:gd name="T77" fmla="*/ 163 h 340"/>
              <a:gd name="T78" fmla="*/ 23 w 166"/>
              <a:gd name="T79" fmla="*/ 150 h 340"/>
              <a:gd name="T80" fmla="*/ 25 w 166"/>
              <a:gd name="T81" fmla="*/ 137 h 340"/>
              <a:gd name="T82" fmla="*/ 27 w 166"/>
              <a:gd name="T83" fmla="*/ 124 h 340"/>
              <a:gd name="T84" fmla="*/ 31 w 166"/>
              <a:gd name="T85" fmla="*/ 110 h 340"/>
              <a:gd name="T86" fmla="*/ 34 w 166"/>
              <a:gd name="T87" fmla="*/ 97 h 340"/>
              <a:gd name="T88" fmla="*/ 36 w 166"/>
              <a:gd name="T89" fmla="*/ 84 h 340"/>
              <a:gd name="T90" fmla="*/ 40 w 166"/>
              <a:gd name="T91" fmla="*/ 70 h 340"/>
              <a:gd name="T92" fmla="*/ 44 w 166"/>
              <a:gd name="T93" fmla="*/ 59 h 340"/>
              <a:gd name="T94" fmla="*/ 50 w 166"/>
              <a:gd name="T95" fmla="*/ 46 h 340"/>
              <a:gd name="T96" fmla="*/ 53 w 166"/>
              <a:gd name="T97" fmla="*/ 34 h 340"/>
              <a:gd name="T98" fmla="*/ 57 w 166"/>
              <a:gd name="T99" fmla="*/ 21 h 340"/>
              <a:gd name="T100" fmla="*/ 61 w 166"/>
              <a:gd name="T101" fmla="*/ 9 h 340"/>
              <a:gd name="T102" fmla="*/ 67 w 166"/>
              <a:gd name="T103" fmla="*/ 0 h 340"/>
              <a:gd name="T104" fmla="*/ 166 w 166"/>
              <a:gd name="T105" fmla="*/ 38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66" h="340">
                <a:moveTo>
                  <a:pt x="166" y="38"/>
                </a:moveTo>
                <a:lnTo>
                  <a:pt x="164" y="38"/>
                </a:lnTo>
                <a:lnTo>
                  <a:pt x="160" y="42"/>
                </a:lnTo>
                <a:lnTo>
                  <a:pt x="156" y="46"/>
                </a:lnTo>
                <a:lnTo>
                  <a:pt x="150" y="53"/>
                </a:lnTo>
                <a:lnTo>
                  <a:pt x="147" y="57"/>
                </a:lnTo>
                <a:lnTo>
                  <a:pt x="143" y="63"/>
                </a:lnTo>
                <a:lnTo>
                  <a:pt x="139" y="67"/>
                </a:lnTo>
                <a:lnTo>
                  <a:pt x="135" y="74"/>
                </a:lnTo>
                <a:lnTo>
                  <a:pt x="131" y="80"/>
                </a:lnTo>
                <a:lnTo>
                  <a:pt x="128" y="87"/>
                </a:lnTo>
                <a:lnTo>
                  <a:pt x="124" y="91"/>
                </a:lnTo>
                <a:lnTo>
                  <a:pt x="122" y="95"/>
                </a:lnTo>
                <a:lnTo>
                  <a:pt x="120" y="101"/>
                </a:lnTo>
                <a:lnTo>
                  <a:pt x="118" y="105"/>
                </a:lnTo>
                <a:lnTo>
                  <a:pt x="114" y="108"/>
                </a:lnTo>
                <a:lnTo>
                  <a:pt x="112" y="114"/>
                </a:lnTo>
                <a:lnTo>
                  <a:pt x="109" y="118"/>
                </a:lnTo>
                <a:lnTo>
                  <a:pt x="107" y="124"/>
                </a:lnTo>
                <a:lnTo>
                  <a:pt x="105" y="129"/>
                </a:lnTo>
                <a:lnTo>
                  <a:pt x="101" y="133"/>
                </a:lnTo>
                <a:lnTo>
                  <a:pt x="99" y="139"/>
                </a:lnTo>
                <a:lnTo>
                  <a:pt x="97" y="146"/>
                </a:lnTo>
                <a:lnTo>
                  <a:pt x="93" y="150"/>
                </a:lnTo>
                <a:lnTo>
                  <a:pt x="92" y="158"/>
                </a:lnTo>
                <a:lnTo>
                  <a:pt x="88" y="163"/>
                </a:lnTo>
                <a:lnTo>
                  <a:pt x="86" y="169"/>
                </a:lnTo>
                <a:lnTo>
                  <a:pt x="82" y="177"/>
                </a:lnTo>
                <a:lnTo>
                  <a:pt x="80" y="184"/>
                </a:lnTo>
                <a:lnTo>
                  <a:pt x="78" y="192"/>
                </a:lnTo>
                <a:lnTo>
                  <a:pt x="76" y="198"/>
                </a:lnTo>
                <a:lnTo>
                  <a:pt x="73" y="205"/>
                </a:lnTo>
                <a:lnTo>
                  <a:pt x="71" y="213"/>
                </a:lnTo>
                <a:lnTo>
                  <a:pt x="69" y="221"/>
                </a:lnTo>
                <a:lnTo>
                  <a:pt x="67" y="228"/>
                </a:lnTo>
                <a:lnTo>
                  <a:pt x="63" y="236"/>
                </a:lnTo>
                <a:lnTo>
                  <a:pt x="61" y="245"/>
                </a:lnTo>
                <a:lnTo>
                  <a:pt x="59" y="253"/>
                </a:lnTo>
                <a:lnTo>
                  <a:pt x="57" y="262"/>
                </a:lnTo>
                <a:lnTo>
                  <a:pt x="53" y="270"/>
                </a:lnTo>
                <a:lnTo>
                  <a:pt x="52" y="279"/>
                </a:lnTo>
                <a:lnTo>
                  <a:pt x="50" y="289"/>
                </a:lnTo>
                <a:lnTo>
                  <a:pt x="46" y="298"/>
                </a:lnTo>
                <a:lnTo>
                  <a:pt x="44" y="308"/>
                </a:lnTo>
                <a:lnTo>
                  <a:pt x="42" y="319"/>
                </a:lnTo>
                <a:lnTo>
                  <a:pt x="40" y="329"/>
                </a:lnTo>
                <a:lnTo>
                  <a:pt x="40" y="340"/>
                </a:lnTo>
                <a:lnTo>
                  <a:pt x="0" y="316"/>
                </a:lnTo>
                <a:lnTo>
                  <a:pt x="0" y="316"/>
                </a:lnTo>
                <a:lnTo>
                  <a:pt x="0" y="314"/>
                </a:lnTo>
                <a:lnTo>
                  <a:pt x="0" y="310"/>
                </a:lnTo>
                <a:lnTo>
                  <a:pt x="0" y="306"/>
                </a:lnTo>
                <a:lnTo>
                  <a:pt x="0" y="300"/>
                </a:lnTo>
                <a:lnTo>
                  <a:pt x="0" y="297"/>
                </a:lnTo>
                <a:lnTo>
                  <a:pt x="2" y="289"/>
                </a:lnTo>
                <a:lnTo>
                  <a:pt x="2" y="283"/>
                </a:lnTo>
                <a:lnTo>
                  <a:pt x="2" y="278"/>
                </a:lnTo>
                <a:lnTo>
                  <a:pt x="2" y="274"/>
                </a:lnTo>
                <a:lnTo>
                  <a:pt x="2" y="268"/>
                </a:lnTo>
                <a:lnTo>
                  <a:pt x="4" y="264"/>
                </a:lnTo>
                <a:lnTo>
                  <a:pt x="4" y="260"/>
                </a:lnTo>
                <a:lnTo>
                  <a:pt x="4" y="255"/>
                </a:lnTo>
                <a:lnTo>
                  <a:pt x="6" y="251"/>
                </a:lnTo>
                <a:lnTo>
                  <a:pt x="6" y="245"/>
                </a:lnTo>
                <a:lnTo>
                  <a:pt x="6" y="240"/>
                </a:lnTo>
                <a:lnTo>
                  <a:pt x="6" y="236"/>
                </a:lnTo>
                <a:lnTo>
                  <a:pt x="8" y="230"/>
                </a:lnTo>
                <a:lnTo>
                  <a:pt x="8" y="224"/>
                </a:lnTo>
                <a:lnTo>
                  <a:pt x="10" y="219"/>
                </a:lnTo>
                <a:lnTo>
                  <a:pt x="12" y="213"/>
                </a:lnTo>
                <a:lnTo>
                  <a:pt x="12" y="207"/>
                </a:lnTo>
                <a:lnTo>
                  <a:pt x="14" y="201"/>
                </a:lnTo>
                <a:lnTo>
                  <a:pt x="14" y="196"/>
                </a:lnTo>
                <a:lnTo>
                  <a:pt x="15" y="188"/>
                </a:lnTo>
                <a:lnTo>
                  <a:pt x="15" y="182"/>
                </a:lnTo>
                <a:lnTo>
                  <a:pt x="17" y="175"/>
                </a:lnTo>
                <a:lnTo>
                  <a:pt x="17" y="169"/>
                </a:lnTo>
                <a:lnTo>
                  <a:pt x="19" y="163"/>
                </a:lnTo>
                <a:lnTo>
                  <a:pt x="19" y="156"/>
                </a:lnTo>
                <a:lnTo>
                  <a:pt x="23" y="150"/>
                </a:lnTo>
                <a:lnTo>
                  <a:pt x="23" y="143"/>
                </a:lnTo>
                <a:lnTo>
                  <a:pt x="25" y="137"/>
                </a:lnTo>
                <a:lnTo>
                  <a:pt x="25" y="131"/>
                </a:lnTo>
                <a:lnTo>
                  <a:pt x="27" y="124"/>
                </a:lnTo>
                <a:lnTo>
                  <a:pt x="29" y="116"/>
                </a:lnTo>
                <a:lnTo>
                  <a:pt x="31" y="110"/>
                </a:lnTo>
                <a:lnTo>
                  <a:pt x="33" y="103"/>
                </a:lnTo>
                <a:lnTo>
                  <a:pt x="34" y="97"/>
                </a:lnTo>
                <a:lnTo>
                  <a:pt x="34" y="91"/>
                </a:lnTo>
                <a:lnTo>
                  <a:pt x="36" y="84"/>
                </a:lnTo>
                <a:lnTo>
                  <a:pt x="38" y="78"/>
                </a:lnTo>
                <a:lnTo>
                  <a:pt x="40" y="70"/>
                </a:lnTo>
                <a:lnTo>
                  <a:pt x="42" y="65"/>
                </a:lnTo>
                <a:lnTo>
                  <a:pt x="44" y="59"/>
                </a:lnTo>
                <a:lnTo>
                  <a:pt x="46" y="51"/>
                </a:lnTo>
                <a:lnTo>
                  <a:pt x="50" y="46"/>
                </a:lnTo>
                <a:lnTo>
                  <a:pt x="50" y="40"/>
                </a:lnTo>
                <a:lnTo>
                  <a:pt x="53" y="34"/>
                </a:lnTo>
                <a:lnTo>
                  <a:pt x="55" y="27"/>
                </a:lnTo>
                <a:lnTo>
                  <a:pt x="57" y="21"/>
                </a:lnTo>
                <a:lnTo>
                  <a:pt x="59" y="15"/>
                </a:lnTo>
                <a:lnTo>
                  <a:pt x="61" y="9"/>
                </a:lnTo>
                <a:lnTo>
                  <a:pt x="65" y="4"/>
                </a:lnTo>
                <a:lnTo>
                  <a:pt x="67" y="0"/>
                </a:lnTo>
                <a:lnTo>
                  <a:pt x="166" y="38"/>
                </a:lnTo>
                <a:lnTo>
                  <a:pt x="166" y="38"/>
                </a:lnTo>
                <a:close/>
              </a:path>
            </a:pathLst>
          </a:custGeom>
          <a:solidFill>
            <a:srgbClr val="4D4D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1" name="Freeform 63"/>
          <p:cNvSpPr>
            <a:spLocks/>
          </p:cNvSpPr>
          <p:nvPr/>
        </p:nvSpPr>
        <p:spPr bwMode="auto">
          <a:xfrm>
            <a:off x="1382713" y="2055813"/>
            <a:ext cx="284163" cy="427038"/>
          </a:xfrm>
          <a:custGeom>
            <a:avLst/>
            <a:gdLst>
              <a:gd name="T0" fmla="*/ 355 w 357"/>
              <a:gd name="T1" fmla="*/ 51 h 538"/>
              <a:gd name="T2" fmla="*/ 355 w 357"/>
              <a:gd name="T3" fmla="*/ 62 h 538"/>
              <a:gd name="T4" fmla="*/ 355 w 357"/>
              <a:gd name="T5" fmla="*/ 78 h 538"/>
              <a:gd name="T6" fmla="*/ 355 w 357"/>
              <a:gd name="T7" fmla="*/ 95 h 538"/>
              <a:gd name="T8" fmla="*/ 353 w 357"/>
              <a:gd name="T9" fmla="*/ 116 h 538"/>
              <a:gd name="T10" fmla="*/ 344 w 357"/>
              <a:gd name="T11" fmla="*/ 135 h 538"/>
              <a:gd name="T12" fmla="*/ 334 w 357"/>
              <a:gd name="T13" fmla="*/ 156 h 538"/>
              <a:gd name="T14" fmla="*/ 317 w 357"/>
              <a:gd name="T15" fmla="*/ 177 h 538"/>
              <a:gd name="T16" fmla="*/ 294 w 357"/>
              <a:gd name="T17" fmla="*/ 194 h 538"/>
              <a:gd name="T18" fmla="*/ 281 w 357"/>
              <a:gd name="T19" fmla="*/ 199 h 538"/>
              <a:gd name="T20" fmla="*/ 266 w 357"/>
              <a:gd name="T21" fmla="*/ 205 h 538"/>
              <a:gd name="T22" fmla="*/ 213 w 357"/>
              <a:gd name="T23" fmla="*/ 207 h 538"/>
              <a:gd name="T24" fmla="*/ 203 w 357"/>
              <a:gd name="T25" fmla="*/ 216 h 538"/>
              <a:gd name="T26" fmla="*/ 192 w 357"/>
              <a:gd name="T27" fmla="*/ 235 h 538"/>
              <a:gd name="T28" fmla="*/ 177 w 357"/>
              <a:gd name="T29" fmla="*/ 255 h 538"/>
              <a:gd name="T30" fmla="*/ 169 w 357"/>
              <a:gd name="T31" fmla="*/ 268 h 538"/>
              <a:gd name="T32" fmla="*/ 158 w 357"/>
              <a:gd name="T33" fmla="*/ 283 h 538"/>
              <a:gd name="T34" fmla="*/ 150 w 357"/>
              <a:gd name="T35" fmla="*/ 298 h 538"/>
              <a:gd name="T36" fmla="*/ 141 w 357"/>
              <a:gd name="T37" fmla="*/ 315 h 538"/>
              <a:gd name="T38" fmla="*/ 129 w 357"/>
              <a:gd name="T39" fmla="*/ 334 h 538"/>
              <a:gd name="T40" fmla="*/ 120 w 357"/>
              <a:gd name="T41" fmla="*/ 353 h 538"/>
              <a:gd name="T42" fmla="*/ 112 w 357"/>
              <a:gd name="T43" fmla="*/ 374 h 538"/>
              <a:gd name="T44" fmla="*/ 102 w 357"/>
              <a:gd name="T45" fmla="*/ 395 h 538"/>
              <a:gd name="T46" fmla="*/ 97 w 357"/>
              <a:gd name="T47" fmla="*/ 418 h 538"/>
              <a:gd name="T48" fmla="*/ 89 w 357"/>
              <a:gd name="T49" fmla="*/ 439 h 538"/>
              <a:gd name="T50" fmla="*/ 83 w 357"/>
              <a:gd name="T51" fmla="*/ 462 h 538"/>
              <a:gd name="T52" fmla="*/ 78 w 357"/>
              <a:gd name="T53" fmla="*/ 485 h 538"/>
              <a:gd name="T54" fmla="*/ 76 w 357"/>
              <a:gd name="T55" fmla="*/ 507 h 538"/>
              <a:gd name="T56" fmla="*/ 74 w 357"/>
              <a:gd name="T57" fmla="*/ 530 h 538"/>
              <a:gd name="T58" fmla="*/ 0 w 357"/>
              <a:gd name="T59" fmla="*/ 513 h 538"/>
              <a:gd name="T60" fmla="*/ 0 w 357"/>
              <a:gd name="T61" fmla="*/ 500 h 538"/>
              <a:gd name="T62" fmla="*/ 2 w 357"/>
              <a:gd name="T63" fmla="*/ 488 h 538"/>
              <a:gd name="T64" fmla="*/ 4 w 357"/>
              <a:gd name="T65" fmla="*/ 475 h 538"/>
              <a:gd name="T66" fmla="*/ 6 w 357"/>
              <a:gd name="T67" fmla="*/ 458 h 538"/>
              <a:gd name="T68" fmla="*/ 7 w 357"/>
              <a:gd name="T69" fmla="*/ 441 h 538"/>
              <a:gd name="T70" fmla="*/ 9 w 357"/>
              <a:gd name="T71" fmla="*/ 420 h 538"/>
              <a:gd name="T72" fmla="*/ 13 w 357"/>
              <a:gd name="T73" fmla="*/ 397 h 538"/>
              <a:gd name="T74" fmla="*/ 17 w 357"/>
              <a:gd name="T75" fmla="*/ 374 h 538"/>
              <a:gd name="T76" fmla="*/ 21 w 357"/>
              <a:gd name="T77" fmla="*/ 351 h 538"/>
              <a:gd name="T78" fmla="*/ 25 w 357"/>
              <a:gd name="T79" fmla="*/ 327 h 538"/>
              <a:gd name="T80" fmla="*/ 28 w 357"/>
              <a:gd name="T81" fmla="*/ 302 h 538"/>
              <a:gd name="T82" fmla="*/ 30 w 357"/>
              <a:gd name="T83" fmla="*/ 275 h 538"/>
              <a:gd name="T84" fmla="*/ 36 w 357"/>
              <a:gd name="T85" fmla="*/ 253 h 538"/>
              <a:gd name="T86" fmla="*/ 40 w 357"/>
              <a:gd name="T87" fmla="*/ 228 h 538"/>
              <a:gd name="T88" fmla="*/ 44 w 357"/>
              <a:gd name="T89" fmla="*/ 205 h 538"/>
              <a:gd name="T90" fmla="*/ 47 w 357"/>
              <a:gd name="T91" fmla="*/ 184 h 538"/>
              <a:gd name="T92" fmla="*/ 53 w 357"/>
              <a:gd name="T93" fmla="*/ 165 h 538"/>
              <a:gd name="T94" fmla="*/ 57 w 357"/>
              <a:gd name="T95" fmla="*/ 148 h 538"/>
              <a:gd name="T96" fmla="*/ 63 w 357"/>
              <a:gd name="T97" fmla="*/ 133 h 538"/>
              <a:gd name="T98" fmla="*/ 64 w 357"/>
              <a:gd name="T99" fmla="*/ 123 h 538"/>
              <a:gd name="T100" fmla="*/ 63 w 357"/>
              <a:gd name="T101" fmla="*/ 112 h 538"/>
              <a:gd name="T102" fmla="*/ 57 w 357"/>
              <a:gd name="T103" fmla="*/ 91 h 538"/>
              <a:gd name="T104" fmla="*/ 53 w 357"/>
              <a:gd name="T105" fmla="*/ 76 h 538"/>
              <a:gd name="T106" fmla="*/ 49 w 357"/>
              <a:gd name="T107" fmla="*/ 61 h 538"/>
              <a:gd name="T108" fmla="*/ 47 w 357"/>
              <a:gd name="T109" fmla="*/ 49 h 538"/>
              <a:gd name="T110" fmla="*/ 45 w 357"/>
              <a:gd name="T111" fmla="*/ 34 h 538"/>
              <a:gd name="T112" fmla="*/ 47 w 357"/>
              <a:gd name="T113" fmla="*/ 17 h 538"/>
              <a:gd name="T114" fmla="*/ 353 w 357"/>
              <a:gd name="T115" fmla="*/ 47 h 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57" h="538">
                <a:moveTo>
                  <a:pt x="353" y="47"/>
                </a:moveTo>
                <a:lnTo>
                  <a:pt x="353" y="47"/>
                </a:lnTo>
                <a:lnTo>
                  <a:pt x="355" y="51"/>
                </a:lnTo>
                <a:lnTo>
                  <a:pt x="355" y="55"/>
                </a:lnTo>
                <a:lnTo>
                  <a:pt x="355" y="59"/>
                </a:lnTo>
                <a:lnTo>
                  <a:pt x="355" y="62"/>
                </a:lnTo>
                <a:lnTo>
                  <a:pt x="357" y="66"/>
                </a:lnTo>
                <a:lnTo>
                  <a:pt x="355" y="72"/>
                </a:lnTo>
                <a:lnTo>
                  <a:pt x="355" y="78"/>
                </a:lnTo>
                <a:lnTo>
                  <a:pt x="355" y="83"/>
                </a:lnTo>
                <a:lnTo>
                  <a:pt x="355" y="89"/>
                </a:lnTo>
                <a:lnTo>
                  <a:pt x="355" y="95"/>
                </a:lnTo>
                <a:lnTo>
                  <a:pt x="353" y="101"/>
                </a:lnTo>
                <a:lnTo>
                  <a:pt x="353" y="108"/>
                </a:lnTo>
                <a:lnTo>
                  <a:pt x="353" y="116"/>
                </a:lnTo>
                <a:lnTo>
                  <a:pt x="350" y="121"/>
                </a:lnTo>
                <a:lnTo>
                  <a:pt x="348" y="129"/>
                </a:lnTo>
                <a:lnTo>
                  <a:pt x="344" y="135"/>
                </a:lnTo>
                <a:lnTo>
                  <a:pt x="342" y="142"/>
                </a:lnTo>
                <a:lnTo>
                  <a:pt x="338" y="150"/>
                </a:lnTo>
                <a:lnTo>
                  <a:pt x="334" y="156"/>
                </a:lnTo>
                <a:lnTo>
                  <a:pt x="329" y="163"/>
                </a:lnTo>
                <a:lnTo>
                  <a:pt x="325" y="171"/>
                </a:lnTo>
                <a:lnTo>
                  <a:pt x="317" y="177"/>
                </a:lnTo>
                <a:lnTo>
                  <a:pt x="312" y="182"/>
                </a:lnTo>
                <a:lnTo>
                  <a:pt x="302" y="188"/>
                </a:lnTo>
                <a:lnTo>
                  <a:pt x="294" y="194"/>
                </a:lnTo>
                <a:lnTo>
                  <a:pt x="291" y="196"/>
                </a:lnTo>
                <a:lnTo>
                  <a:pt x="285" y="197"/>
                </a:lnTo>
                <a:lnTo>
                  <a:pt x="281" y="199"/>
                </a:lnTo>
                <a:lnTo>
                  <a:pt x="275" y="203"/>
                </a:lnTo>
                <a:lnTo>
                  <a:pt x="270" y="205"/>
                </a:lnTo>
                <a:lnTo>
                  <a:pt x="266" y="205"/>
                </a:lnTo>
                <a:lnTo>
                  <a:pt x="260" y="207"/>
                </a:lnTo>
                <a:lnTo>
                  <a:pt x="255" y="211"/>
                </a:lnTo>
                <a:lnTo>
                  <a:pt x="213" y="207"/>
                </a:lnTo>
                <a:lnTo>
                  <a:pt x="211" y="209"/>
                </a:lnTo>
                <a:lnTo>
                  <a:pt x="207" y="215"/>
                </a:lnTo>
                <a:lnTo>
                  <a:pt x="203" y="216"/>
                </a:lnTo>
                <a:lnTo>
                  <a:pt x="199" y="222"/>
                </a:lnTo>
                <a:lnTo>
                  <a:pt x="196" y="228"/>
                </a:lnTo>
                <a:lnTo>
                  <a:pt x="192" y="235"/>
                </a:lnTo>
                <a:lnTo>
                  <a:pt x="186" y="241"/>
                </a:lnTo>
                <a:lnTo>
                  <a:pt x="180" y="249"/>
                </a:lnTo>
                <a:lnTo>
                  <a:pt x="177" y="255"/>
                </a:lnTo>
                <a:lnTo>
                  <a:pt x="175" y="258"/>
                </a:lnTo>
                <a:lnTo>
                  <a:pt x="171" y="264"/>
                </a:lnTo>
                <a:lnTo>
                  <a:pt x="169" y="268"/>
                </a:lnTo>
                <a:lnTo>
                  <a:pt x="165" y="272"/>
                </a:lnTo>
                <a:lnTo>
                  <a:pt x="163" y="277"/>
                </a:lnTo>
                <a:lnTo>
                  <a:pt x="158" y="283"/>
                </a:lnTo>
                <a:lnTo>
                  <a:pt x="156" y="289"/>
                </a:lnTo>
                <a:lnTo>
                  <a:pt x="152" y="293"/>
                </a:lnTo>
                <a:lnTo>
                  <a:pt x="150" y="298"/>
                </a:lnTo>
                <a:lnTo>
                  <a:pt x="146" y="304"/>
                </a:lnTo>
                <a:lnTo>
                  <a:pt x="144" y="312"/>
                </a:lnTo>
                <a:lnTo>
                  <a:pt x="141" y="315"/>
                </a:lnTo>
                <a:lnTo>
                  <a:pt x="137" y="323"/>
                </a:lnTo>
                <a:lnTo>
                  <a:pt x="133" y="329"/>
                </a:lnTo>
                <a:lnTo>
                  <a:pt x="129" y="334"/>
                </a:lnTo>
                <a:lnTo>
                  <a:pt x="127" y="342"/>
                </a:lnTo>
                <a:lnTo>
                  <a:pt x="123" y="348"/>
                </a:lnTo>
                <a:lnTo>
                  <a:pt x="120" y="353"/>
                </a:lnTo>
                <a:lnTo>
                  <a:pt x="118" y="361"/>
                </a:lnTo>
                <a:lnTo>
                  <a:pt x="114" y="369"/>
                </a:lnTo>
                <a:lnTo>
                  <a:pt x="112" y="374"/>
                </a:lnTo>
                <a:lnTo>
                  <a:pt x="108" y="382"/>
                </a:lnTo>
                <a:lnTo>
                  <a:pt x="106" y="388"/>
                </a:lnTo>
                <a:lnTo>
                  <a:pt x="102" y="395"/>
                </a:lnTo>
                <a:lnTo>
                  <a:pt x="101" y="403"/>
                </a:lnTo>
                <a:lnTo>
                  <a:pt x="99" y="410"/>
                </a:lnTo>
                <a:lnTo>
                  <a:pt x="97" y="418"/>
                </a:lnTo>
                <a:lnTo>
                  <a:pt x="93" y="426"/>
                </a:lnTo>
                <a:lnTo>
                  <a:pt x="91" y="431"/>
                </a:lnTo>
                <a:lnTo>
                  <a:pt x="89" y="439"/>
                </a:lnTo>
                <a:lnTo>
                  <a:pt x="87" y="447"/>
                </a:lnTo>
                <a:lnTo>
                  <a:pt x="85" y="454"/>
                </a:lnTo>
                <a:lnTo>
                  <a:pt x="83" y="462"/>
                </a:lnTo>
                <a:lnTo>
                  <a:pt x="82" y="469"/>
                </a:lnTo>
                <a:lnTo>
                  <a:pt x="80" y="477"/>
                </a:lnTo>
                <a:lnTo>
                  <a:pt x="78" y="485"/>
                </a:lnTo>
                <a:lnTo>
                  <a:pt x="78" y="492"/>
                </a:lnTo>
                <a:lnTo>
                  <a:pt x="76" y="500"/>
                </a:lnTo>
                <a:lnTo>
                  <a:pt x="76" y="507"/>
                </a:lnTo>
                <a:lnTo>
                  <a:pt x="74" y="515"/>
                </a:lnTo>
                <a:lnTo>
                  <a:pt x="74" y="523"/>
                </a:lnTo>
                <a:lnTo>
                  <a:pt x="74" y="530"/>
                </a:lnTo>
                <a:lnTo>
                  <a:pt x="74" y="538"/>
                </a:lnTo>
                <a:lnTo>
                  <a:pt x="0" y="515"/>
                </a:lnTo>
                <a:lnTo>
                  <a:pt x="0" y="513"/>
                </a:lnTo>
                <a:lnTo>
                  <a:pt x="0" y="509"/>
                </a:lnTo>
                <a:lnTo>
                  <a:pt x="0" y="505"/>
                </a:lnTo>
                <a:lnTo>
                  <a:pt x="0" y="500"/>
                </a:lnTo>
                <a:lnTo>
                  <a:pt x="0" y="496"/>
                </a:lnTo>
                <a:lnTo>
                  <a:pt x="0" y="492"/>
                </a:lnTo>
                <a:lnTo>
                  <a:pt x="2" y="488"/>
                </a:lnTo>
                <a:lnTo>
                  <a:pt x="2" y="485"/>
                </a:lnTo>
                <a:lnTo>
                  <a:pt x="2" y="479"/>
                </a:lnTo>
                <a:lnTo>
                  <a:pt x="4" y="475"/>
                </a:lnTo>
                <a:lnTo>
                  <a:pt x="4" y="469"/>
                </a:lnTo>
                <a:lnTo>
                  <a:pt x="6" y="466"/>
                </a:lnTo>
                <a:lnTo>
                  <a:pt x="6" y="458"/>
                </a:lnTo>
                <a:lnTo>
                  <a:pt x="6" y="452"/>
                </a:lnTo>
                <a:lnTo>
                  <a:pt x="7" y="447"/>
                </a:lnTo>
                <a:lnTo>
                  <a:pt x="7" y="441"/>
                </a:lnTo>
                <a:lnTo>
                  <a:pt x="7" y="433"/>
                </a:lnTo>
                <a:lnTo>
                  <a:pt x="9" y="428"/>
                </a:lnTo>
                <a:lnTo>
                  <a:pt x="9" y="420"/>
                </a:lnTo>
                <a:lnTo>
                  <a:pt x="11" y="412"/>
                </a:lnTo>
                <a:lnTo>
                  <a:pt x="11" y="405"/>
                </a:lnTo>
                <a:lnTo>
                  <a:pt x="13" y="397"/>
                </a:lnTo>
                <a:lnTo>
                  <a:pt x="15" y="389"/>
                </a:lnTo>
                <a:lnTo>
                  <a:pt x="15" y="382"/>
                </a:lnTo>
                <a:lnTo>
                  <a:pt x="17" y="374"/>
                </a:lnTo>
                <a:lnTo>
                  <a:pt x="19" y="367"/>
                </a:lnTo>
                <a:lnTo>
                  <a:pt x="19" y="359"/>
                </a:lnTo>
                <a:lnTo>
                  <a:pt x="21" y="351"/>
                </a:lnTo>
                <a:lnTo>
                  <a:pt x="21" y="344"/>
                </a:lnTo>
                <a:lnTo>
                  <a:pt x="23" y="334"/>
                </a:lnTo>
                <a:lnTo>
                  <a:pt x="25" y="327"/>
                </a:lnTo>
                <a:lnTo>
                  <a:pt x="25" y="319"/>
                </a:lnTo>
                <a:lnTo>
                  <a:pt x="26" y="310"/>
                </a:lnTo>
                <a:lnTo>
                  <a:pt x="28" y="302"/>
                </a:lnTo>
                <a:lnTo>
                  <a:pt x="28" y="293"/>
                </a:lnTo>
                <a:lnTo>
                  <a:pt x="30" y="285"/>
                </a:lnTo>
                <a:lnTo>
                  <a:pt x="30" y="275"/>
                </a:lnTo>
                <a:lnTo>
                  <a:pt x="32" y="268"/>
                </a:lnTo>
                <a:lnTo>
                  <a:pt x="34" y="260"/>
                </a:lnTo>
                <a:lnTo>
                  <a:pt x="36" y="253"/>
                </a:lnTo>
                <a:lnTo>
                  <a:pt x="36" y="243"/>
                </a:lnTo>
                <a:lnTo>
                  <a:pt x="38" y="235"/>
                </a:lnTo>
                <a:lnTo>
                  <a:pt x="40" y="228"/>
                </a:lnTo>
                <a:lnTo>
                  <a:pt x="42" y="222"/>
                </a:lnTo>
                <a:lnTo>
                  <a:pt x="42" y="213"/>
                </a:lnTo>
                <a:lnTo>
                  <a:pt x="44" y="205"/>
                </a:lnTo>
                <a:lnTo>
                  <a:pt x="45" y="199"/>
                </a:lnTo>
                <a:lnTo>
                  <a:pt x="47" y="192"/>
                </a:lnTo>
                <a:lnTo>
                  <a:pt x="47" y="184"/>
                </a:lnTo>
                <a:lnTo>
                  <a:pt x="51" y="177"/>
                </a:lnTo>
                <a:lnTo>
                  <a:pt x="51" y="171"/>
                </a:lnTo>
                <a:lnTo>
                  <a:pt x="53" y="165"/>
                </a:lnTo>
                <a:lnTo>
                  <a:pt x="55" y="159"/>
                </a:lnTo>
                <a:lnTo>
                  <a:pt x="57" y="154"/>
                </a:lnTo>
                <a:lnTo>
                  <a:pt x="57" y="148"/>
                </a:lnTo>
                <a:lnTo>
                  <a:pt x="59" y="142"/>
                </a:lnTo>
                <a:lnTo>
                  <a:pt x="61" y="139"/>
                </a:lnTo>
                <a:lnTo>
                  <a:pt x="63" y="133"/>
                </a:lnTo>
                <a:lnTo>
                  <a:pt x="63" y="127"/>
                </a:lnTo>
                <a:lnTo>
                  <a:pt x="66" y="125"/>
                </a:lnTo>
                <a:lnTo>
                  <a:pt x="64" y="123"/>
                </a:lnTo>
                <a:lnTo>
                  <a:pt x="64" y="121"/>
                </a:lnTo>
                <a:lnTo>
                  <a:pt x="63" y="116"/>
                </a:lnTo>
                <a:lnTo>
                  <a:pt x="63" y="112"/>
                </a:lnTo>
                <a:lnTo>
                  <a:pt x="59" y="106"/>
                </a:lnTo>
                <a:lnTo>
                  <a:pt x="57" y="99"/>
                </a:lnTo>
                <a:lnTo>
                  <a:pt x="57" y="91"/>
                </a:lnTo>
                <a:lnTo>
                  <a:pt x="55" y="83"/>
                </a:lnTo>
                <a:lnTo>
                  <a:pt x="53" y="80"/>
                </a:lnTo>
                <a:lnTo>
                  <a:pt x="53" y="76"/>
                </a:lnTo>
                <a:lnTo>
                  <a:pt x="51" y="70"/>
                </a:lnTo>
                <a:lnTo>
                  <a:pt x="51" y="66"/>
                </a:lnTo>
                <a:lnTo>
                  <a:pt x="49" y="61"/>
                </a:lnTo>
                <a:lnTo>
                  <a:pt x="49" y="57"/>
                </a:lnTo>
                <a:lnTo>
                  <a:pt x="47" y="53"/>
                </a:lnTo>
                <a:lnTo>
                  <a:pt x="47" y="49"/>
                </a:lnTo>
                <a:lnTo>
                  <a:pt x="47" y="43"/>
                </a:lnTo>
                <a:lnTo>
                  <a:pt x="47" y="38"/>
                </a:lnTo>
                <a:lnTo>
                  <a:pt x="45" y="34"/>
                </a:lnTo>
                <a:lnTo>
                  <a:pt x="45" y="32"/>
                </a:lnTo>
                <a:lnTo>
                  <a:pt x="45" y="23"/>
                </a:lnTo>
                <a:lnTo>
                  <a:pt x="47" y="17"/>
                </a:lnTo>
                <a:lnTo>
                  <a:pt x="196" y="0"/>
                </a:lnTo>
                <a:lnTo>
                  <a:pt x="353" y="47"/>
                </a:lnTo>
                <a:lnTo>
                  <a:pt x="353" y="47"/>
                </a:lnTo>
                <a:close/>
              </a:path>
            </a:pathLst>
          </a:custGeom>
          <a:solidFill>
            <a:srgbClr val="F5DB8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2" name="Freeform 64"/>
          <p:cNvSpPr>
            <a:spLocks/>
          </p:cNvSpPr>
          <p:nvPr/>
        </p:nvSpPr>
        <p:spPr bwMode="auto">
          <a:xfrm>
            <a:off x="1820863" y="1243013"/>
            <a:ext cx="239713" cy="290513"/>
          </a:xfrm>
          <a:custGeom>
            <a:avLst/>
            <a:gdLst>
              <a:gd name="T0" fmla="*/ 0 w 302"/>
              <a:gd name="T1" fmla="*/ 354 h 367"/>
              <a:gd name="T2" fmla="*/ 2 w 302"/>
              <a:gd name="T3" fmla="*/ 348 h 367"/>
              <a:gd name="T4" fmla="*/ 10 w 302"/>
              <a:gd name="T5" fmla="*/ 338 h 367"/>
              <a:gd name="T6" fmla="*/ 17 w 302"/>
              <a:gd name="T7" fmla="*/ 327 h 367"/>
              <a:gd name="T8" fmla="*/ 23 w 302"/>
              <a:gd name="T9" fmla="*/ 318 h 367"/>
              <a:gd name="T10" fmla="*/ 29 w 302"/>
              <a:gd name="T11" fmla="*/ 308 h 367"/>
              <a:gd name="T12" fmla="*/ 36 w 302"/>
              <a:gd name="T13" fmla="*/ 297 h 367"/>
              <a:gd name="T14" fmla="*/ 44 w 302"/>
              <a:gd name="T15" fmla="*/ 285 h 367"/>
              <a:gd name="T16" fmla="*/ 51 w 302"/>
              <a:gd name="T17" fmla="*/ 274 h 367"/>
              <a:gd name="T18" fmla="*/ 61 w 302"/>
              <a:gd name="T19" fmla="*/ 260 h 367"/>
              <a:gd name="T20" fmla="*/ 70 w 302"/>
              <a:gd name="T21" fmla="*/ 249 h 367"/>
              <a:gd name="T22" fmla="*/ 80 w 302"/>
              <a:gd name="T23" fmla="*/ 234 h 367"/>
              <a:gd name="T24" fmla="*/ 89 w 302"/>
              <a:gd name="T25" fmla="*/ 221 h 367"/>
              <a:gd name="T26" fmla="*/ 101 w 302"/>
              <a:gd name="T27" fmla="*/ 205 h 367"/>
              <a:gd name="T28" fmla="*/ 110 w 302"/>
              <a:gd name="T29" fmla="*/ 192 h 367"/>
              <a:gd name="T30" fmla="*/ 122 w 302"/>
              <a:gd name="T31" fmla="*/ 177 h 367"/>
              <a:gd name="T32" fmla="*/ 133 w 302"/>
              <a:gd name="T33" fmla="*/ 162 h 367"/>
              <a:gd name="T34" fmla="*/ 145 w 302"/>
              <a:gd name="T35" fmla="*/ 146 h 367"/>
              <a:gd name="T36" fmla="*/ 156 w 302"/>
              <a:gd name="T37" fmla="*/ 133 h 367"/>
              <a:gd name="T38" fmla="*/ 166 w 302"/>
              <a:gd name="T39" fmla="*/ 118 h 367"/>
              <a:gd name="T40" fmla="*/ 177 w 302"/>
              <a:gd name="T41" fmla="*/ 103 h 367"/>
              <a:gd name="T42" fmla="*/ 188 w 302"/>
              <a:gd name="T43" fmla="*/ 89 h 367"/>
              <a:gd name="T44" fmla="*/ 200 w 302"/>
              <a:gd name="T45" fmla="*/ 76 h 367"/>
              <a:gd name="T46" fmla="*/ 211 w 302"/>
              <a:gd name="T47" fmla="*/ 61 h 367"/>
              <a:gd name="T48" fmla="*/ 223 w 302"/>
              <a:gd name="T49" fmla="*/ 49 h 367"/>
              <a:gd name="T50" fmla="*/ 234 w 302"/>
              <a:gd name="T51" fmla="*/ 38 h 367"/>
              <a:gd name="T52" fmla="*/ 245 w 302"/>
              <a:gd name="T53" fmla="*/ 25 h 367"/>
              <a:gd name="T54" fmla="*/ 257 w 302"/>
              <a:gd name="T55" fmla="*/ 15 h 367"/>
              <a:gd name="T56" fmla="*/ 268 w 302"/>
              <a:gd name="T57" fmla="*/ 6 h 367"/>
              <a:gd name="T58" fmla="*/ 302 w 302"/>
              <a:gd name="T59" fmla="*/ 34 h 367"/>
              <a:gd name="T60" fmla="*/ 301 w 302"/>
              <a:gd name="T61" fmla="*/ 36 h 367"/>
              <a:gd name="T62" fmla="*/ 297 w 302"/>
              <a:gd name="T63" fmla="*/ 46 h 367"/>
              <a:gd name="T64" fmla="*/ 289 w 302"/>
              <a:gd name="T65" fmla="*/ 57 h 367"/>
              <a:gd name="T66" fmla="*/ 285 w 302"/>
              <a:gd name="T67" fmla="*/ 65 h 367"/>
              <a:gd name="T68" fmla="*/ 282 w 302"/>
              <a:gd name="T69" fmla="*/ 74 h 367"/>
              <a:gd name="T70" fmla="*/ 276 w 302"/>
              <a:gd name="T71" fmla="*/ 84 h 367"/>
              <a:gd name="T72" fmla="*/ 270 w 302"/>
              <a:gd name="T73" fmla="*/ 93 h 367"/>
              <a:gd name="T74" fmla="*/ 264 w 302"/>
              <a:gd name="T75" fmla="*/ 105 h 367"/>
              <a:gd name="T76" fmla="*/ 257 w 302"/>
              <a:gd name="T77" fmla="*/ 116 h 367"/>
              <a:gd name="T78" fmla="*/ 249 w 302"/>
              <a:gd name="T79" fmla="*/ 129 h 367"/>
              <a:gd name="T80" fmla="*/ 242 w 302"/>
              <a:gd name="T81" fmla="*/ 143 h 367"/>
              <a:gd name="T82" fmla="*/ 234 w 302"/>
              <a:gd name="T83" fmla="*/ 156 h 367"/>
              <a:gd name="T84" fmla="*/ 226 w 302"/>
              <a:gd name="T85" fmla="*/ 169 h 367"/>
              <a:gd name="T86" fmla="*/ 217 w 302"/>
              <a:gd name="T87" fmla="*/ 183 h 367"/>
              <a:gd name="T88" fmla="*/ 207 w 302"/>
              <a:gd name="T89" fmla="*/ 196 h 367"/>
              <a:gd name="T90" fmla="*/ 196 w 302"/>
              <a:gd name="T91" fmla="*/ 211 h 367"/>
              <a:gd name="T92" fmla="*/ 186 w 302"/>
              <a:gd name="T93" fmla="*/ 224 h 367"/>
              <a:gd name="T94" fmla="*/ 175 w 302"/>
              <a:gd name="T95" fmla="*/ 238 h 367"/>
              <a:gd name="T96" fmla="*/ 164 w 302"/>
              <a:gd name="T97" fmla="*/ 253 h 367"/>
              <a:gd name="T98" fmla="*/ 150 w 302"/>
              <a:gd name="T99" fmla="*/ 266 h 367"/>
              <a:gd name="T100" fmla="*/ 139 w 302"/>
              <a:gd name="T101" fmla="*/ 279 h 367"/>
              <a:gd name="T102" fmla="*/ 126 w 302"/>
              <a:gd name="T103" fmla="*/ 293 h 367"/>
              <a:gd name="T104" fmla="*/ 112 w 302"/>
              <a:gd name="T105" fmla="*/ 304 h 367"/>
              <a:gd name="T106" fmla="*/ 99 w 302"/>
              <a:gd name="T107" fmla="*/ 316 h 367"/>
              <a:gd name="T108" fmla="*/ 86 w 302"/>
              <a:gd name="T109" fmla="*/ 327 h 367"/>
              <a:gd name="T110" fmla="*/ 70 w 302"/>
              <a:gd name="T111" fmla="*/ 338 h 367"/>
              <a:gd name="T112" fmla="*/ 55 w 302"/>
              <a:gd name="T113" fmla="*/ 348 h 367"/>
              <a:gd name="T114" fmla="*/ 42 w 302"/>
              <a:gd name="T115" fmla="*/ 357 h 367"/>
              <a:gd name="T116" fmla="*/ 27 w 302"/>
              <a:gd name="T117" fmla="*/ 367 h 367"/>
              <a:gd name="T118" fmla="*/ 0 w 302"/>
              <a:gd name="T119" fmla="*/ 356 h 3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02" h="367">
                <a:moveTo>
                  <a:pt x="0" y="356"/>
                </a:moveTo>
                <a:lnTo>
                  <a:pt x="0" y="354"/>
                </a:lnTo>
                <a:lnTo>
                  <a:pt x="0" y="352"/>
                </a:lnTo>
                <a:lnTo>
                  <a:pt x="2" y="348"/>
                </a:lnTo>
                <a:lnTo>
                  <a:pt x="6" y="344"/>
                </a:lnTo>
                <a:lnTo>
                  <a:pt x="10" y="338"/>
                </a:lnTo>
                <a:lnTo>
                  <a:pt x="15" y="331"/>
                </a:lnTo>
                <a:lnTo>
                  <a:pt x="17" y="327"/>
                </a:lnTo>
                <a:lnTo>
                  <a:pt x="19" y="321"/>
                </a:lnTo>
                <a:lnTo>
                  <a:pt x="23" y="318"/>
                </a:lnTo>
                <a:lnTo>
                  <a:pt x="27" y="314"/>
                </a:lnTo>
                <a:lnTo>
                  <a:pt x="29" y="308"/>
                </a:lnTo>
                <a:lnTo>
                  <a:pt x="32" y="302"/>
                </a:lnTo>
                <a:lnTo>
                  <a:pt x="36" y="297"/>
                </a:lnTo>
                <a:lnTo>
                  <a:pt x="40" y="291"/>
                </a:lnTo>
                <a:lnTo>
                  <a:pt x="44" y="285"/>
                </a:lnTo>
                <a:lnTo>
                  <a:pt x="48" y="279"/>
                </a:lnTo>
                <a:lnTo>
                  <a:pt x="51" y="274"/>
                </a:lnTo>
                <a:lnTo>
                  <a:pt x="57" y="268"/>
                </a:lnTo>
                <a:lnTo>
                  <a:pt x="61" y="260"/>
                </a:lnTo>
                <a:lnTo>
                  <a:pt x="67" y="255"/>
                </a:lnTo>
                <a:lnTo>
                  <a:pt x="70" y="249"/>
                </a:lnTo>
                <a:lnTo>
                  <a:pt x="76" y="241"/>
                </a:lnTo>
                <a:lnTo>
                  <a:pt x="80" y="234"/>
                </a:lnTo>
                <a:lnTo>
                  <a:pt x="86" y="228"/>
                </a:lnTo>
                <a:lnTo>
                  <a:pt x="89" y="221"/>
                </a:lnTo>
                <a:lnTo>
                  <a:pt x="95" y="215"/>
                </a:lnTo>
                <a:lnTo>
                  <a:pt x="101" y="205"/>
                </a:lnTo>
                <a:lnTo>
                  <a:pt x="107" y="200"/>
                </a:lnTo>
                <a:lnTo>
                  <a:pt x="110" y="192"/>
                </a:lnTo>
                <a:lnTo>
                  <a:pt x="116" y="184"/>
                </a:lnTo>
                <a:lnTo>
                  <a:pt x="122" y="177"/>
                </a:lnTo>
                <a:lnTo>
                  <a:pt x="128" y="169"/>
                </a:lnTo>
                <a:lnTo>
                  <a:pt x="133" y="162"/>
                </a:lnTo>
                <a:lnTo>
                  <a:pt x="139" y="156"/>
                </a:lnTo>
                <a:lnTo>
                  <a:pt x="145" y="146"/>
                </a:lnTo>
                <a:lnTo>
                  <a:pt x="148" y="139"/>
                </a:lnTo>
                <a:lnTo>
                  <a:pt x="156" y="133"/>
                </a:lnTo>
                <a:lnTo>
                  <a:pt x="160" y="125"/>
                </a:lnTo>
                <a:lnTo>
                  <a:pt x="166" y="118"/>
                </a:lnTo>
                <a:lnTo>
                  <a:pt x="171" y="110"/>
                </a:lnTo>
                <a:lnTo>
                  <a:pt x="177" y="103"/>
                </a:lnTo>
                <a:lnTo>
                  <a:pt x="185" y="97"/>
                </a:lnTo>
                <a:lnTo>
                  <a:pt x="188" y="89"/>
                </a:lnTo>
                <a:lnTo>
                  <a:pt x="196" y="82"/>
                </a:lnTo>
                <a:lnTo>
                  <a:pt x="200" y="76"/>
                </a:lnTo>
                <a:lnTo>
                  <a:pt x="207" y="68"/>
                </a:lnTo>
                <a:lnTo>
                  <a:pt x="211" y="61"/>
                </a:lnTo>
                <a:lnTo>
                  <a:pt x="219" y="55"/>
                </a:lnTo>
                <a:lnTo>
                  <a:pt x="223" y="49"/>
                </a:lnTo>
                <a:lnTo>
                  <a:pt x="230" y="44"/>
                </a:lnTo>
                <a:lnTo>
                  <a:pt x="234" y="38"/>
                </a:lnTo>
                <a:lnTo>
                  <a:pt x="240" y="32"/>
                </a:lnTo>
                <a:lnTo>
                  <a:pt x="245" y="25"/>
                </a:lnTo>
                <a:lnTo>
                  <a:pt x="251" y="21"/>
                </a:lnTo>
                <a:lnTo>
                  <a:pt x="257" y="15"/>
                </a:lnTo>
                <a:lnTo>
                  <a:pt x="262" y="10"/>
                </a:lnTo>
                <a:lnTo>
                  <a:pt x="268" y="6"/>
                </a:lnTo>
                <a:lnTo>
                  <a:pt x="274" y="0"/>
                </a:lnTo>
                <a:lnTo>
                  <a:pt x="302" y="34"/>
                </a:lnTo>
                <a:lnTo>
                  <a:pt x="301" y="34"/>
                </a:lnTo>
                <a:lnTo>
                  <a:pt x="301" y="36"/>
                </a:lnTo>
                <a:lnTo>
                  <a:pt x="297" y="40"/>
                </a:lnTo>
                <a:lnTo>
                  <a:pt x="297" y="46"/>
                </a:lnTo>
                <a:lnTo>
                  <a:pt x="293" y="49"/>
                </a:lnTo>
                <a:lnTo>
                  <a:pt x="289" y="57"/>
                </a:lnTo>
                <a:lnTo>
                  <a:pt x="287" y="61"/>
                </a:lnTo>
                <a:lnTo>
                  <a:pt x="285" y="65"/>
                </a:lnTo>
                <a:lnTo>
                  <a:pt x="283" y="68"/>
                </a:lnTo>
                <a:lnTo>
                  <a:pt x="282" y="74"/>
                </a:lnTo>
                <a:lnTo>
                  <a:pt x="278" y="78"/>
                </a:lnTo>
                <a:lnTo>
                  <a:pt x="276" y="84"/>
                </a:lnTo>
                <a:lnTo>
                  <a:pt x="272" y="87"/>
                </a:lnTo>
                <a:lnTo>
                  <a:pt x="270" y="93"/>
                </a:lnTo>
                <a:lnTo>
                  <a:pt x="266" y="99"/>
                </a:lnTo>
                <a:lnTo>
                  <a:pt x="264" y="105"/>
                </a:lnTo>
                <a:lnTo>
                  <a:pt x="261" y="110"/>
                </a:lnTo>
                <a:lnTo>
                  <a:pt x="257" y="116"/>
                </a:lnTo>
                <a:lnTo>
                  <a:pt x="253" y="122"/>
                </a:lnTo>
                <a:lnTo>
                  <a:pt x="249" y="129"/>
                </a:lnTo>
                <a:lnTo>
                  <a:pt x="245" y="135"/>
                </a:lnTo>
                <a:lnTo>
                  <a:pt x="242" y="143"/>
                </a:lnTo>
                <a:lnTo>
                  <a:pt x="238" y="148"/>
                </a:lnTo>
                <a:lnTo>
                  <a:pt x="234" y="156"/>
                </a:lnTo>
                <a:lnTo>
                  <a:pt x="230" y="162"/>
                </a:lnTo>
                <a:lnTo>
                  <a:pt x="226" y="169"/>
                </a:lnTo>
                <a:lnTo>
                  <a:pt x="221" y="177"/>
                </a:lnTo>
                <a:lnTo>
                  <a:pt x="217" y="183"/>
                </a:lnTo>
                <a:lnTo>
                  <a:pt x="211" y="190"/>
                </a:lnTo>
                <a:lnTo>
                  <a:pt x="207" y="196"/>
                </a:lnTo>
                <a:lnTo>
                  <a:pt x="202" y="203"/>
                </a:lnTo>
                <a:lnTo>
                  <a:pt x="196" y="211"/>
                </a:lnTo>
                <a:lnTo>
                  <a:pt x="190" y="217"/>
                </a:lnTo>
                <a:lnTo>
                  <a:pt x="186" y="224"/>
                </a:lnTo>
                <a:lnTo>
                  <a:pt x="179" y="232"/>
                </a:lnTo>
                <a:lnTo>
                  <a:pt x="175" y="238"/>
                </a:lnTo>
                <a:lnTo>
                  <a:pt x="167" y="245"/>
                </a:lnTo>
                <a:lnTo>
                  <a:pt x="164" y="253"/>
                </a:lnTo>
                <a:lnTo>
                  <a:pt x="156" y="259"/>
                </a:lnTo>
                <a:lnTo>
                  <a:pt x="150" y="266"/>
                </a:lnTo>
                <a:lnTo>
                  <a:pt x="145" y="272"/>
                </a:lnTo>
                <a:lnTo>
                  <a:pt x="139" y="279"/>
                </a:lnTo>
                <a:lnTo>
                  <a:pt x="131" y="285"/>
                </a:lnTo>
                <a:lnTo>
                  <a:pt x="126" y="293"/>
                </a:lnTo>
                <a:lnTo>
                  <a:pt x="118" y="299"/>
                </a:lnTo>
                <a:lnTo>
                  <a:pt x="112" y="304"/>
                </a:lnTo>
                <a:lnTo>
                  <a:pt x="105" y="310"/>
                </a:lnTo>
                <a:lnTo>
                  <a:pt x="99" y="316"/>
                </a:lnTo>
                <a:lnTo>
                  <a:pt x="91" y="321"/>
                </a:lnTo>
                <a:lnTo>
                  <a:pt x="86" y="327"/>
                </a:lnTo>
                <a:lnTo>
                  <a:pt x="78" y="333"/>
                </a:lnTo>
                <a:lnTo>
                  <a:pt x="70" y="338"/>
                </a:lnTo>
                <a:lnTo>
                  <a:pt x="63" y="342"/>
                </a:lnTo>
                <a:lnTo>
                  <a:pt x="55" y="348"/>
                </a:lnTo>
                <a:lnTo>
                  <a:pt x="50" y="352"/>
                </a:lnTo>
                <a:lnTo>
                  <a:pt x="42" y="357"/>
                </a:lnTo>
                <a:lnTo>
                  <a:pt x="34" y="361"/>
                </a:lnTo>
                <a:lnTo>
                  <a:pt x="27" y="367"/>
                </a:lnTo>
                <a:lnTo>
                  <a:pt x="0" y="356"/>
                </a:lnTo>
                <a:lnTo>
                  <a:pt x="0" y="356"/>
                </a:lnTo>
                <a:close/>
              </a:path>
            </a:pathLst>
          </a:custGeom>
          <a:solidFill>
            <a:srgbClr val="C4050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3" name="Freeform 65"/>
          <p:cNvSpPr>
            <a:spLocks/>
          </p:cNvSpPr>
          <p:nvPr/>
        </p:nvSpPr>
        <p:spPr bwMode="auto">
          <a:xfrm>
            <a:off x="1471613" y="2100263"/>
            <a:ext cx="212725" cy="128588"/>
          </a:xfrm>
          <a:custGeom>
            <a:avLst/>
            <a:gdLst>
              <a:gd name="T0" fmla="*/ 202 w 266"/>
              <a:gd name="T1" fmla="*/ 61 h 161"/>
              <a:gd name="T2" fmla="*/ 194 w 266"/>
              <a:gd name="T3" fmla="*/ 66 h 161"/>
              <a:gd name="T4" fmla="*/ 184 w 266"/>
              <a:gd name="T5" fmla="*/ 76 h 161"/>
              <a:gd name="T6" fmla="*/ 177 w 266"/>
              <a:gd name="T7" fmla="*/ 82 h 161"/>
              <a:gd name="T8" fmla="*/ 165 w 266"/>
              <a:gd name="T9" fmla="*/ 87 h 161"/>
              <a:gd name="T10" fmla="*/ 156 w 266"/>
              <a:gd name="T11" fmla="*/ 91 h 161"/>
              <a:gd name="T12" fmla="*/ 144 w 266"/>
              <a:gd name="T13" fmla="*/ 95 h 161"/>
              <a:gd name="T14" fmla="*/ 131 w 266"/>
              <a:gd name="T15" fmla="*/ 95 h 161"/>
              <a:gd name="T16" fmla="*/ 118 w 266"/>
              <a:gd name="T17" fmla="*/ 91 h 161"/>
              <a:gd name="T18" fmla="*/ 103 w 266"/>
              <a:gd name="T19" fmla="*/ 87 h 161"/>
              <a:gd name="T20" fmla="*/ 89 w 266"/>
              <a:gd name="T21" fmla="*/ 78 h 161"/>
              <a:gd name="T22" fmla="*/ 72 w 266"/>
              <a:gd name="T23" fmla="*/ 63 h 161"/>
              <a:gd name="T24" fmla="*/ 61 w 266"/>
              <a:gd name="T25" fmla="*/ 49 h 161"/>
              <a:gd name="T26" fmla="*/ 51 w 266"/>
              <a:gd name="T27" fmla="*/ 38 h 161"/>
              <a:gd name="T28" fmla="*/ 46 w 266"/>
              <a:gd name="T29" fmla="*/ 26 h 161"/>
              <a:gd name="T30" fmla="*/ 36 w 266"/>
              <a:gd name="T31" fmla="*/ 11 h 161"/>
              <a:gd name="T32" fmla="*/ 0 w 266"/>
              <a:gd name="T33" fmla="*/ 0 h 161"/>
              <a:gd name="T34" fmla="*/ 0 w 266"/>
              <a:gd name="T35" fmla="*/ 7 h 161"/>
              <a:gd name="T36" fmla="*/ 0 w 266"/>
              <a:gd name="T37" fmla="*/ 15 h 161"/>
              <a:gd name="T38" fmla="*/ 4 w 266"/>
              <a:gd name="T39" fmla="*/ 26 h 161"/>
              <a:gd name="T40" fmla="*/ 6 w 266"/>
              <a:gd name="T41" fmla="*/ 38 h 161"/>
              <a:gd name="T42" fmla="*/ 11 w 266"/>
              <a:gd name="T43" fmla="*/ 51 h 161"/>
              <a:gd name="T44" fmla="*/ 17 w 266"/>
              <a:gd name="T45" fmla="*/ 66 h 161"/>
              <a:gd name="T46" fmla="*/ 25 w 266"/>
              <a:gd name="T47" fmla="*/ 82 h 161"/>
              <a:gd name="T48" fmla="*/ 32 w 266"/>
              <a:gd name="T49" fmla="*/ 97 h 161"/>
              <a:gd name="T50" fmla="*/ 42 w 266"/>
              <a:gd name="T51" fmla="*/ 112 h 161"/>
              <a:gd name="T52" fmla="*/ 53 w 266"/>
              <a:gd name="T53" fmla="*/ 125 h 161"/>
              <a:gd name="T54" fmla="*/ 67 w 266"/>
              <a:gd name="T55" fmla="*/ 137 h 161"/>
              <a:gd name="T56" fmla="*/ 82 w 266"/>
              <a:gd name="T57" fmla="*/ 146 h 161"/>
              <a:gd name="T58" fmla="*/ 89 w 266"/>
              <a:gd name="T59" fmla="*/ 150 h 161"/>
              <a:gd name="T60" fmla="*/ 99 w 266"/>
              <a:gd name="T61" fmla="*/ 154 h 161"/>
              <a:gd name="T62" fmla="*/ 106 w 266"/>
              <a:gd name="T63" fmla="*/ 156 h 161"/>
              <a:gd name="T64" fmla="*/ 118 w 266"/>
              <a:gd name="T65" fmla="*/ 158 h 161"/>
              <a:gd name="T66" fmla="*/ 127 w 266"/>
              <a:gd name="T67" fmla="*/ 160 h 161"/>
              <a:gd name="T68" fmla="*/ 139 w 266"/>
              <a:gd name="T69" fmla="*/ 161 h 161"/>
              <a:gd name="T70" fmla="*/ 150 w 266"/>
              <a:gd name="T71" fmla="*/ 160 h 161"/>
              <a:gd name="T72" fmla="*/ 160 w 266"/>
              <a:gd name="T73" fmla="*/ 158 h 161"/>
              <a:gd name="T74" fmla="*/ 169 w 266"/>
              <a:gd name="T75" fmla="*/ 156 h 161"/>
              <a:gd name="T76" fmla="*/ 179 w 266"/>
              <a:gd name="T77" fmla="*/ 154 h 161"/>
              <a:gd name="T78" fmla="*/ 196 w 266"/>
              <a:gd name="T79" fmla="*/ 150 h 161"/>
              <a:gd name="T80" fmla="*/ 209 w 266"/>
              <a:gd name="T81" fmla="*/ 144 h 161"/>
              <a:gd name="T82" fmla="*/ 222 w 266"/>
              <a:gd name="T83" fmla="*/ 137 h 161"/>
              <a:gd name="T84" fmla="*/ 232 w 266"/>
              <a:gd name="T85" fmla="*/ 129 h 161"/>
              <a:gd name="T86" fmla="*/ 249 w 266"/>
              <a:gd name="T87" fmla="*/ 112 h 161"/>
              <a:gd name="T88" fmla="*/ 259 w 266"/>
              <a:gd name="T89" fmla="*/ 95 h 161"/>
              <a:gd name="T90" fmla="*/ 264 w 266"/>
              <a:gd name="T91" fmla="*/ 82 h 161"/>
              <a:gd name="T92" fmla="*/ 266 w 266"/>
              <a:gd name="T93" fmla="*/ 72 h 161"/>
              <a:gd name="T94" fmla="*/ 266 w 266"/>
              <a:gd name="T95" fmla="*/ 68 h 161"/>
              <a:gd name="T96" fmla="*/ 203 w 266"/>
              <a:gd name="T97" fmla="*/ 59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66" h="161">
                <a:moveTo>
                  <a:pt x="203" y="59"/>
                </a:moveTo>
                <a:lnTo>
                  <a:pt x="202" y="61"/>
                </a:lnTo>
                <a:lnTo>
                  <a:pt x="200" y="63"/>
                </a:lnTo>
                <a:lnTo>
                  <a:pt x="194" y="66"/>
                </a:lnTo>
                <a:lnTo>
                  <a:pt x="188" y="74"/>
                </a:lnTo>
                <a:lnTo>
                  <a:pt x="184" y="76"/>
                </a:lnTo>
                <a:lnTo>
                  <a:pt x="181" y="78"/>
                </a:lnTo>
                <a:lnTo>
                  <a:pt x="177" y="82"/>
                </a:lnTo>
                <a:lnTo>
                  <a:pt x="171" y="85"/>
                </a:lnTo>
                <a:lnTo>
                  <a:pt x="165" y="87"/>
                </a:lnTo>
                <a:lnTo>
                  <a:pt x="162" y="89"/>
                </a:lnTo>
                <a:lnTo>
                  <a:pt x="156" y="91"/>
                </a:lnTo>
                <a:lnTo>
                  <a:pt x="150" y="95"/>
                </a:lnTo>
                <a:lnTo>
                  <a:pt x="144" y="95"/>
                </a:lnTo>
                <a:lnTo>
                  <a:pt x="139" y="95"/>
                </a:lnTo>
                <a:lnTo>
                  <a:pt x="131" y="95"/>
                </a:lnTo>
                <a:lnTo>
                  <a:pt x="125" y="95"/>
                </a:lnTo>
                <a:lnTo>
                  <a:pt x="118" y="91"/>
                </a:lnTo>
                <a:lnTo>
                  <a:pt x="110" y="89"/>
                </a:lnTo>
                <a:lnTo>
                  <a:pt x="103" y="87"/>
                </a:lnTo>
                <a:lnTo>
                  <a:pt x="97" y="84"/>
                </a:lnTo>
                <a:lnTo>
                  <a:pt x="89" y="78"/>
                </a:lnTo>
                <a:lnTo>
                  <a:pt x="80" y="72"/>
                </a:lnTo>
                <a:lnTo>
                  <a:pt x="72" y="63"/>
                </a:lnTo>
                <a:lnTo>
                  <a:pt x="65" y="55"/>
                </a:lnTo>
                <a:lnTo>
                  <a:pt x="61" y="49"/>
                </a:lnTo>
                <a:lnTo>
                  <a:pt x="57" y="44"/>
                </a:lnTo>
                <a:lnTo>
                  <a:pt x="51" y="38"/>
                </a:lnTo>
                <a:lnTo>
                  <a:pt x="49" y="32"/>
                </a:lnTo>
                <a:lnTo>
                  <a:pt x="46" y="26"/>
                </a:lnTo>
                <a:lnTo>
                  <a:pt x="40" y="19"/>
                </a:lnTo>
                <a:lnTo>
                  <a:pt x="36" y="11"/>
                </a:lnTo>
                <a:lnTo>
                  <a:pt x="34" y="6"/>
                </a:lnTo>
                <a:lnTo>
                  <a:pt x="0" y="0"/>
                </a:lnTo>
                <a:lnTo>
                  <a:pt x="0" y="2"/>
                </a:lnTo>
                <a:lnTo>
                  <a:pt x="0" y="7"/>
                </a:lnTo>
                <a:lnTo>
                  <a:pt x="0" y="9"/>
                </a:lnTo>
                <a:lnTo>
                  <a:pt x="0" y="15"/>
                </a:lnTo>
                <a:lnTo>
                  <a:pt x="2" y="19"/>
                </a:lnTo>
                <a:lnTo>
                  <a:pt x="4" y="26"/>
                </a:lnTo>
                <a:lnTo>
                  <a:pt x="6" y="30"/>
                </a:lnTo>
                <a:lnTo>
                  <a:pt x="6" y="38"/>
                </a:lnTo>
                <a:lnTo>
                  <a:pt x="9" y="44"/>
                </a:lnTo>
                <a:lnTo>
                  <a:pt x="11" y="51"/>
                </a:lnTo>
                <a:lnTo>
                  <a:pt x="13" y="59"/>
                </a:lnTo>
                <a:lnTo>
                  <a:pt x="17" y="66"/>
                </a:lnTo>
                <a:lnTo>
                  <a:pt x="19" y="74"/>
                </a:lnTo>
                <a:lnTo>
                  <a:pt x="25" y="82"/>
                </a:lnTo>
                <a:lnTo>
                  <a:pt x="29" y="89"/>
                </a:lnTo>
                <a:lnTo>
                  <a:pt x="32" y="97"/>
                </a:lnTo>
                <a:lnTo>
                  <a:pt x="36" y="104"/>
                </a:lnTo>
                <a:lnTo>
                  <a:pt x="42" y="112"/>
                </a:lnTo>
                <a:lnTo>
                  <a:pt x="46" y="118"/>
                </a:lnTo>
                <a:lnTo>
                  <a:pt x="53" y="125"/>
                </a:lnTo>
                <a:lnTo>
                  <a:pt x="59" y="131"/>
                </a:lnTo>
                <a:lnTo>
                  <a:pt x="67" y="137"/>
                </a:lnTo>
                <a:lnTo>
                  <a:pt x="72" y="142"/>
                </a:lnTo>
                <a:lnTo>
                  <a:pt x="82" y="146"/>
                </a:lnTo>
                <a:lnTo>
                  <a:pt x="84" y="148"/>
                </a:lnTo>
                <a:lnTo>
                  <a:pt x="89" y="150"/>
                </a:lnTo>
                <a:lnTo>
                  <a:pt x="93" y="152"/>
                </a:lnTo>
                <a:lnTo>
                  <a:pt x="99" y="154"/>
                </a:lnTo>
                <a:lnTo>
                  <a:pt x="103" y="156"/>
                </a:lnTo>
                <a:lnTo>
                  <a:pt x="106" y="156"/>
                </a:lnTo>
                <a:lnTo>
                  <a:pt x="112" y="156"/>
                </a:lnTo>
                <a:lnTo>
                  <a:pt x="118" y="158"/>
                </a:lnTo>
                <a:lnTo>
                  <a:pt x="122" y="160"/>
                </a:lnTo>
                <a:lnTo>
                  <a:pt x="127" y="160"/>
                </a:lnTo>
                <a:lnTo>
                  <a:pt x="133" y="160"/>
                </a:lnTo>
                <a:lnTo>
                  <a:pt x="139" y="161"/>
                </a:lnTo>
                <a:lnTo>
                  <a:pt x="144" y="160"/>
                </a:lnTo>
                <a:lnTo>
                  <a:pt x="150" y="160"/>
                </a:lnTo>
                <a:lnTo>
                  <a:pt x="154" y="158"/>
                </a:lnTo>
                <a:lnTo>
                  <a:pt x="160" y="158"/>
                </a:lnTo>
                <a:lnTo>
                  <a:pt x="165" y="156"/>
                </a:lnTo>
                <a:lnTo>
                  <a:pt x="169" y="156"/>
                </a:lnTo>
                <a:lnTo>
                  <a:pt x="175" y="156"/>
                </a:lnTo>
                <a:lnTo>
                  <a:pt x="179" y="154"/>
                </a:lnTo>
                <a:lnTo>
                  <a:pt x="188" y="152"/>
                </a:lnTo>
                <a:lnTo>
                  <a:pt x="196" y="150"/>
                </a:lnTo>
                <a:lnTo>
                  <a:pt x="203" y="146"/>
                </a:lnTo>
                <a:lnTo>
                  <a:pt x="209" y="144"/>
                </a:lnTo>
                <a:lnTo>
                  <a:pt x="215" y="139"/>
                </a:lnTo>
                <a:lnTo>
                  <a:pt x="222" y="137"/>
                </a:lnTo>
                <a:lnTo>
                  <a:pt x="226" y="133"/>
                </a:lnTo>
                <a:lnTo>
                  <a:pt x="232" y="129"/>
                </a:lnTo>
                <a:lnTo>
                  <a:pt x="241" y="122"/>
                </a:lnTo>
                <a:lnTo>
                  <a:pt x="249" y="112"/>
                </a:lnTo>
                <a:lnTo>
                  <a:pt x="253" y="104"/>
                </a:lnTo>
                <a:lnTo>
                  <a:pt x="259" y="95"/>
                </a:lnTo>
                <a:lnTo>
                  <a:pt x="260" y="89"/>
                </a:lnTo>
                <a:lnTo>
                  <a:pt x="264" y="82"/>
                </a:lnTo>
                <a:lnTo>
                  <a:pt x="264" y="76"/>
                </a:lnTo>
                <a:lnTo>
                  <a:pt x="266" y="72"/>
                </a:lnTo>
                <a:lnTo>
                  <a:pt x="266" y="68"/>
                </a:lnTo>
                <a:lnTo>
                  <a:pt x="266" y="68"/>
                </a:lnTo>
                <a:lnTo>
                  <a:pt x="203" y="59"/>
                </a:lnTo>
                <a:lnTo>
                  <a:pt x="203" y="59"/>
                </a:lnTo>
                <a:close/>
              </a:path>
            </a:pathLst>
          </a:custGeom>
          <a:solidFill>
            <a:srgbClr val="4D4D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8" name="Freeform 66"/>
          <p:cNvSpPr>
            <a:spLocks/>
          </p:cNvSpPr>
          <p:nvPr/>
        </p:nvSpPr>
        <p:spPr bwMode="auto">
          <a:xfrm>
            <a:off x="2062163" y="1968500"/>
            <a:ext cx="168275" cy="176213"/>
          </a:xfrm>
          <a:custGeom>
            <a:avLst/>
            <a:gdLst>
              <a:gd name="T0" fmla="*/ 0 w 211"/>
              <a:gd name="T1" fmla="*/ 191 h 223"/>
              <a:gd name="T2" fmla="*/ 8 w 211"/>
              <a:gd name="T3" fmla="*/ 192 h 223"/>
              <a:gd name="T4" fmla="*/ 17 w 211"/>
              <a:gd name="T5" fmla="*/ 194 h 223"/>
              <a:gd name="T6" fmla="*/ 27 w 211"/>
              <a:gd name="T7" fmla="*/ 196 h 223"/>
              <a:gd name="T8" fmla="*/ 38 w 211"/>
              <a:gd name="T9" fmla="*/ 196 h 223"/>
              <a:gd name="T10" fmla="*/ 54 w 211"/>
              <a:gd name="T11" fmla="*/ 196 h 223"/>
              <a:gd name="T12" fmla="*/ 69 w 211"/>
              <a:gd name="T13" fmla="*/ 196 h 223"/>
              <a:gd name="T14" fmla="*/ 82 w 211"/>
              <a:gd name="T15" fmla="*/ 192 h 223"/>
              <a:gd name="T16" fmla="*/ 97 w 211"/>
              <a:gd name="T17" fmla="*/ 187 h 223"/>
              <a:gd name="T18" fmla="*/ 111 w 211"/>
              <a:gd name="T19" fmla="*/ 181 h 223"/>
              <a:gd name="T20" fmla="*/ 124 w 211"/>
              <a:gd name="T21" fmla="*/ 172 h 223"/>
              <a:gd name="T22" fmla="*/ 135 w 211"/>
              <a:gd name="T23" fmla="*/ 156 h 223"/>
              <a:gd name="T24" fmla="*/ 143 w 211"/>
              <a:gd name="T25" fmla="*/ 145 h 223"/>
              <a:gd name="T26" fmla="*/ 149 w 211"/>
              <a:gd name="T27" fmla="*/ 135 h 223"/>
              <a:gd name="T28" fmla="*/ 151 w 211"/>
              <a:gd name="T29" fmla="*/ 126 h 223"/>
              <a:gd name="T30" fmla="*/ 154 w 211"/>
              <a:gd name="T31" fmla="*/ 116 h 223"/>
              <a:gd name="T32" fmla="*/ 158 w 211"/>
              <a:gd name="T33" fmla="*/ 103 h 223"/>
              <a:gd name="T34" fmla="*/ 158 w 211"/>
              <a:gd name="T35" fmla="*/ 90 h 223"/>
              <a:gd name="T36" fmla="*/ 198 w 211"/>
              <a:gd name="T37" fmla="*/ 0 h 223"/>
              <a:gd name="T38" fmla="*/ 200 w 211"/>
              <a:gd name="T39" fmla="*/ 6 h 223"/>
              <a:gd name="T40" fmla="*/ 204 w 211"/>
              <a:gd name="T41" fmla="*/ 19 h 223"/>
              <a:gd name="T42" fmla="*/ 206 w 211"/>
              <a:gd name="T43" fmla="*/ 27 h 223"/>
              <a:gd name="T44" fmla="*/ 208 w 211"/>
              <a:gd name="T45" fmla="*/ 39 h 223"/>
              <a:gd name="T46" fmla="*/ 209 w 211"/>
              <a:gd name="T47" fmla="*/ 50 h 223"/>
              <a:gd name="T48" fmla="*/ 211 w 211"/>
              <a:gd name="T49" fmla="*/ 65 h 223"/>
              <a:gd name="T50" fmla="*/ 209 w 211"/>
              <a:gd name="T51" fmla="*/ 78 h 223"/>
              <a:gd name="T52" fmla="*/ 209 w 211"/>
              <a:gd name="T53" fmla="*/ 94 h 223"/>
              <a:gd name="T54" fmla="*/ 206 w 211"/>
              <a:gd name="T55" fmla="*/ 109 h 223"/>
              <a:gd name="T56" fmla="*/ 204 w 211"/>
              <a:gd name="T57" fmla="*/ 124 h 223"/>
              <a:gd name="T58" fmla="*/ 196 w 211"/>
              <a:gd name="T59" fmla="*/ 139 h 223"/>
              <a:gd name="T60" fmla="*/ 189 w 211"/>
              <a:gd name="T61" fmla="*/ 153 h 223"/>
              <a:gd name="T62" fmla="*/ 177 w 211"/>
              <a:gd name="T63" fmla="*/ 166 h 223"/>
              <a:gd name="T64" fmla="*/ 166 w 211"/>
              <a:gd name="T65" fmla="*/ 181 h 223"/>
              <a:gd name="T66" fmla="*/ 151 w 211"/>
              <a:gd name="T67" fmla="*/ 192 h 223"/>
              <a:gd name="T68" fmla="*/ 137 w 211"/>
              <a:gd name="T69" fmla="*/ 200 h 223"/>
              <a:gd name="T70" fmla="*/ 124 w 211"/>
              <a:gd name="T71" fmla="*/ 208 h 223"/>
              <a:gd name="T72" fmla="*/ 111 w 211"/>
              <a:gd name="T73" fmla="*/ 215 h 223"/>
              <a:gd name="T74" fmla="*/ 99 w 211"/>
              <a:gd name="T75" fmla="*/ 217 h 223"/>
              <a:gd name="T76" fmla="*/ 88 w 211"/>
              <a:gd name="T77" fmla="*/ 221 h 223"/>
              <a:gd name="T78" fmla="*/ 78 w 211"/>
              <a:gd name="T79" fmla="*/ 223 h 223"/>
              <a:gd name="T80" fmla="*/ 71 w 211"/>
              <a:gd name="T81" fmla="*/ 223 h 223"/>
              <a:gd name="T82" fmla="*/ 61 w 211"/>
              <a:gd name="T83" fmla="*/ 223 h 223"/>
              <a:gd name="T84" fmla="*/ 54 w 211"/>
              <a:gd name="T85" fmla="*/ 223 h 223"/>
              <a:gd name="T86" fmla="*/ 42 w 211"/>
              <a:gd name="T87" fmla="*/ 219 h 223"/>
              <a:gd name="T88" fmla="*/ 35 w 211"/>
              <a:gd name="T89" fmla="*/ 217 h 223"/>
              <a:gd name="T90" fmla="*/ 0 w 211"/>
              <a:gd name="T91" fmla="*/ 191 h 2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11" h="223">
                <a:moveTo>
                  <a:pt x="0" y="191"/>
                </a:moveTo>
                <a:lnTo>
                  <a:pt x="0" y="191"/>
                </a:lnTo>
                <a:lnTo>
                  <a:pt x="4" y="192"/>
                </a:lnTo>
                <a:lnTo>
                  <a:pt x="8" y="192"/>
                </a:lnTo>
                <a:lnTo>
                  <a:pt x="12" y="194"/>
                </a:lnTo>
                <a:lnTo>
                  <a:pt x="17" y="194"/>
                </a:lnTo>
                <a:lnTo>
                  <a:pt x="23" y="196"/>
                </a:lnTo>
                <a:lnTo>
                  <a:pt x="27" y="196"/>
                </a:lnTo>
                <a:lnTo>
                  <a:pt x="33" y="196"/>
                </a:lnTo>
                <a:lnTo>
                  <a:pt x="38" y="196"/>
                </a:lnTo>
                <a:lnTo>
                  <a:pt x="46" y="198"/>
                </a:lnTo>
                <a:lnTo>
                  <a:pt x="54" y="196"/>
                </a:lnTo>
                <a:lnTo>
                  <a:pt x="61" y="196"/>
                </a:lnTo>
                <a:lnTo>
                  <a:pt x="69" y="196"/>
                </a:lnTo>
                <a:lnTo>
                  <a:pt x="76" y="194"/>
                </a:lnTo>
                <a:lnTo>
                  <a:pt x="82" y="192"/>
                </a:lnTo>
                <a:lnTo>
                  <a:pt x="90" y="191"/>
                </a:lnTo>
                <a:lnTo>
                  <a:pt x="97" y="187"/>
                </a:lnTo>
                <a:lnTo>
                  <a:pt x="103" y="185"/>
                </a:lnTo>
                <a:lnTo>
                  <a:pt x="111" y="181"/>
                </a:lnTo>
                <a:lnTo>
                  <a:pt x="116" y="177"/>
                </a:lnTo>
                <a:lnTo>
                  <a:pt x="124" y="172"/>
                </a:lnTo>
                <a:lnTo>
                  <a:pt x="130" y="166"/>
                </a:lnTo>
                <a:lnTo>
                  <a:pt x="135" y="156"/>
                </a:lnTo>
                <a:lnTo>
                  <a:pt x="141" y="149"/>
                </a:lnTo>
                <a:lnTo>
                  <a:pt x="143" y="145"/>
                </a:lnTo>
                <a:lnTo>
                  <a:pt x="145" y="141"/>
                </a:lnTo>
                <a:lnTo>
                  <a:pt x="149" y="135"/>
                </a:lnTo>
                <a:lnTo>
                  <a:pt x="151" y="132"/>
                </a:lnTo>
                <a:lnTo>
                  <a:pt x="151" y="126"/>
                </a:lnTo>
                <a:lnTo>
                  <a:pt x="152" y="122"/>
                </a:lnTo>
                <a:lnTo>
                  <a:pt x="154" y="116"/>
                </a:lnTo>
                <a:lnTo>
                  <a:pt x="156" y="111"/>
                </a:lnTo>
                <a:lnTo>
                  <a:pt x="158" y="103"/>
                </a:lnTo>
                <a:lnTo>
                  <a:pt x="158" y="97"/>
                </a:lnTo>
                <a:lnTo>
                  <a:pt x="158" y="90"/>
                </a:lnTo>
                <a:lnTo>
                  <a:pt x="160" y="84"/>
                </a:lnTo>
                <a:lnTo>
                  <a:pt x="198" y="0"/>
                </a:lnTo>
                <a:lnTo>
                  <a:pt x="198" y="2"/>
                </a:lnTo>
                <a:lnTo>
                  <a:pt x="200" y="6"/>
                </a:lnTo>
                <a:lnTo>
                  <a:pt x="202" y="12"/>
                </a:lnTo>
                <a:lnTo>
                  <a:pt x="204" y="19"/>
                </a:lnTo>
                <a:lnTo>
                  <a:pt x="204" y="23"/>
                </a:lnTo>
                <a:lnTo>
                  <a:pt x="206" y="27"/>
                </a:lnTo>
                <a:lnTo>
                  <a:pt x="206" y="33"/>
                </a:lnTo>
                <a:lnTo>
                  <a:pt x="208" y="39"/>
                </a:lnTo>
                <a:lnTo>
                  <a:pt x="208" y="44"/>
                </a:lnTo>
                <a:lnTo>
                  <a:pt x="209" y="50"/>
                </a:lnTo>
                <a:lnTo>
                  <a:pt x="209" y="58"/>
                </a:lnTo>
                <a:lnTo>
                  <a:pt x="211" y="65"/>
                </a:lnTo>
                <a:lnTo>
                  <a:pt x="209" y="71"/>
                </a:lnTo>
                <a:lnTo>
                  <a:pt x="209" y="78"/>
                </a:lnTo>
                <a:lnTo>
                  <a:pt x="209" y="86"/>
                </a:lnTo>
                <a:lnTo>
                  <a:pt x="209" y="94"/>
                </a:lnTo>
                <a:lnTo>
                  <a:pt x="208" y="99"/>
                </a:lnTo>
                <a:lnTo>
                  <a:pt x="206" y="109"/>
                </a:lnTo>
                <a:lnTo>
                  <a:pt x="204" y="116"/>
                </a:lnTo>
                <a:lnTo>
                  <a:pt x="204" y="124"/>
                </a:lnTo>
                <a:lnTo>
                  <a:pt x="198" y="132"/>
                </a:lnTo>
                <a:lnTo>
                  <a:pt x="196" y="139"/>
                </a:lnTo>
                <a:lnTo>
                  <a:pt x="190" y="145"/>
                </a:lnTo>
                <a:lnTo>
                  <a:pt x="189" y="153"/>
                </a:lnTo>
                <a:lnTo>
                  <a:pt x="183" y="160"/>
                </a:lnTo>
                <a:lnTo>
                  <a:pt x="177" y="166"/>
                </a:lnTo>
                <a:lnTo>
                  <a:pt x="171" y="173"/>
                </a:lnTo>
                <a:lnTo>
                  <a:pt x="166" y="181"/>
                </a:lnTo>
                <a:lnTo>
                  <a:pt x="158" y="187"/>
                </a:lnTo>
                <a:lnTo>
                  <a:pt x="151" y="192"/>
                </a:lnTo>
                <a:lnTo>
                  <a:pt x="143" y="196"/>
                </a:lnTo>
                <a:lnTo>
                  <a:pt x="137" y="200"/>
                </a:lnTo>
                <a:lnTo>
                  <a:pt x="130" y="204"/>
                </a:lnTo>
                <a:lnTo>
                  <a:pt x="124" y="208"/>
                </a:lnTo>
                <a:lnTo>
                  <a:pt x="116" y="212"/>
                </a:lnTo>
                <a:lnTo>
                  <a:pt x="111" y="215"/>
                </a:lnTo>
                <a:lnTo>
                  <a:pt x="105" y="217"/>
                </a:lnTo>
                <a:lnTo>
                  <a:pt x="99" y="217"/>
                </a:lnTo>
                <a:lnTo>
                  <a:pt x="93" y="219"/>
                </a:lnTo>
                <a:lnTo>
                  <a:pt x="88" y="221"/>
                </a:lnTo>
                <a:lnTo>
                  <a:pt x="84" y="223"/>
                </a:lnTo>
                <a:lnTo>
                  <a:pt x="78" y="223"/>
                </a:lnTo>
                <a:lnTo>
                  <a:pt x="74" y="223"/>
                </a:lnTo>
                <a:lnTo>
                  <a:pt x="71" y="223"/>
                </a:lnTo>
                <a:lnTo>
                  <a:pt x="65" y="223"/>
                </a:lnTo>
                <a:lnTo>
                  <a:pt x="61" y="223"/>
                </a:lnTo>
                <a:lnTo>
                  <a:pt x="57" y="223"/>
                </a:lnTo>
                <a:lnTo>
                  <a:pt x="54" y="223"/>
                </a:lnTo>
                <a:lnTo>
                  <a:pt x="48" y="221"/>
                </a:lnTo>
                <a:lnTo>
                  <a:pt x="42" y="219"/>
                </a:lnTo>
                <a:lnTo>
                  <a:pt x="38" y="217"/>
                </a:lnTo>
                <a:lnTo>
                  <a:pt x="35" y="217"/>
                </a:lnTo>
                <a:lnTo>
                  <a:pt x="33" y="215"/>
                </a:lnTo>
                <a:lnTo>
                  <a:pt x="0" y="191"/>
                </a:lnTo>
                <a:lnTo>
                  <a:pt x="0" y="191"/>
                </a:lnTo>
                <a:close/>
              </a:path>
            </a:pathLst>
          </a:custGeom>
          <a:solidFill>
            <a:srgbClr val="4D4D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9" name="Freeform 67"/>
          <p:cNvSpPr>
            <a:spLocks/>
          </p:cNvSpPr>
          <p:nvPr/>
        </p:nvSpPr>
        <p:spPr bwMode="auto">
          <a:xfrm>
            <a:off x="2157413" y="2124075"/>
            <a:ext cx="120650" cy="184150"/>
          </a:xfrm>
          <a:custGeom>
            <a:avLst/>
            <a:gdLst>
              <a:gd name="T0" fmla="*/ 2 w 152"/>
              <a:gd name="T1" fmla="*/ 55 h 232"/>
              <a:gd name="T2" fmla="*/ 10 w 152"/>
              <a:gd name="T3" fmla="*/ 52 h 232"/>
              <a:gd name="T4" fmla="*/ 17 w 152"/>
              <a:gd name="T5" fmla="*/ 46 h 232"/>
              <a:gd name="T6" fmla="*/ 27 w 152"/>
              <a:gd name="T7" fmla="*/ 38 h 232"/>
              <a:gd name="T8" fmla="*/ 36 w 152"/>
              <a:gd name="T9" fmla="*/ 29 h 232"/>
              <a:gd name="T10" fmla="*/ 46 w 152"/>
              <a:gd name="T11" fmla="*/ 17 h 232"/>
              <a:gd name="T12" fmla="*/ 55 w 152"/>
              <a:gd name="T13" fmla="*/ 6 h 232"/>
              <a:gd name="T14" fmla="*/ 59 w 152"/>
              <a:gd name="T15" fmla="*/ 0 h 232"/>
              <a:gd name="T16" fmla="*/ 63 w 152"/>
              <a:gd name="T17" fmla="*/ 8 h 232"/>
              <a:gd name="T18" fmla="*/ 69 w 152"/>
              <a:gd name="T19" fmla="*/ 14 h 232"/>
              <a:gd name="T20" fmla="*/ 74 w 152"/>
              <a:gd name="T21" fmla="*/ 25 h 232"/>
              <a:gd name="T22" fmla="*/ 82 w 152"/>
              <a:gd name="T23" fmla="*/ 35 h 232"/>
              <a:gd name="T24" fmla="*/ 89 w 152"/>
              <a:gd name="T25" fmla="*/ 48 h 232"/>
              <a:gd name="T26" fmla="*/ 99 w 152"/>
              <a:gd name="T27" fmla="*/ 63 h 232"/>
              <a:gd name="T28" fmla="*/ 107 w 152"/>
              <a:gd name="T29" fmla="*/ 80 h 232"/>
              <a:gd name="T30" fmla="*/ 112 w 152"/>
              <a:gd name="T31" fmla="*/ 92 h 232"/>
              <a:gd name="T32" fmla="*/ 116 w 152"/>
              <a:gd name="T33" fmla="*/ 103 h 232"/>
              <a:gd name="T34" fmla="*/ 122 w 152"/>
              <a:gd name="T35" fmla="*/ 111 h 232"/>
              <a:gd name="T36" fmla="*/ 124 w 152"/>
              <a:gd name="T37" fmla="*/ 120 h 232"/>
              <a:gd name="T38" fmla="*/ 127 w 152"/>
              <a:gd name="T39" fmla="*/ 131 h 232"/>
              <a:gd name="T40" fmla="*/ 131 w 152"/>
              <a:gd name="T41" fmla="*/ 141 h 232"/>
              <a:gd name="T42" fmla="*/ 135 w 152"/>
              <a:gd name="T43" fmla="*/ 152 h 232"/>
              <a:gd name="T44" fmla="*/ 139 w 152"/>
              <a:gd name="T45" fmla="*/ 162 h 232"/>
              <a:gd name="T46" fmla="*/ 141 w 152"/>
              <a:gd name="T47" fmla="*/ 171 h 232"/>
              <a:gd name="T48" fmla="*/ 143 w 152"/>
              <a:gd name="T49" fmla="*/ 183 h 232"/>
              <a:gd name="T50" fmla="*/ 146 w 152"/>
              <a:gd name="T51" fmla="*/ 194 h 232"/>
              <a:gd name="T52" fmla="*/ 148 w 152"/>
              <a:gd name="T53" fmla="*/ 206 h 232"/>
              <a:gd name="T54" fmla="*/ 148 w 152"/>
              <a:gd name="T55" fmla="*/ 215 h 232"/>
              <a:gd name="T56" fmla="*/ 150 w 152"/>
              <a:gd name="T57" fmla="*/ 227 h 232"/>
              <a:gd name="T58" fmla="*/ 118 w 152"/>
              <a:gd name="T59" fmla="*/ 219 h 232"/>
              <a:gd name="T60" fmla="*/ 116 w 152"/>
              <a:gd name="T61" fmla="*/ 215 h 232"/>
              <a:gd name="T62" fmla="*/ 114 w 152"/>
              <a:gd name="T63" fmla="*/ 204 h 232"/>
              <a:gd name="T64" fmla="*/ 108 w 152"/>
              <a:gd name="T65" fmla="*/ 189 h 232"/>
              <a:gd name="T66" fmla="*/ 105 w 152"/>
              <a:gd name="T67" fmla="*/ 181 h 232"/>
              <a:gd name="T68" fmla="*/ 101 w 152"/>
              <a:gd name="T69" fmla="*/ 171 h 232"/>
              <a:gd name="T70" fmla="*/ 95 w 152"/>
              <a:gd name="T71" fmla="*/ 160 h 232"/>
              <a:gd name="T72" fmla="*/ 89 w 152"/>
              <a:gd name="T73" fmla="*/ 149 h 232"/>
              <a:gd name="T74" fmla="*/ 82 w 152"/>
              <a:gd name="T75" fmla="*/ 137 h 232"/>
              <a:gd name="T76" fmla="*/ 74 w 152"/>
              <a:gd name="T77" fmla="*/ 128 h 232"/>
              <a:gd name="T78" fmla="*/ 65 w 152"/>
              <a:gd name="T79" fmla="*/ 116 h 232"/>
              <a:gd name="T80" fmla="*/ 55 w 152"/>
              <a:gd name="T81" fmla="*/ 105 h 232"/>
              <a:gd name="T82" fmla="*/ 42 w 152"/>
              <a:gd name="T83" fmla="*/ 95 h 232"/>
              <a:gd name="T84" fmla="*/ 31 w 152"/>
              <a:gd name="T85" fmla="*/ 88 h 232"/>
              <a:gd name="T86" fmla="*/ 0 w 152"/>
              <a:gd name="T87" fmla="*/ 57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52" h="232">
                <a:moveTo>
                  <a:pt x="0" y="57"/>
                </a:moveTo>
                <a:lnTo>
                  <a:pt x="2" y="55"/>
                </a:lnTo>
                <a:lnTo>
                  <a:pt x="6" y="54"/>
                </a:lnTo>
                <a:lnTo>
                  <a:pt x="10" y="52"/>
                </a:lnTo>
                <a:lnTo>
                  <a:pt x="13" y="48"/>
                </a:lnTo>
                <a:lnTo>
                  <a:pt x="17" y="46"/>
                </a:lnTo>
                <a:lnTo>
                  <a:pt x="23" y="42"/>
                </a:lnTo>
                <a:lnTo>
                  <a:pt x="27" y="38"/>
                </a:lnTo>
                <a:lnTo>
                  <a:pt x="32" y="35"/>
                </a:lnTo>
                <a:lnTo>
                  <a:pt x="36" y="29"/>
                </a:lnTo>
                <a:lnTo>
                  <a:pt x="42" y="25"/>
                </a:lnTo>
                <a:lnTo>
                  <a:pt x="46" y="17"/>
                </a:lnTo>
                <a:lnTo>
                  <a:pt x="50" y="12"/>
                </a:lnTo>
                <a:lnTo>
                  <a:pt x="55" y="6"/>
                </a:lnTo>
                <a:lnTo>
                  <a:pt x="59" y="0"/>
                </a:lnTo>
                <a:lnTo>
                  <a:pt x="59" y="0"/>
                </a:lnTo>
                <a:lnTo>
                  <a:pt x="61" y="4"/>
                </a:lnTo>
                <a:lnTo>
                  <a:pt x="63" y="8"/>
                </a:lnTo>
                <a:lnTo>
                  <a:pt x="67" y="10"/>
                </a:lnTo>
                <a:lnTo>
                  <a:pt x="69" y="14"/>
                </a:lnTo>
                <a:lnTo>
                  <a:pt x="72" y="19"/>
                </a:lnTo>
                <a:lnTo>
                  <a:pt x="74" y="25"/>
                </a:lnTo>
                <a:lnTo>
                  <a:pt x="78" y="29"/>
                </a:lnTo>
                <a:lnTo>
                  <a:pt x="82" y="35"/>
                </a:lnTo>
                <a:lnTo>
                  <a:pt x="86" y="42"/>
                </a:lnTo>
                <a:lnTo>
                  <a:pt x="89" y="48"/>
                </a:lnTo>
                <a:lnTo>
                  <a:pt x="93" y="55"/>
                </a:lnTo>
                <a:lnTo>
                  <a:pt x="99" y="63"/>
                </a:lnTo>
                <a:lnTo>
                  <a:pt x="103" y="73"/>
                </a:lnTo>
                <a:lnTo>
                  <a:pt x="107" y="80"/>
                </a:lnTo>
                <a:lnTo>
                  <a:pt x="110" y="88"/>
                </a:lnTo>
                <a:lnTo>
                  <a:pt x="112" y="92"/>
                </a:lnTo>
                <a:lnTo>
                  <a:pt x="116" y="97"/>
                </a:lnTo>
                <a:lnTo>
                  <a:pt x="116" y="103"/>
                </a:lnTo>
                <a:lnTo>
                  <a:pt x="120" y="107"/>
                </a:lnTo>
                <a:lnTo>
                  <a:pt x="122" y="111"/>
                </a:lnTo>
                <a:lnTo>
                  <a:pt x="122" y="116"/>
                </a:lnTo>
                <a:lnTo>
                  <a:pt x="124" y="120"/>
                </a:lnTo>
                <a:lnTo>
                  <a:pt x="126" y="126"/>
                </a:lnTo>
                <a:lnTo>
                  <a:pt x="127" y="131"/>
                </a:lnTo>
                <a:lnTo>
                  <a:pt x="131" y="137"/>
                </a:lnTo>
                <a:lnTo>
                  <a:pt x="131" y="141"/>
                </a:lnTo>
                <a:lnTo>
                  <a:pt x="135" y="147"/>
                </a:lnTo>
                <a:lnTo>
                  <a:pt x="135" y="152"/>
                </a:lnTo>
                <a:lnTo>
                  <a:pt x="137" y="156"/>
                </a:lnTo>
                <a:lnTo>
                  <a:pt x="139" y="162"/>
                </a:lnTo>
                <a:lnTo>
                  <a:pt x="141" y="168"/>
                </a:lnTo>
                <a:lnTo>
                  <a:pt x="141" y="171"/>
                </a:lnTo>
                <a:lnTo>
                  <a:pt x="143" y="177"/>
                </a:lnTo>
                <a:lnTo>
                  <a:pt x="143" y="183"/>
                </a:lnTo>
                <a:lnTo>
                  <a:pt x="145" y="189"/>
                </a:lnTo>
                <a:lnTo>
                  <a:pt x="146" y="194"/>
                </a:lnTo>
                <a:lnTo>
                  <a:pt x="146" y="200"/>
                </a:lnTo>
                <a:lnTo>
                  <a:pt x="148" y="206"/>
                </a:lnTo>
                <a:lnTo>
                  <a:pt x="148" y="211"/>
                </a:lnTo>
                <a:lnTo>
                  <a:pt x="148" y="215"/>
                </a:lnTo>
                <a:lnTo>
                  <a:pt x="150" y="221"/>
                </a:lnTo>
                <a:lnTo>
                  <a:pt x="150" y="227"/>
                </a:lnTo>
                <a:lnTo>
                  <a:pt x="152" y="232"/>
                </a:lnTo>
                <a:lnTo>
                  <a:pt x="118" y="219"/>
                </a:lnTo>
                <a:lnTo>
                  <a:pt x="118" y="217"/>
                </a:lnTo>
                <a:lnTo>
                  <a:pt x="116" y="215"/>
                </a:lnTo>
                <a:lnTo>
                  <a:pt x="116" y="209"/>
                </a:lnTo>
                <a:lnTo>
                  <a:pt x="114" y="204"/>
                </a:lnTo>
                <a:lnTo>
                  <a:pt x="110" y="198"/>
                </a:lnTo>
                <a:lnTo>
                  <a:pt x="108" y="189"/>
                </a:lnTo>
                <a:lnTo>
                  <a:pt x="107" y="185"/>
                </a:lnTo>
                <a:lnTo>
                  <a:pt x="105" y="181"/>
                </a:lnTo>
                <a:lnTo>
                  <a:pt x="103" y="175"/>
                </a:lnTo>
                <a:lnTo>
                  <a:pt x="101" y="171"/>
                </a:lnTo>
                <a:lnTo>
                  <a:pt x="99" y="166"/>
                </a:lnTo>
                <a:lnTo>
                  <a:pt x="95" y="160"/>
                </a:lnTo>
                <a:lnTo>
                  <a:pt x="93" y="154"/>
                </a:lnTo>
                <a:lnTo>
                  <a:pt x="89" y="149"/>
                </a:lnTo>
                <a:lnTo>
                  <a:pt x="86" y="143"/>
                </a:lnTo>
                <a:lnTo>
                  <a:pt x="82" y="137"/>
                </a:lnTo>
                <a:lnTo>
                  <a:pt x="78" y="131"/>
                </a:lnTo>
                <a:lnTo>
                  <a:pt x="74" y="128"/>
                </a:lnTo>
                <a:lnTo>
                  <a:pt x="69" y="122"/>
                </a:lnTo>
                <a:lnTo>
                  <a:pt x="65" y="116"/>
                </a:lnTo>
                <a:lnTo>
                  <a:pt x="59" y="111"/>
                </a:lnTo>
                <a:lnTo>
                  <a:pt x="55" y="105"/>
                </a:lnTo>
                <a:lnTo>
                  <a:pt x="48" y="101"/>
                </a:lnTo>
                <a:lnTo>
                  <a:pt x="42" y="95"/>
                </a:lnTo>
                <a:lnTo>
                  <a:pt x="36" y="92"/>
                </a:lnTo>
                <a:lnTo>
                  <a:pt x="31" y="88"/>
                </a:lnTo>
                <a:lnTo>
                  <a:pt x="0" y="57"/>
                </a:lnTo>
                <a:lnTo>
                  <a:pt x="0" y="57"/>
                </a:lnTo>
                <a:close/>
              </a:path>
            </a:pathLst>
          </a:custGeom>
          <a:solidFill>
            <a:srgbClr val="4D4D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0" name="Freeform 68"/>
          <p:cNvSpPr>
            <a:spLocks/>
          </p:cNvSpPr>
          <p:nvPr/>
        </p:nvSpPr>
        <p:spPr bwMode="auto">
          <a:xfrm>
            <a:off x="1770063" y="935038"/>
            <a:ext cx="568325" cy="550863"/>
          </a:xfrm>
          <a:custGeom>
            <a:avLst/>
            <a:gdLst>
              <a:gd name="T0" fmla="*/ 5 w 716"/>
              <a:gd name="T1" fmla="*/ 0 h 694"/>
              <a:gd name="T2" fmla="*/ 22 w 716"/>
              <a:gd name="T3" fmla="*/ 0 h 694"/>
              <a:gd name="T4" fmla="*/ 43 w 716"/>
              <a:gd name="T5" fmla="*/ 2 h 694"/>
              <a:gd name="T6" fmla="*/ 74 w 716"/>
              <a:gd name="T7" fmla="*/ 6 h 694"/>
              <a:gd name="T8" fmla="*/ 110 w 716"/>
              <a:gd name="T9" fmla="*/ 12 h 694"/>
              <a:gd name="T10" fmla="*/ 148 w 716"/>
              <a:gd name="T11" fmla="*/ 19 h 694"/>
              <a:gd name="T12" fmla="*/ 192 w 716"/>
              <a:gd name="T13" fmla="*/ 29 h 694"/>
              <a:gd name="T14" fmla="*/ 237 w 716"/>
              <a:gd name="T15" fmla="*/ 44 h 694"/>
              <a:gd name="T16" fmla="*/ 287 w 716"/>
              <a:gd name="T17" fmla="*/ 63 h 694"/>
              <a:gd name="T18" fmla="*/ 336 w 716"/>
              <a:gd name="T19" fmla="*/ 84 h 694"/>
              <a:gd name="T20" fmla="*/ 387 w 716"/>
              <a:gd name="T21" fmla="*/ 109 h 694"/>
              <a:gd name="T22" fmla="*/ 437 w 716"/>
              <a:gd name="T23" fmla="*/ 139 h 694"/>
              <a:gd name="T24" fmla="*/ 484 w 716"/>
              <a:gd name="T25" fmla="*/ 175 h 694"/>
              <a:gd name="T26" fmla="*/ 530 w 716"/>
              <a:gd name="T27" fmla="*/ 215 h 694"/>
              <a:gd name="T28" fmla="*/ 574 w 716"/>
              <a:gd name="T29" fmla="*/ 263 h 694"/>
              <a:gd name="T30" fmla="*/ 612 w 716"/>
              <a:gd name="T31" fmla="*/ 318 h 694"/>
              <a:gd name="T32" fmla="*/ 646 w 716"/>
              <a:gd name="T33" fmla="*/ 379 h 694"/>
              <a:gd name="T34" fmla="*/ 674 w 716"/>
              <a:gd name="T35" fmla="*/ 443 h 694"/>
              <a:gd name="T36" fmla="*/ 695 w 716"/>
              <a:gd name="T37" fmla="*/ 519 h 694"/>
              <a:gd name="T38" fmla="*/ 709 w 716"/>
              <a:gd name="T39" fmla="*/ 603 h 694"/>
              <a:gd name="T40" fmla="*/ 716 w 716"/>
              <a:gd name="T41" fmla="*/ 694 h 694"/>
              <a:gd name="T42" fmla="*/ 697 w 716"/>
              <a:gd name="T43" fmla="*/ 610 h 694"/>
              <a:gd name="T44" fmla="*/ 695 w 716"/>
              <a:gd name="T45" fmla="*/ 599 h 694"/>
              <a:gd name="T46" fmla="*/ 691 w 716"/>
              <a:gd name="T47" fmla="*/ 582 h 694"/>
              <a:gd name="T48" fmla="*/ 688 w 716"/>
              <a:gd name="T49" fmla="*/ 561 h 694"/>
              <a:gd name="T50" fmla="*/ 682 w 716"/>
              <a:gd name="T51" fmla="*/ 538 h 694"/>
              <a:gd name="T52" fmla="*/ 674 w 716"/>
              <a:gd name="T53" fmla="*/ 508 h 694"/>
              <a:gd name="T54" fmla="*/ 663 w 716"/>
              <a:gd name="T55" fmla="*/ 475 h 694"/>
              <a:gd name="T56" fmla="*/ 650 w 716"/>
              <a:gd name="T57" fmla="*/ 443 h 694"/>
              <a:gd name="T58" fmla="*/ 633 w 716"/>
              <a:gd name="T59" fmla="*/ 407 h 694"/>
              <a:gd name="T60" fmla="*/ 614 w 716"/>
              <a:gd name="T61" fmla="*/ 369 h 694"/>
              <a:gd name="T62" fmla="*/ 589 w 716"/>
              <a:gd name="T63" fmla="*/ 331 h 694"/>
              <a:gd name="T64" fmla="*/ 558 w 716"/>
              <a:gd name="T65" fmla="*/ 293 h 694"/>
              <a:gd name="T66" fmla="*/ 526 w 716"/>
              <a:gd name="T67" fmla="*/ 255 h 694"/>
              <a:gd name="T68" fmla="*/ 486 w 716"/>
              <a:gd name="T69" fmla="*/ 217 h 694"/>
              <a:gd name="T70" fmla="*/ 442 w 716"/>
              <a:gd name="T71" fmla="*/ 181 h 694"/>
              <a:gd name="T72" fmla="*/ 393 w 716"/>
              <a:gd name="T73" fmla="*/ 147 h 694"/>
              <a:gd name="T74" fmla="*/ 336 w 716"/>
              <a:gd name="T75" fmla="*/ 116 h 694"/>
              <a:gd name="T76" fmla="*/ 273 w 716"/>
              <a:gd name="T77" fmla="*/ 88 h 694"/>
              <a:gd name="T78" fmla="*/ 203 w 716"/>
              <a:gd name="T79" fmla="*/ 63 h 694"/>
              <a:gd name="T80" fmla="*/ 125 w 716"/>
              <a:gd name="T81" fmla="*/ 44 h 694"/>
              <a:gd name="T82" fmla="*/ 43 w 716"/>
              <a:gd name="T83" fmla="*/ 29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16" h="694">
                <a:moveTo>
                  <a:pt x="0" y="0"/>
                </a:moveTo>
                <a:lnTo>
                  <a:pt x="0" y="0"/>
                </a:lnTo>
                <a:lnTo>
                  <a:pt x="5" y="0"/>
                </a:lnTo>
                <a:lnTo>
                  <a:pt x="9" y="0"/>
                </a:lnTo>
                <a:lnTo>
                  <a:pt x="15" y="0"/>
                </a:lnTo>
                <a:lnTo>
                  <a:pt x="22" y="0"/>
                </a:lnTo>
                <a:lnTo>
                  <a:pt x="28" y="2"/>
                </a:lnTo>
                <a:lnTo>
                  <a:pt x="36" y="2"/>
                </a:lnTo>
                <a:lnTo>
                  <a:pt x="43" y="2"/>
                </a:lnTo>
                <a:lnTo>
                  <a:pt x="53" y="2"/>
                </a:lnTo>
                <a:lnTo>
                  <a:pt x="64" y="4"/>
                </a:lnTo>
                <a:lnTo>
                  <a:pt x="74" y="6"/>
                </a:lnTo>
                <a:lnTo>
                  <a:pt x="85" y="8"/>
                </a:lnTo>
                <a:lnTo>
                  <a:pt x="96" y="10"/>
                </a:lnTo>
                <a:lnTo>
                  <a:pt x="110" y="12"/>
                </a:lnTo>
                <a:lnTo>
                  <a:pt x="121" y="13"/>
                </a:lnTo>
                <a:lnTo>
                  <a:pt x="134" y="15"/>
                </a:lnTo>
                <a:lnTo>
                  <a:pt x="148" y="19"/>
                </a:lnTo>
                <a:lnTo>
                  <a:pt x="163" y="23"/>
                </a:lnTo>
                <a:lnTo>
                  <a:pt x="176" y="25"/>
                </a:lnTo>
                <a:lnTo>
                  <a:pt x="192" y="29"/>
                </a:lnTo>
                <a:lnTo>
                  <a:pt x="207" y="34"/>
                </a:lnTo>
                <a:lnTo>
                  <a:pt x="222" y="40"/>
                </a:lnTo>
                <a:lnTo>
                  <a:pt x="237" y="44"/>
                </a:lnTo>
                <a:lnTo>
                  <a:pt x="254" y="50"/>
                </a:lnTo>
                <a:lnTo>
                  <a:pt x="269" y="55"/>
                </a:lnTo>
                <a:lnTo>
                  <a:pt x="287" y="63"/>
                </a:lnTo>
                <a:lnTo>
                  <a:pt x="302" y="69"/>
                </a:lnTo>
                <a:lnTo>
                  <a:pt x="319" y="76"/>
                </a:lnTo>
                <a:lnTo>
                  <a:pt x="336" y="84"/>
                </a:lnTo>
                <a:lnTo>
                  <a:pt x="353" y="91"/>
                </a:lnTo>
                <a:lnTo>
                  <a:pt x="370" y="99"/>
                </a:lnTo>
                <a:lnTo>
                  <a:pt x="387" y="109"/>
                </a:lnTo>
                <a:lnTo>
                  <a:pt x="403" y="118"/>
                </a:lnTo>
                <a:lnTo>
                  <a:pt x="420" y="128"/>
                </a:lnTo>
                <a:lnTo>
                  <a:pt x="437" y="139"/>
                </a:lnTo>
                <a:lnTo>
                  <a:pt x="452" y="150"/>
                </a:lnTo>
                <a:lnTo>
                  <a:pt x="469" y="162"/>
                </a:lnTo>
                <a:lnTo>
                  <a:pt x="484" y="175"/>
                </a:lnTo>
                <a:lnTo>
                  <a:pt x="499" y="186"/>
                </a:lnTo>
                <a:lnTo>
                  <a:pt x="517" y="202"/>
                </a:lnTo>
                <a:lnTo>
                  <a:pt x="530" y="215"/>
                </a:lnTo>
                <a:lnTo>
                  <a:pt x="545" y="230"/>
                </a:lnTo>
                <a:lnTo>
                  <a:pt x="558" y="245"/>
                </a:lnTo>
                <a:lnTo>
                  <a:pt x="574" y="263"/>
                </a:lnTo>
                <a:lnTo>
                  <a:pt x="587" y="280"/>
                </a:lnTo>
                <a:lnTo>
                  <a:pt x="600" y="299"/>
                </a:lnTo>
                <a:lnTo>
                  <a:pt x="612" y="318"/>
                </a:lnTo>
                <a:lnTo>
                  <a:pt x="625" y="337"/>
                </a:lnTo>
                <a:lnTo>
                  <a:pt x="634" y="356"/>
                </a:lnTo>
                <a:lnTo>
                  <a:pt x="646" y="379"/>
                </a:lnTo>
                <a:lnTo>
                  <a:pt x="655" y="399"/>
                </a:lnTo>
                <a:lnTo>
                  <a:pt x="665" y="422"/>
                </a:lnTo>
                <a:lnTo>
                  <a:pt x="674" y="443"/>
                </a:lnTo>
                <a:lnTo>
                  <a:pt x="682" y="470"/>
                </a:lnTo>
                <a:lnTo>
                  <a:pt x="690" y="494"/>
                </a:lnTo>
                <a:lnTo>
                  <a:pt x="695" y="519"/>
                </a:lnTo>
                <a:lnTo>
                  <a:pt x="701" y="546"/>
                </a:lnTo>
                <a:lnTo>
                  <a:pt x="707" y="574"/>
                </a:lnTo>
                <a:lnTo>
                  <a:pt x="709" y="603"/>
                </a:lnTo>
                <a:lnTo>
                  <a:pt x="712" y="633"/>
                </a:lnTo>
                <a:lnTo>
                  <a:pt x="714" y="662"/>
                </a:lnTo>
                <a:lnTo>
                  <a:pt x="716" y="694"/>
                </a:lnTo>
                <a:lnTo>
                  <a:pt x="697" y="616"/>
                </a:lnTo>
                <a:lnTo>
                  <a:pt x="697" y="614"/>
                </a:lnTo>
                <a:lnTo>
                  <a:pt x="697" y="610"/>
                </a:lnTo>
                <a:lnTo>
                  <a:pt x="695" y="607"/>
                </a:lnTo>
                <a:lnTo>
                  <a:pt x="695" y="605"/>
                </a:lnTo>
                <a:lnTo>
                  <a:pt x="695" y="599"/>
                </a:lnTo>
                <a:lnTo>
                  <a:pt x="695" y="595"/>
                </a:lnTo>
                <a:lnTo>
                  <a:pt x="693" y="588"/>
                </a:lnTo>
                <a:lnTo>
                  <a:pt x="691" y="582"/>
                </a:lnTo>
                <a:lnTo>
                  <a:pt x="691" y="576"/>
                </a:lnTo>
                <a:lnTo>
                  <a:pt x="690" y="571"/>
                </a:lnTo>
                <a:lnTo>
                  <a:pt x="688" y="561"/>
                </a:lnTo>
                <a:lnTo>
                  <a:pt x="686" y="553"/>
                </a:lnTo>
                <a:lnTo>
                  <a:pt x="684" y="546"/>
                </a:lnTo>
                <a:lnTo>
                  <a:pt x="682" y="538"/>
                </a:lnTo>
                <a:lnTo>
                  <a:pt x="680" y="527"/>
                </a:lnTo>
                <a:lnTo>
                  <a:pt x="676" y="517"/>
                </a:lnTo>
                <a:lnTo>
                  <a:pt x="674" y="508"/>
                </a:lnTo>
                <a:lnTo>
                  <a:pt x="671" y="498"/>
                </a:lnTo>
                <a:lnTo>
                  <a:pt x="667" y="487"/>
                </a:lnTo>
                <a:lnTo>
                  <a:pt x="663" y="475"/>
                </a:lnTo>
                <a:lnTo>
                  <a:pt x="659" y="466"/>
                </a:lnTo>
                <a:lnTo>
                  <a:pt x="655" y="455"/>
                </a:lnTo>
                <a:lnTo>
                  <a:pt x="650" y="443"/>
                </a:lnTo>
                <a:lnTo>
                  <a:pt x="644" y="430"/>
                </a:lnTo>
                <a:lnTo>
                  <a:pt x="638" y="418"/>
                </a:lnTo>
                <a:lnTo>
                  <a:pt x="633" y="407"/>
                </a:lnTo>
                <a:lnTo>
                  <a:pt x="627" y="394"/>
                </a:lnTo>
                <a:lnTo>
                  <a:pt x="619" y="382"/>
                </a:lnTo>
                <a:lnTo>
                  <a:pt x="614" y="369"/>
                </a:lnTo>
                <a:lnTo>
                  <a:pt x="606" y="358"/>
                </a:lnTo>
                <a:lnTo>
                  <a:pt x="596" y="344"/>
                </a:lnTo>
                <a:lnTo>
                  <a:pt x="589" y="331"/>
                </a:lnTo>
                <a:lnTo>
                  <a:pt x="579" y="318"/>
                </a:lnTo>
                <a:lnTo>
                  <a:pt x="570" y="306"/>
                </a:lnTo>
                <a:lnTo>
                  <a:pt x="558" y="293"/>
                </a:lnTo>
                <a:lnTo>
                  <a:pt x="549" y="280"/>
                </a:lnTo>
                <a:lnTo>
                  <a:pt x="538" y="266"/>
                </a:lnTo>
                <a:lnTo>
                  <a:pt x="526" y="255"/>
                </a:lnTo>
                <a:lnTo>
                  <a:pt x="513" y="242"/>
                </a:lnTo>
                <a:lnTo>
                  <a:pt x="499" y="228"/>
                </a:lnTo>
                <a:lnTo>
                  <a:pt x="486" y="217"/>
                </a:lnTo>
                <a:lnTo>
                  <a:pt x="473" y="206"/>
                </a:lnTo>
                <a:lnTo>
                  <a:pt x="458" y="192"/>
                </a:lnTo>
                <a:lnTo>
                  <a:pt x="442" y="181"/>
                </a:lnTo>
                <a:lnTo>
                  <a:pt x="427" y="169"/>
                </a:lnTo>
                <a:lnTo>
                  <a:pt x="410" y="160"/>
                </a:lnTo>
                <a:lnTo>
                  <a:pt x="393" y="147"/>
                </a:lnTo>
                <a:lnTo>
                  <a:pt x="374" y="137"/>
                </a:lnTo>
                <a:lnTo>
                  <a:pt x="355" y="126"/>
                </a:lnTo>
                <a:lnTo>
                  <a:pt x="336" y="116"/>
                </a:lnTo>
                <a:lnTo>
                  <a:pt x="315" y="107"/>
                </a:lnTo>
                <a:lnTo>
                  <a:pt x="294" y="97"/>
                </a:lnTo>
                <a:lnTo>
                  <a:pt x="273" y="88"/>
                </a:lnTo>
                <a:lnTo>
                  <a:pt x="250" y="80"/>
                </a:lnTo>
                <a:lnTo>
                  <a:pt x="226" y="71"/>
                </a:lnTo>
                <a:lnTo>
                  <a:pt x="203" y="63"/>
                </a:lnTo>
                <a:lnTo>
                  <a:pt x="178" y="55"/>
                </a:lnTo>
                <a:lnTo>
                  <a:pt x="153" y="50"/>
                </a:lnTo>
                <a:lnTo>
                  <a:pt x="125" y="44"/>
                </a:lnTo>
                <a:lnTo>
                  <a:pt x="98" y="38"/>
                </a:lnTo>
                <a:lnTo>
                  <a:pt x="70" y="33"/>
                </a:lnTo>
                <a:lnTo>
                  <a:pt x="43" y="29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252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1" name="Freeform 69"/>
          <p:cNvSpPr>
            <a:spLocks/>
          </p:cNvSpPr>
          <p:nvPr/>
        </p:nvSpPr>
        <p:spPr bwMode="auto">
          <a:xfrm>
            <a:off x="1428751" y="1163638"/>
            <a:ext cx="795338" cy="822325"/>
          </a:xfrm>
          <a:custGeom>
            <a:avLst/>
            <a:gdLst>
              <a:gd name="T0" fmla="*/ 243 w 1002"/>
              <a:gd name="T1" fmla="*/ 1023 h 1036"/>
              <a:gd name="T2" fmla="*/ 209 w 1002"/>
              <a:gd name="T3" fmla="*/ 998 h 1036"/>
              <a:gd name="T4" fmla="*/ 167 w 1002"/>
              <a:gd name="T5" fmla="*/ 962 h 1036"/>
              <a:gd name="T6" fmla="*/ 120 w 1002"/>
              <a:gd name="T7" fmla="*/ 913 h 1036"/>
              <a:gd name="T8" fmla="*/ 74 w 1002"/>
              <a:gd name="T9" fmla="*/ 850 h 1036"/>
              <a:gd name="T10" fmla="*/ 34 w 1002"/>
              <a:gd name="T11" fmla="*/ 770 h 1036"/>
              <a:gd name="T12" fmla="*/ 9 w 1002"/>
              <a:gd name="T13" fmla="*/ 679 h 1036"/>
              <a:gd name="T14" fmla="*/ 2 w 1002"/>
              <a:gd name="T15" fmla="*/ 573 h 1036"/>
              <a:gd name="T16" fmla="*/ 19 w 1002"/>
              <a:gd name="T17" fmla="*/ 453 h 1036"/>
              <a:gd name="T18" fmla="*/ 64 w 1002"/>
              <a:gd name="T19" fmla="*/ 316 h 1036"/>
              <a:gd name="T20" fmla="*/ 95 w 1002"/>
              <a:gd name="T21" fmla="*/ 255 h 1036"/>
              <a:gd name="T22" fmla="*/ 120 w 1002"/>
              <a:gd name="T23" fmla="*/ 223 h 1036"/>
              <a:gd name="T24" fmla="*/ 160 w 1002"/>
              <a:gd name="T25" fmla="*/ 179 h 1036"/>
              <a:gd name="T26" fmla="*/ 215 w 1002"/>
              <a:gd name="T27" fmla="*/ 130 h 1036"/>
              <a:gd name="T28" fmla="*/ 281 w 1002"/>
              <a:gd name="T29" fmla="*/ 80 h 1036"/>
              <a:gd name="T30" fmla="*/ 363 w 1002"/>
              <a:gd name="T31" fmla="*/ 36 h 1036"/>
              <a:gd name="T32" fmla="*/ 458 w 1002"/>
              <a:gd name="T33" fmla="*/ 8 h 1036"/>
              <a:gd name="T34" fmla="*/ 564 w 1002"/>
              <a:gd name="T35" fmla="*/ 0 h 1036"/>
              <a:gd name="T36" fmla="*/ 682 w 1002"/>
              <a:gd name="T37" fmla="*/ 17 h 1036"/>
              <a:gd name="T38" fmla="*/ 812 w 1002"/>
              <a:gd name="T39" fmla="*/ 69 h 1036"/>
              <a:gd name="T40" fmla="*/ 909 w 1002"/>
              <a:gd name="T41" fmla="*/ 131 h 1036"/>
              <a:gd name="T42" fmla="*/ 929 w 1002"/>
              <a:gd name="T43" fmla="*/ 156 h 1036"/>
              <a:gd name="T44" fmla="*/ 960 w 1002"/>
              <a:gd name="T45" fmla="*/ 202 h 1036"/>
              <a:gd name="T46" fmla="*/ 979 w 1002"/>
              <a:gd name="T47" fmla="*/ 238 h 1036"/>
              <a:gd name="T48" fmla="*/ 988 w 1002"/>
              <a:gd name="T49" fmla="*/ 268 h 1036"/>
              <a:gd name="T50" fmla="*/ 998 w 1002"/>
              <a:gd name="T51" fmla="*/ 301 h 1036"/>
              <a:gd name="T52" fmla="*/ 1002 w 1002"/>
              <a:gd name="T53" fmla="*/ 335 h 1036"/>
              <a:gd name="T54" fmla="*/ 1002 w 1002"/>
              <a:gd name="T55" fmla="*/ 369 h 1036"/>
              <a:gd name="T56" fmla="*/ 973 w 1002"/>
              <a:gd name="T57" fmla="*/ 306 h 1036"/>
              <a:gd name="T58" fmla="*/ 964 w 1002"/>
              <a:gd name="T59" fmla="*/ 278 h 1036"/>
              <a:gd name="T60" fmla="*/ 950 w 1002"/>
              <a:gd name="T61" fmla="*/ 244 h 1036"/>
              <a:gd name="T62" fmla="*/ 929 w 1002"/>
              <a:gd name="T63" fmla="*/ 206 h 1036"/>
              <a:gd name="T64" fmla="*/ 901 w 1002"/>
              <a:gd name="T65" fmla="*/ 166 h 1036"/>
              <a:gd name="T66" fmla="*/ 861 w 1002"/>
              <a:gd name="T67" fmla="*/ 126 h 1036"/>
              <a:gd name="T68" fmla="*/ 812 w 1002"/>
              <a:gd name="T69" fmla="*/ 90 h 1036"/>
              <a:gd name="T70" fmla="*/ 747 w 1002"/>
              <a:gd name="T71" fmla="*/ 59 h 1036"/>
              <a:gd name="T72" fmla="*/ 669 w 1002"/>
              <a:gd name="T73" fmla="*/ 36 h 1036"/>
              <a:gd name="T74" fmla="*/ 578 w 1002"/>
              <a:gd name="T75" fmla="*/ 23 h 1036"/>
              <a:gd name="T76" fmla="*/ 483 w 1002"/>
              <a:gd name="T77" fmla="*/ 25 h 1036"/>
              <a:gd name="T78" fmla="*/ 399 w 1002"/>
              <a:gd name="T79" fmla="*/ 44 h 1036"/>
              <a:gd name="T80" fmla="*/ 325 w 1002"/>
              <a:gd name="T81" fmla="*/ 74 h 1036"/>
              <a:gd name="T82" fmla="*/ 260 w 1002"/>
              <a:gd name="T83" fmla="*/ 118 h 1036"/>
              <a:gd name="T84" fmla="*/ 205 w 1002"/>
              <a:gd name="T85" fmla="*/ 166 h 1036"/>
              <a:gd name="T86" fmla="*/ 160 w 1002"/>
              <a:gd name="T87" fmla="*/ 217 h 1036"/>
              <a:gd name="T88" fmla="*/ 122 w 1002"/>
              <a:gd name="T89" fmla="*/ 270 h 1036"/>
              <a:gd name="T90" fmla="*/ 93 w 1002"/>
              <a:gd name="T91" fmla="*/ 320 h 1036"/>
              <a:gd name="T92" fmla="*/ 74 w 1002"/>
              <a:gd name="T93" fmla="*/ 361 h 1036"/>
              <a:gd name="T94" fmla="*/ 61 w 1002"/>
              <a:gd name="T95" fmla="*/ 396 h 1036"/>
              <a:gd name="T96" fmla="*/ 53 w 1002"/>
              <a:gd name="T97" fmla="*/ 428 h 1036"/>
              <a:gd name="T98" fmla="*/ 47 w 1002"/>
              <a:gd name="T99" fmla="*/ 458 h 1036"/>
              <a:gd name="T100" fmla="*/ 40 w 1002"/>
              <a:gd name="T101" fmla="*/ 498 h 1036"/>
              <a:gd name="T102" fmla="*/ 36 w 1002"/>
              <a:gd name="T103" fmla="*/ 544 h 1036"/>
              <a:gd name="T104" fmla="*/ 36 w 1002"/>
              <a:gd name="T105" fmla="*/ 595 h 1036"/>
              <a:gd name="T106" fmla="*/ 40 w 1002"/>
              <a:gd name="T107" fmla="*/ 652 h 1036"/>
              <a:gd name="T108" fmla="*/ 51 w 1002"/>
              <a:gd name="T109" fmla="*/ 711 h 1036"/>
              <a:gd name="T110" fmla="*/ 70 w 1002"/>
              <a:gd name="T111" fmla="*/ 770 h 1036"/>
              <a:gd name="T112" fmla="*/ 99 w 1002"/>
              <a:gd name="T113" fmla="*/ 831 h 1036"/>
              <a:gd name="T114" fmla="*/ 141 w 1002"/>
              <a:gd name="T115" fmla="*/ 892 h 1036"/>
              <a:gd name="T116" fmla="*/ 186 w 1002"/>
              <a:gd name="T117" fmla="*/ 943 h 1036"/>
              <a:gd name="T118" fmla="*/ 220 w 1002"/>
              <a:gd name="T119" fmla="*/ 972 h 1036"/>
              <a:gd name="T120" fmla="*/ 251 w 1002"/>
              <a:gd name="T121" fmla="*/ 995 h 1036"/>
              <a:gd name="T122" fmla="*/ 283 w 1002"/>
              <a:gd name="T123" fmla="*/ 1015 h 10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002" h="1036">
                <a:moveTo>
                  <a:pt x="302" y="1021"/>
                </a:moveTo>
                <a:lnTo>
                  <a:pt x="262" y="1036"/>
                </a:lnTo>
                <a:lnTo>
                  <a:pt x="260" y="1034"/>
                </a:lnTo>
                <a:lnTo>
                  <a:pt x="257" y="1033"/>
                </a:lnTo>
                <a:lnTo>
                  <a:pt x="251" y="1029"/>
                </a:lnTo>
                <a:lnTo>
                  <a:pt x="243" y="1023"/>
                </a:lnTo>
                <a:lnTo>
                  <a:pt x="237" y="1019"/>
                </a:lnTo>
                <a:lnTo>
                  <a:pt x="234" y="1015"/>
                </a:lnTo>
                <a:lnTo>
                  <a:pt x="228" y="1012"/>
                </a:lnTo>
                <a:lnTo>
                  <a:pt x="222" y="1010"/>
                </a:lnTo>
                <a:lnTo>
                  <a:pt x="215" y="1004"/>
                </a:lnTo>
                <a:lnTo>
                  <a:pt x="209" y="998"/>
                </a:lnTo>
                <a:lnTo>
                  <a:pt x="203" y="995"/>
                </a:lnTo>
                <a:lnTo>
                  <a:pt x="198" y="989"/>
                </a:lnTo>
                <a:lnTo>
                  <a:pt x="188" y="983"/>
                </a:lnTo>
                <a:lnTo>
                  <a:pt x="182" y="977"/>
                </a:lnTo>
                <a:lnTo>
                  <a:pt x="175" y="970"/>
                </a:lnTo>
                <a:lnTo>
                  <a:pt x="167" y="962"/>
                </a:lnTo>
                <a:lnTo>
                  <a:pt x="160" y="955"/>
                </a:lnTo>
                <a:lnTo>
                  <a:pt x="150" y="947"/>
                </a:lnTo>
                <a:lnTo>
                  <a:pt x="142" y="939"/>
                </a:lnTo>
                <a:lnTo>
                  <a:pt x="135" y="932"/>
                </a:lnTo>
                <a:lnTo>
                  <a:pt x="127" y="922"/>
                </a:lnTo>
                <a:lnTo>
                  <a:pt x="120" y="913"/>
                </a:lnTo>
                <a:lnTo>
                  <a:pt x="110" y="903"/>
                </a:lnTo>
                <a:lnTo>
                  <a:pt x="104" y="894"/>
                </a:lnTo>
                <a:lnTo>
                  <a:pt x="95" y="882"/>
                </a:lnTo>
                <a:lnTo>
                  <a:pt x="89" y="871"/>
                </a:lnTo>
                <a:lnTo>
                  <a:pt x="82" y="861"/>
                </a:lnTo>
                <a:lnTo>
                  <a:pt x="74" y="850"/>
                </a:lnTo>
                <a:lnTo>
                  <a:pt x="68" y="837"/>
                </a:lnTo>
                <a:lnTo>
                  <a:pt x="61" y="825"/>
                </a:lnTo>
                <a:lnTo>
                  <a:pt x="53" y="812"/>
                </a:lnTo>
                <a:lnTo>
                  <a:pt x="47" y="799"/>
                </a:lnTo>
                <a:lnTo>
                  <a:pt x="40" y="785"/>
                </a:lnTo>
                <a:lnTo>
                  <a:pt x="34" y="770"/>
                </a:lnTo>
                <a:lnTo>
                  <a:pt x="28" y="757"/>
                </a:lnTo>
                <a:lnTo>
                  <a:pt x="25" y="742"/>
                </a:lnTo>
                <a:lnTo>
                  <a:pt x="21" y="727"/>
                </a:lnTo>
                <a:lnTo>
                  <a:pt x="15" y="711"/>
                </a:lnTo>
                <a:lnTo>
                  <a:pt x="11" y="694"/>
                </a:lnTo>
                <a:lnTo>
                  <a:pt x="9" y="679"/>
                </a:lnTo>
                <a:lnTo>
                  <a:pt x="6" y="662"/>
                </a:lnTo>
                <a:lnTo>
                  <a:pt x="4" y="645"/>
                </a:lnTo>
                <a:lnTo>
                  <a:pt x="2" y="628"/>
                </a:lnTo>
                <a:lnTo>
                  <a:pt x="2" y="611"/>
                </a:lnTo>
                <a:lnTo>
                  <a:pt x="0" y="592"/>
                </a:lnTo>
                <a:lnTo>
                  <a:pt x="2" y="573"/>
                </a:lnTo>
                <a:lnTo>
                  <a:pt x="2" y="553"/>
                </a:lnTo>
                <a:lnTo>
                  <a:pt x="4" y="534"/>
                </a:lnTo>
                <a:lnTo>
                  <a:pt x="6" y="514"/>
                </a:lnTo>
                <a:lnTo>
                  <a:pt x="9" y="495"/>
                </a:lnTo>
                <a:lnTo>
                  <a:pt x="13" y="472"/>
                </a:lnTo>
                <a:lnTo>
                  <a:pt x="19" y="453"/>
                </a:lnTo>
                <a:lnTo>
                  <a:pt x="23" y="430"/>
                </a:lnTo>
                <a:lnTo>
                  <a:pt x="30" y="409"/>
                </a:lnTo>
                <a:lnTo>
                  <a:pt x="36" y="386"/>
                </a:lnTo>
                <a:lnTo>
                  <a:pt x="45" y="363"/>
                </a:lnTo>
                <a:lnTo>
                  <a:pt x="55" y="339"/>
                </a:lnTo>
                <a:lnTo>
                  <a:pt x="64" y="316"/>
                </a:lnTo>
                <a:lnTo>
                  <a:pt x="76" y="291"/>
                </a:lnTo>
                <a:lnTo>
                  <a:pt x="89" y="268"/>
                </a:lnTo>
                <a:lnTo>
                  <a:pt x="89" y="266"/>
                </a:lnTo>
                <a:lnTo>
                  <a:pt x="91" y="263"/>
                </a:lnTo>
                <a:lnTo>
                  <a:pt x="93" y="259"/>
                </a:lnTo>
                <a:lnTo>
                  <a:pt x="95" y="255"/>
                </a:lnTo>
                <a:lnTo>
                  <a:pt x="99" y="251"/>
                </a:lnTo>
                <a:lnTo>
                  <a:pt x="103" y="247"/>
                </a:lnTo>
                <a:lnTo>
                  <a:pt x="106" y="242"/>
                </a:lnTo>
                <a:lnTo>
                  <a:pt x="110" y="236"/>
                </a:lnTo>
                <a:lnTo>
                  <a:pt x="114" y="230"/>
                </a:lnTo>
                <a:lnTo>
                  <a:pt x="120" y="223"/>
                </a:lnTo>
                <a:lnTo>
                  <a:pt x="125" y="217"/>
                </a:lnTo>
                <a:lnTo>
                  <a:pt x="131" y="209"/>
                </a:lnTo>
                <a:lnTo>
                  <a:pt x="139" y="202"/>
                </a:lnTo>
                <a:lnTo>
                  <a:pt x="144" y="196"/>
                </a:lnTo>
                <a:lnTo>
                  <a:pt x="152" y="188"/>
                </a:lnTo>
                <a:lnTo>
                  <a:pt x="160" y="179"/>
                </a:lnTo>
                <a:lnTo>
                  <a:pt x="167" y="171"/>
                </a:lnTo>
                <a:lnTo>
                  <a:pt x="177" y="164"/>
                </a:lnTo>
                <a:lnTo>
                  <a:pt x="184" y="154"/>
                </a:lnTo>
                <a:lnTo>
                  <a:pt x="194" y="147"/>
                </a:lnTo>
                <a:lnTo>
                  <a:pt x="203" y="139"/>
                </a:lnTo>
                <a:lnTo>
                  <a:pt x="215" y="130"/>
                </a:lnTo>
                <a:lnTo>
                  <a:pt x="224" y="122"/>
                </a:lnTo>
                <a:lnTo>
                  <a:pt x="236" y="112"/>
                </a:lnTo>
                <a:lnTo>
                  <a:pt x="245" y="105"/>
                </a:lnTo>
                <a:lnTo>
                  <a:pt x="258" y="97"/>
                </a:lnTo>
                <a:lnTo>
                  <a:pt x="270" y="88"/>
                </a:lnTo>
                <a:lnTo>
                  <a:pt x="281" y="80"/>
                </a:lnTo>
                <a:lnTo>
                  <a:pt x="295" y="73"/>
                </a:lnTo>
                <a:lnTo>
                  <a:pt x="308" y="65"/>
                </a:lnTo>
                <a:lnTo>
                  <a:pt x="321" y="57"/>
                </a:lnTo>
                <a:lnTo>
                  <a:pt x="334" y="50"/>
                </a:lnTo>
                <a:lnTo>
                  <a:pt x="350" y="44"/>
                </a:lnTo>
                <a:lnTo>
                  <a:pt x="363" y="36"/>
                </a:lnTo>
                <a:lnTo>
                  <a:pt x="378" y="31"/>
                </a:lnTo>
                <a:lnTo>
                  <a:pt x="393" y="25"/>
                </a:lnTo>
                <a:lnTo>
                  <a:pt x="409" y="21"/>
                </a:lnTo>
                <a:lnTo>
                  <a:pt x="426" y="17"/>
                </a:lnTo>
                <a:lnTo>
                  <a:pt x="441" y="12"/>
                </a:lnTo>
                <a:lnTo>
                  <a:pt x="458" y="8"/>
                </a:lnTo>
                <a:lnTo>
                  <a:pt x="475" y="6"/>
                </a:lnTo>
                <a:lnTo>
                  <a:pt x="492" y="2"/>
                </a:lnTo>
                <a:lnTo>
                  <a:pt x="509" y="0"/>
                </a:lnTo>
                <a:lnTo>
                  <a:pt x="528" y="0"/>
                </a:lnTo>
                <a:lnTo>
                  <a:pt x="545" y="0"/>
                </a:lnTo>
                <a:lnTo>
                  <a:pt x="564" y="0"/>
                </a:lnTo>
                <a:lnTo>
                  <a:pt x="583" y="0"/>
                </a:lnTo>
                <a:lnTo>
                  <a:pt x="603" y="2"/>
                </a:lnTo>
                <a:lnTo>
                  <a:pt x="622" y="4"/>
                </a:lnTo>
                <a:lnTo>
                  <a:pt x="642" y="8"/>
                </a:lnTo>
                <a:lnTo>
                  <a:pt x="661" y="12"/>
                </a:lnTo>
                <a:lnTo>
                  <a:pt x="682" y="17"/>
                </a:lnTo>
                <a:lnTo>
                  <a:pt x="703" y="23"/>
                </a:lnTo>
                <a:lnTo>
                  <a:pt x="724" y="31"/>
                </a:lnTo>
                <a:lnTo>
                  <a:pt x="745" y="38"/>
                </a:lnTo>
                <a:lnTo>
                  <a:pt x="768" y="48"/>
                </a:lnTo>
                <a:lnTo>
                  <a:pt x="789" y="57"/>
                </a:lnTo>
                <a:lnTo>
                  <a:pt x="812" y="69"/>
                </a:lnTo>
                <a:lnTo>
                  <a:pt x="833" y="82"/>
                </a:lnTo>
                <a:lnTo>
                  <a:pt x="857" y="95"/>
                </a:lnTo>
                <a:lnTo>
                  <a:pt x="880" y="111"/>
                </a:lnTo>
                <a:lnTo>
                  <a:pt x="903" y="126"/>
                </a:lnTo>
                <a:lnTo>
                  <a:pt x="905" y="128"/>
                </a:lnTo>
                <a:lnTo>
                  <a:pt x="909" y="131"/>
                </a:lnTo>
                <a:lnTo>
                  <a:pt x="910" y="133"/>
                </a:lnTo>
                <a:lnTo>
                  <a:pt x="912" y="137"/>
                </a:lnTo>
                <a:lnTo>
                  <a:pt x="916" y="141"/>
                </a:lnTo>
                <a:lnTo>
                  <a:pt x="922" y="147"/>
                </a:lnTo>
                <a:lnTo>
                  <a:pt x="924" y="152"/>
                </a:lnTo>
                <a:lnTo>
                  <a:pt x="929" y="156"/>
                </a:lnTo>
                <a:lnTo>
                  <a:pt x="933" y="162"/>
                </a:lnTo>
                <a:lnTo>
                  <a:pt x="939" y="169"/>
                </a:lnTo>
                <a:lnTo>
                  <a:pt x="945" y="177"/>
                </a:lnTo>
                <a:lnTo>
                  <a:pt x="949" y="185"/>
                </a:lnTo>
                <a:lnTo>
                  <a:pt x="954" y="192"/>
                </a:lnTo>
                <a:lnTo>
                  <a:pt x="960" y="202"/>
                </a:lnTo>
                <a:lnTo>
                  <a:pt x="964" y="209"/>
                </a:lnTo>
                <a:lnTo>
                  <a:pt x="968" y="219"/>
                </a:lnTo>
                <a:lnTo>
                  <a:pt x="971" y="223"/>
                </a:lnTo>
                <a:lnTo>
                  <a:pt x="973" y="228"/>
                </a:lnTo>
                <a:lnTo>
                  <a:pt x="975" y="234"/>
                </a:lnTo>
                <a:lnTo>
                  <a:pt x="979" y="238"/>
                </a:lnTo>
                <a:lnTo>
                  <a:pt x="979" y="244"/>
                </a:lnTo>
                <a:lnTo>
                  <a:pt x="983" y="247"/>
                </a:lnTo>
                <a:lnTo>
                  <a:pt x="985" y="253"/>
                </a:lnTo>
                <a:lnTo>
                  <a:pt x="987" y="257"/>
                </a:lnTo>
                <a:lnTo>
                  <a:pt x="988" y="263"/>
                </a:lnTo>
                <a:lnTo>
                  <a:pt x="988" y="268"/>
                </a:lnTo>
                <a:lnTo>
                  <a:pt x="990" y="274"/>
                </a:lnTo>
                <a:lnTo>
                  <a:pt x="994" y="280"/>
                </a:lnTo>
                <a:lnTo>
                  <a:pt x="994" y="284"/>
                </a:lnTo>
                <a:lnTo>
                  <a:pt x="996" y="291"/>
                </a:lnTo>
                <a:lnTo>
                  <a:pt x="996" y="295"/>
                </a:lnTo>
                <a:lnTo>
                  <a:pt x="998" y="301"/>
                </a:lnTo>
                <a:lnTo>
                  <a:pt x="998" y="306"/>
                </a:lnTo>
                <a:lnTo>
                  <a:pt x="1000" y="312"/>
                </a:lnTo>
                <a:lnTo>
                  <a:pt x="1000" y="318"/>
                </a:lnTo>
                <a:lnTo>
                  <a:pt x="1002" y="323"/>
                </a:lnTo>
                <a:lnTo>
                  <a:pt x="1002" y="329"/>
                </a:lnTo>
                <a:lnTo>
                  <a:pt x="1002" y="335"/>
                </a:lnTo>
                <a:lnTo>
                  <a:pt x="1002" y="339"/>
                </a:lnTo>
                <a:lnTo>
                  <a:pt x="1002" y="346"/>
                </a:lnTo>
                <a:lnTo>
                  <a:pt x="1002" y="352"/>
                </a:lnTo>
                <a:lnTo>
                  <a:pt x="1002" y="358"/>
                </a:lnTo>
                <a:lnTo>
                  <a:pt x="1002" y="363"/>
                </a:lnTo>
                <a:lnTo>
                  <a:pt x="1002" y="369"/>
                </a:lnTo>
                <a:lnTo>
                  <a:pt x="977" y="325"/>
                </a:lnTo>
                <a:lnTo>
                  <a:pt x="975" y="323"/>
                </a:lnTo>
                <a:lnTo>
                  <a:pt x="975" y="322"/>
                </a:lnTo>
                <a:lnTo>
                  <a:pt x="975" y="318"/>
                </a:lnTo>
                <a:lnTo>
                  <a:pt x="973" y="314"/>
                </a:lnTo>
                <a:lnTo>
                  <a:pt x="973" y="306"/>
                </a:lnTo>
                <a:lnTo>
                  <a:pt x="971" y="301"/>
                </a:lnTo>
                <a:lnTo>
                  <a:pt x="969" y="295"/>
                </a:lnTo>
                <a:lnTo>
                  <a:pt x="968" y="291"/>
                </a:lnTo>
                <a:lnTo>
                  <a:pt x="968" y="287"/>
                </a:lnTo>
                <a:lnTo>
                  <a:pt x="966" y="284"/>
                </a:lnTo>
                <a:lnTo>
                  <a:pt x="964" y="278"/>
                </a:lnTo>
                <a:lnTo>
                  <a:pt x="962" y="272"/>
                </a:lnTo>
                <a:lnTo>
                  <a:pt x="960" y="266"/>
                </a:lnTo>
                <a:lnTo>
                  <a:pt x="958" y="263"/>
                </a:lnTo>
                <a:lnTo>
                  <a:pt x="956" y="255"/>
                </a:lnTo>
                <a:lnTo>
                  <a:pt x="952" y="249"/>
                </a:lnTo>
                <a:lnTo>
                  <a:pt x="950" y="244"/>
                </a:lnTo>
                <a:lnTo>
                  <a:pt x="949" y="238"/>
                </a:lnTo>
                <a:lnTo>
                  <a:pt x="945" y="232"/>
                </a:lnTo>
                <a:lnTo>
                  <a:pt x="941" y="225"/>
                </a:lnTo>
                <a:lnTo>
                  <a:pt x="937" y="219"/>
                </a:lnTo>
                <a:lnTo>
                  <a:pt x="933" y="213"/>
                </a:lnTo>
                <a:lnTo>
                  <a:pt x="929" y="206"/>
                </a:lnTo>
                <a:lnTo>
                  <a:pt x="926" y="200"/>
                </a:lnTo>
                <a:lnTo>
                  <a:pt x="922" y="192"/>
                </a:lnTo>
                <a:lnTo>
                  <a:pt x="918" y="187"/>
                </a:lnTo>
                <a:lnTo>
                  <a:pt x="912" y="179"/>
                </a:lnTo>
                <a:lnTo>
                  <a:pt x="907" y="173"/>
                </a:lnTo>
                <a:lnTo>
                  <a:pt x="901" y="166"/>
                </a:lnTo>
                <a:lnTo>
                  <a:pt x="895" y="160"/>
                </a:lnTo>
                <a:lnTo>
                  <a:pt x="890" y="152"/>
                </a:lnTo>
                <a:lnTo>
                  <a:pt x="882" y="147"/>
                </a:lnTo>
                <a:lnTo>
                  <a:pt x="876" y="139"/>
                </a:lnTo>
                <a:lnTo>
                  <a:pt x="869" y="133"/>
                </a:lnTo>
                <a:lnTo>
                  <a:pt x="861" y="126"/>
                </a:lnTo>
                <a:lnTo>
                  <a:pt x="853" y="120"/>
                </a:lnTo>
                <a:lnTo>
                  <a:pt x="846" y="112"/>
                </a:lnTo>
                <a:lnTo>
                  <a:pt x="838" y="107"/>
                </a:lnTo>
                <a:lnTo>
                  <a:pt x="829" y="101"/>
                </a:lnTo>
                <a:lnTo>
                  <a:pt x="821" y="95"/>
                </a:lnTo>
                <a:lnTo>
                  <a:pt x="812" y="90"/>
                </a:lnTo>
                <a:lnTo>
                  <a:pt x="802" y="84"/>
                </a:lnTo>
                <a:lnTo>
                  <a:pt x="791" y="80"/>
                </a:lnTo>
                <a:lnTo>
                  <a:pt x="781" y="74"/>
                </a:lnTo>
                <a:lnTo>
                  <a:pt x="770" y="69"/>
                </a:lnTo>
                <a:lnTo>
                  <a:pt x="760" y="63"/>
                </a:lnTo>
                <a:lnTo>
                  <a:pt x="747" y="59"/>
                </a:lnTo>
                <a:lnTo>
                  <a:pt x="736" y="53"/>
                </a:lnTo>
                <a:lnTo>
                  <a:pt x="724" y="50"/>
                </a:lnTo>
                <a:lnTo>
                  <a:pt x="711" y="46"/>
                </a:lnTo>
                <a:lnTo>
                  <a:pt x="698" y="42"/>
                </a:lnTo>
                <a:lnTo>
                  <a:pt x="684" y="38"/>
                </a:lnTo>
                <a:lnTo>
                  <a:pt x="669" y="36"/>
                </a:lnTo>
                <a:lnTo>
                  <a:pt x="656" y="33"/>
                </a:lnTo>
                <a:lnTo>
                  <a:pt x="641" y="31"/>
                </a:lnTo>
                <a:lnTo>
                  <a:pt x="625" y="29"/>
                </a:lnTo>
                <a:lnTo>
                  <a:pt x="610" y="25"/>
                </a:lnTo>
                <a:lnTo>
                  <a:pt x="595" y="25"/>
                </a:lnTo>
                <a:lnTo>
                  <a:pt x="578" y="23"/>
                </a:lnTo>
                <a:lnTo>
                  <a:pt x="561" y="21"/>
                </a:lnTo>
                <a:lnTo>
                  <a:pt x="544" y="21"/>
                </a:lnTo>
                <a:lnTo>
                  <a:pt x="528" y="21"/>
                </a:lnTo>
                <a:lnTo>
                  <a:pt x="513" y="21"/>
                </a:lnTo>
                <a:lnTo>
                  <a:pt x="498" y="23"/>
                </a:lnTo>
                <a:lnTo>
                  <a:pt x="483" y="25"/>
                </a:lnTo>
                <a:lnTo>
                  <a:pt x="469" y="27"/>
                </a:lnTo>
                <a:lnTo>
                  <a:pt x="454" y="31"/>
                </a:lnTo>
                <a:lnTo>
                  <a:pt x="439" y="33"/>
                </a:lnTo>
                <a:lnTo>
                  <a:pt x="426" y="36"/>
                </a:lnTo>
                <a:lnTo>
                  <a:pt x="412" y="40"/>
                </a:lnTo>
                <a:lnTo>
                  <a:pt x="399" y="44"/>
                </a:lnTo>
                <a:lnTo>
                  <a:pt x="386" y="48"/>
                </a:lnTo>
                <a:lnTo>
                  <a:pt x="374" y="53"/>
                </a:lnTo>
                <a:lnTo>
                  <a:pt x="363" y="59"/>
                </a:lnTo>
                <a:lnTo>
                  <a:pt x="350" y="63"/>
                </a:lnTo>
                <a:lnTo>
                  <a:pt x="336" y="69"/>
                </a:lnTo>
                <a:lnTo>
                  <a:pt x="325" y="74"/>
                </a:lnTo>
                <a:lnTo>
                  <a:pt x="314" y="82"/>
                </a:lnTo>
                <a:lnTo>
                  <a:pt x="302" y="88"/>
                </a:lnTo>
                <a:lnTo>
                  <a:pt x="293" y="95"/>
                </a:lnTo>
                <a:lnTo>
                  <a:pt x="281" y="103"/>
                </a:lnTo>
                <a:lnTo>
                  <a:pt x="272" y="111"/>
                </a:lnTo>
                <a:lnTo>
                  <a:pt x="260" y="118"/>
                </a:lnTo>
                <a:lnTo>
                  <a:pt x="251" y="124"/>
                </a:lnTo>
                <a:lnTo>
                  <a:pt x="241" y="133"/>
                </a:lnTo>
                <a:lnTo>
                  <a:pt x="232" y="141"/>
                </a:lnTo>
                <a:lnTo>
                  <a:pt x="222" y="149"/>
                </a:lnTo>
                <a:lnTo>
                  <a:pt x="215" y="158"/>
                </a:lnTo>
                <a:lnTo>
                  <a:pt x="205" y="166"/>
                </a:lnTo>
                <a:lnTo>
                  <a:pt x="199" y="175"/>
                </a:lnTo>
                <a:lnTo>
                  <a:pt x="190" y="183"/>
                </a:lnTo>
                <a:lnTo>
                  <a:pt x="182" y="192"/>
                </a:lnTo>
                <a:lnTo>
                  <a:pt x="175" y="200"/>
                </a:lnTo>
                <a:lnTo>
                  <a:pt x="167" y="209"/>
                </a:lnTo>
                <a:lnTo>
                  <a:pt x="160" y="217"/>
                </a:lnTo>
                <a:lnTo>
                  <a:pt x="152" y="226"/>
                </a:lnTo>
                <a:lnTo>
                  <a:pt x="146" y="234"/>
                </a:lnTo>
                <a:lnTo>
                  <a:pt x="141" y="246"/>
                </a:lnTo>
                <a:lnTo>
                  <a:pt x="133" y="253"/>
                </a:lnTo>
                <a:lnTo>
                  <a:pt x="127" y="263"/>
                </a:lnTo>
                <a:lnTo>
                  <a:pt x="122" y="270"/>
                </a:lnTo>
                <a:lnTo>
                  <a:pt x="116" y="278"/>
                </a:lnTo>
                <a:lnTo>
                  <a:pt x="112" y="287"/>
                </a:lnTo>
                <a:lnTo>
                  <a:pt x="106" y="295"/>
                </a:lnTo>
                <a:lnTo>
                  <a:pt x="103" y="303"/>
                </a:lnTo>
                <a:lnTo>
                  <a:pt x="99" y="312"/>
                </a:lnTo>
                <a:lnTo>
                  <a:pt x="93" y="320"/>
                </a:lnTo>
                <a:lnTo>
                  <a:pt x="89" y="327"/>
                </a:lnTo>
                <a:lnTo>
                  <a:pt x="85" y="335"/>
                </a:lnTo>
                <a:lnTo>
                  <a:pt x="84" y="341"/>
                </a:lnTo>
                <a:lnTo>
                  <a:pt x="78" y="348"/>
                </a:lnTo>
                <a:lnTo>
                  <a:pt x="76" y="356"/>
                </a:lnTo>
                <a:lnTo>
                  <a:pt x="74" y="361"/>
                </a:lnTo>
                <a:lnTo>
                  <a:pt x="72" y="367"/>
                </a:lnTo>
                <a:lnTo>
                  <a:pt x="68" y="373"/>
                </a:lnTo>
                <a:lnTo>
                  <a:pt x="66" y="379"/>
                </a:lnTo>
                <a:lnTo>
                  <a:pt x="64" y="384"/>
                </a:lnTo>
                <a:lnTo>
                  <a:pt x="63" y="390"/>
                </a:lnTo>
                <a:lnTo>
                  <a:pt x="61" y="396"/>
                </a:lnTo>
                <a:lnTo>
                  <a:pt x="61" y="400"/>
                </a:lnTo>
                <a:lnTo>
                  <a:pt x="59" y="403"/>
                </a:lnTo>
                <a:lnTo>
                  <a:pt x="59" y="407"/>
                </a:lnTo>
                <a:lnTo>
                  <a:pt x="57" y="415"/>
                </a:lnTo>
                <a:lnTo>
                  <a:pt x="55" y="422"/>
                </a:lnTo>
                <a:lnTo>
                  <a:pt x="53" y="428"/>
                </a:lnTo>
                <a:lnTo>
                  <a:pt x="53" y="432"/>
                </a:lnTo>
                <a:lnTo>
                  <a:pt x="51" y="438"/>
                </a:lnTo>
                <a:lnTo>
                  <a:pt x="51" y="443"/>
                </a:lnTo>
                <a:lnTo>
                  <a:pt x="49" y="447"/>
                </a:lnTo>
                <a:lnTo>
                  <a:pt x="49" y="453"/>
                </a:lnTo>
                <a:lnTo>
                  <a:pt x="47" y="458"/>
                </a:lnTo>
                <a:lnTo>
                  <a:pt x="45" y="466"/>
                </a:lnTo>
                <a:lnTo>
                  <a:pt x="45" y="472"/>
                </a:lnTo>
                <a:lnTo>
                  <a:pt x="44" y="477"/>
                </a:lnTo>
                <a:lnTo>
                  <a:pt x="42" y="485"/>
                </a:lnTo>
                <a:lnTo>
                  <a:pt x="42" y="493"/>
                </a:lnTo>
                <a:lnTo>
                  <a:pt x="40" y="498"/>
                </a:lnTo>
                <a:lnTo>
                  <a:pt x="40" y="506"/>
                </a:lnTo>
                <a:lnTo>
                  <a:pt x="40" y="514"/>
                </a:lnTo>
                <a:lnTo>
                  <a:pt x="38" y="521"/>
                </a:lnTo>
                <a:lnTo>
                  <a:pt x="38" y="529"/>
                </a:lnTo>
                <a:lnTo>
                  <a:pt x="36" y="536"/>
                </a:lnTo>
                <a:lnTo>
                  <a:pt x="36" y="544"/>
                </a:lnTo>
                <a:lnTo>
                  <a:pt x="36" y="553"/>
                </a:lnTo>
                <a:lnTo>
                  <a:pt x="36" y="561"/>
                </a:lnTo>
                <a:lnTo>
                  <a:pt x="36" y="571"/>
                </a:lnTo>
                <a:lnTo>
                  <a:pt x="36" y="578"/>
                </a:lnTo>
                <a:lnTo>
                  <a:pt x="36" y="588"/>
                </a:lnTo>
                <a:lnTo>
                  <a:pt x="36" y="595"/>
                </a:lnTo>
                <a:lnTo>
                  <a:pt x="36" y="605"/>
                </a:lnTo>
                <a:lnTo>
                  <a:pt x="36" y="614"/>
                </a:lnTo>
                <a:lnTo>
                  <a:pt x="38" y="624"/>
                </a:lnTo>
                <a:lnTo>
                  <a:pt x="38" y="633"/>
                </a:lnTo>
                <a:lnTo>
                  <a:pt x="40" y="643"/>
                </a:lnTo>
                <a:lnTo>
                  <a:pt x="40" y="652"/>
                </a:lnTo>
                <a:lnTo>
                  <a:pt x="42" y="662"/>
                </a:lnTo>
                <a:lnTo>
                  <a:pt x="42" y="671"/>
                </a:lnTo>
                <a:lnTo>
                  <a:pt x="44" y="681"/>
                </a:lnTo>
                <a:lnTo>
                  <a:pt x="45" y="690"/>
                </a:lnTo>
                <a:lnTo>
                  <a:pt x="49" y="700"/>
                </a:lnTo>
                <a:lnTo>
                  <a:pt x="51" y="711"/>
                </a:lnTo>
                <a:lnTo>
                  <a:pt x="53" y="721"/>
                </a:lnTo>
                <a:lnTo>
                  <a:pt x="55" y="730"/>
                </a:lnTo>
                <a:lnTo>
                  <a:pt x="59" y="740"/>
                </a:lnTo>
                <a:lnTo>
                  <a:pt x="63" y="749"/>
                </a:lnTo>
                <a:lnTo>
                  <a:pt x="66" y="761"/>
                </a:lnTo>
                <a:lnTo>
                  <a:pt x="70" y="770"/>
                </a:lnTo>
                <a:lnTo>
                  <a:pt x="76" y="782"/>
                </a:lnTo>
                <a:lnTo>
                  <a:pt x="80" y="791"/>
                </a:lnTo>
                <a:lnTo>
                  <a:pt x="84" y="801"/>
                </a:lnTo>
                <a:lnTo>
                  <a:pt x="89" y="810"/>
                </a:lnTo>
                <a:lnTo>
                  <a:pt x="93" y="822"/>
                </a:lnTo>
                <a:lnTo>
                  <a:pt x="99" y="831"/>
                </a:lnTo>
                <a:lnTo>
                  <a:pt x="106" y="841"/>
                </a:lnTo>
                <a:lnTo>
                  <a:pt x="112" y="852"/>
                </a:lnTo>
                <a:lnTo>
                  <a:pt x="120" y="861"/>
                </a:lnTo>
                <a:lnTo>
                  <a:pt x="125" y="871"/>
                </a:lnTo>
                <a:lnTo>
                  <a:pt x="133" y="882"/>
                </a:lnTo>
                <a:lnTo>
                  <a:pt x="141" y="892"/>
                </a:lnTo>
                <a:lnTo>
                  <a:pt x="148" y="903"/>
                </a:lnTo>
                <a:lnTo>
                  <a:pt x="156" y="913"/>
                </a:lnTo>
                <a:lnTo>
                  <a:pt x="165" y="922"/>
                </a:lnTo>
                <a:lnTo>
                  <a:pt x="175" y="932"/>
                </a:lnTo>
                <a:lnTo>
                  <a:pt x="186" y="943"/>
                </a:lnTo>
                <a:lnTo>
                  <a:pt x="186" y="943"/>
                </a:lnTo>
                <a:lnTo>
                  <a:pt x="190" y="947"/>
                </a:lnTo>
                <a:lnTo>
                  <a:pt x="194" y="951"/>
                </a:lnTo>
                <a:lnTo>
                  <a:pt x="201" y="957"/>
                </a:lnTo>
                <a:lnTo>
                  <a:pt x="207" y="962"/>
                </a:lnTo>
                <a:lnTo>
                  <a:pt x="217" y="970"/>
                </a:lnTo>
                <a:lnTo>
                  <a:pt x="220" y="972"/>
                </a:lnTo>
                <a:lnTo>
                  <a:pt x="226" y="977"/>
                </a:lnTo>
                <a:lnTo>
                  <a:pt x="232" y="979"/>
                </a:lnTo>
                <a:lnTo>
                  <a:pt x="237" y="985"/>
                </a:lnTo>
                <a:lnTo>
                  <a:pt x="241" y="987"/>
                </a:lnTo>
                <a:lnTo>
                  <a:pt x="247" y="991"/>
                </a:lnTo>
                <a:lnTo>
                  <a:pt x="251" y="995"/>
                </a:lnTo>
                <a:lnTo>
                  <a:pt x="257" y="998"/>
                </a:lnTo>
                <a:lnTo>
                  <a:pt x="260" y="1002"/>
                </a:lnTo>
                <a:lnTo>
                  <a:pt x="266" y="1004"/>
                </a:lnTo>
                <a:lnTo>
                  <a:pt x="270" y="1008"/>
                </a:lnTo>
                <a:lnTo>
                  <a:pt x="276" y="1012"/>
                </a:lnTo>
                <a:lnTo>
                  <a:pt x="283" y="1015"/>
                </a:lnTo>
                <a:lnTo>
                  <a:pt x="291" y="1019"/>
                </a:lnTo>
                <a:lnTo>
                  <a:pt x="296" y="1021"/>
                </a:lnTo>
                <a:lnTo>
                  <a:pt x="302" y="1021"/>
                </a:lnTo>
                <a:lnTo>
                  <a:pt x="302" y="1021"/>
                </a:lnTo>
                <a:close/>
              </a:path>
            </a:pathLst>
          </a:custGeom>
          <a:solidFill>
            <a:srgbClr val="4D4D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2" name="Freeform 70"/>
          <p:cNvSpPr>
            <a:spLocks/>
          </p:cNvSpPr>
          <p:nvPr/>
        </p:nvSpPr>
        <p:spPr bwMode="auto">
          <a:xfrm>
            <a:off x="1327151" y="1054100"/>
            <a:ext cx="795338" cy="849313"/>
          </a:xfrm>
          <a:custGeom>
            <a:avLst/>
            <a:gdLst>
              <a:gd name="T0" fmla="*/ 122 w 1002"/>
              <a:gd name="T1" fmla="*/ 1038 h 1071"/>
              <a:gd name="T2" fmla="*/ 103 w 1002"/>
              <a:gd name="T3" fmla="*/ 1006 h 1071"/>
              <a:gd name="T4" fmla="*/ 80 w 1002"/>
              <a:gd name="T5" fmla="*/ 957 h 1071"/>
              <a:gd name="T6" fmla="*/ 52 w 1002"/>
              <a:gd name="T7" fmla="*/ 892 h 1071"/>
              <a:gd name="T8" fmla="*/ 27 w 1002"/>
              <a:gd name="T9" fmla="*/ 812 h 1071"/>
              <a:gd name="T10" fmla="*/ 8 w 1002"/>
              <a:gd name="T11" fmla="*/ 725 h 1071"/>
              <a:gd name="T12" fmla="*/ 0 w 1002"/>
              <a:gd name="T13" fmla="*/ 628 h 1071"/>
              <a:gd name="T14" fmla="*/ 8 w 1002"/>
              <a:gd name="T15" fmla="*/ 529 h 1071"/>
              <a:gd name="T16" fmla="*/ 33 w 1002"/>
              <a:gd name="T17" fmla="*/ 428 h 1071"/>
              <a:gd name="T18" fmla="*/ 82 w 1002"/>
              <a:gd name="T19" fmla="*/ 327 h 1071"/>
              <a:gd name="T20" fmla="*/ 156 w 1002"/>
              <a:gd name="T21" fmla="*/ 232 h 1071"/>
              <a:gd name="T22" fmla="*/ 240 w 1002"/>
              <a:gd name="T23" fmla="*/ 154 h 1071"/>
              <a:gd name="T24" fmla="*/ 326 w 1002"/>
              <a:gd name="T25" fmla="*/ 95 h 1071"/>
              <a:gd name="T26" fmla="*/ 411 w 1002"/>
              <a:gd name="T27" fmla="*/ 52 h 1071"/>
              <a:gd name="T28" fmla="*/ 497 w 1002"/>
              <a:gd name="T29" fmla="*/ 23 h 1071"/>
              <a:gd name="T30" fmla="*/ 578 w 1002"/>
              <a:gd name="T31" fmla="*/ 8 h 1071"/>
              <a:gd name="T32" fmla="*/ 653 w 1002"/>
              <a:gd name="T33" fmla="*/ 0 h 1071"/>
              <a:gd name="T34" fmla="*/ 721 w 1002"/>
              <a:gd name="T35" fmla="*/ 2 h 1071"/>
              <a:gd name="T36" fmla="*/ 780 w 1002"/>
              <a:gd name="T37" fmla="*/ 8 h 1071"/>
              <a:gd name="T38" fmla="*/ 826 w 1002"/>
              <a:gd name="T39" fmla="*/ 17 h 1071"/>
              <a:gd name="T40" fmla="*/ 860 w 1002"/>
              <a:gd name="T41" fmla="*/ 25 h 1071"/>
              <a:gd name="T42" fmla="*/ 894 w 1002"/>
              <a:gd name="T43" fmla="*/ 38 h 1071"/>
              <a:gd name="T44" fmla="*/ 930 w 1002"/>
              <a:gd name="T45" fmla="*/ 56 h 1071"/>
              <a:gd name="T46" fmla="*/ 962 w 1002"/>
              <a:gd name="T47" fmla="*/ 73 h 1071"/>
              <a:gd name="T48" fmla="*/ 1000 w 1002"/>
              <a:gd name="T49" fmla="*/ 95 h 1071"/>
              <a:gd name="T50" fmla="*/ 953 w 1002"/>
              <a:gd name="T51" fmla="*/ 94 h 1071"/>
              <a:gd name="T52" fmla="*/ 917 w 1002"/>
              <a:gd name="T53" fmla="*/ 76 h 1071"/>
              <a:gd name="T54" fmla="*/ 884 w 1002"/>
              <a:gd name="T55" fmla="*/ 63 h 1071"/>
              <a:gd name="T56" fmla="*/ 843 w 1002"/>
              <a:gd name="T57" fmla="*/ 50 h 1071"/>
              <a:gd name="T58" fmla="*/ 795 w 1002"/>
              <a:gd name="T59" fmla="*/ 40 h 1071"/>
              <a:gd name="T60" fmla="*/ 740 w 1002"/>
              <a:gd name="T61" fmla="*/ 35 h 1071"/>
              <a:gd name="T62" fmla="*/ 677 w 1002"/>
              <a:gd name="T63" fmla="*/ 35 h 1071"/>
              <a:gd name="T64" fmla="*/ 611 w 1002"/>
              <a:gd name="T65" fmla="*/ 44 h 1071"/>
              <a:gd name="T66" fmla="*/ 537 w 1002"/>
              <a:gd name="T67" fmla="*/ 63 h 1071"/>
              <a:gd name="T68" fmla="*/ 461 w 1002"/>
              <a:gd name="T69" fmla="*/ 94 h 1071"/>
              <a:gd name="T70" fmla="*/ 386 w 1002"/>
              <a:gd name="T71" fmla="*/ 133 h 1071"/>
              <a:gd name="T72" fmla="*/ 326 w 1002"/>
              <a:gd name="T73" fmla="*/ 183 h 1071"/>
              <a:gd name="T74" fmla="*/ 270 w 1002"/>
              <a:gd name="T75" fmla="*/ 236 h 1071"/>
              <a:gd name="T76" fmla="*/ 227 w 1002"/>
              <a:gd name="T77" fmla="*/ 293 h 1071"/>
              <a:gd name="T78" fmla="*/ 189 w 1002"/>
              <a:gd name="T79" fmla="*/ 350 h 1071"/>
              <a:gd name="T80" fmla="*/ 158 w 1002"/>
              <a:gd name="T81" fmla="*/ 409 h 1071"/>
              <a:gd name="T82" fmla="*/ 135 w 1002"/>
              <a:gd name="T83" fmla="*/ 464 h 1071"/>
              <a:gd name="T84" fmla="*/ 118 w 1002"/>
              <a:gd name="T85" fmla="*/ 516 h 1071"/>
              <a:gd name="T86" fmla="*/ 107 w 1002"/>
              <a:gd name="T87" fmla="*/ 563 h 1071"/>
              <a:gd name="T88" fmla="*/ 99 w 1002"/>
              <a:gd name="T89" fmla="*/ 601 h 1071"/>
              <a:gd name="T90" fmla="*/ 96 w 1002"/>
              <a:gd name="T91" fmla="*/ 632 h 1071"/>
              <a:gd name="T92" fmla="*/ 94 w 1002"/>
              <a:gd name="T93" fmla="*/ 660 h 1071"/>
              <a:gd name="T94" fmla="*/ 92 w 1002"/>
              <a:gd name="T95" fmla="*/ 692 h 1071"/>
              <a:gd name="T96" fmla="*/ 90 w 1002"/>
              <a:gd name="T97" fmla="*/ 723 h 1071"/>
              <a:gd name="T98" fmla="*/ 90 w 1002"/>
              <a:gd name="T99" fmla="*/ 757 h 1071"/>
              <a:gd name="T100" fmla="*/ 94 w 1002"/>
              <a:gd name="T101" fmla="*/ 795 h 1071"/>
              <a:gd name="T102" fmla="*/ 99 w 1002"/>
              <a:gd name="T103" fmla="*/ 833 h 1071"/>
              <a:gd name="T104" fmla="*/ 107 w 1002"/>
              <a:gd name="T105" fmla="*/ 875 h 1071"/>
              <a:gd name="T106" fmla="*/ 120 w 1002"/>
              <a:gd name="T107" fmla="*/ 919 h 1071"/>
              <a:gd name="T108" fmla="*/ 135 w 1002"/>
              <a:gd name="T109" fmla="*/ 964 h 1071"/>
              <a:gd name="T110" fmla="*/ 158 w 1002"/>
              <a:gd name="T111" fmla="*/ 1017 h 10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002" h="1071">
                <a:moveTo>
                  <a:pt x="183" y="1071"/>
                </a:moveTo>
                <a:lnTo>
                  <a:pt x="130" y="1052"/>
                </a:lnTo>
                <a:lnTo>
                  <a:pt x="128" y="1050"/>
                </a:lnTo>
                <a:lnTo>
                  <a:pt x="126" y="1046"/>
                </a:lnTo>
                <a:lnTo>
                  <a:pt x="124" y="1042"/>
                </a:lnTo>
                <a:lnTo>
                  <a:pt x="122" y="1038"/>
                </a:lnTo>
                <a:lnTo>
                  <a:pt x="118" y="1035"/>
                </a:lnTo>
                <a:lnTo>
                  <a:pt x="118" y="1031"/>
                </a:lnTo>
                <a:lnTo>
                  <a:pt x="113" y="1025"/>
                </a:lnTo>
                <a:lnTo>
                  <a:pt x="111" y="1019"/>
                </a:lnTo>
                <a:lnTo>
                  <a:pt x="107" y="1014"/>
                </a:lnTo>
                <a:lnTo>
                  <a:pt x="103" y="1006"/>
                </a:lnTo>
                <a:lnTo>
                  <a:pt x="99" y="998"/>
                </a:lnTo>
                <a:lnTo>
                  <a:pt x="96" y="991"/>
                </a:lnTo>
                <a:lnTo>
                  <a:pt x="92" y="983"/>
                </a:lnTo>
                <a:lnTo>
                  <a:pt x="88" y="976"/>
                </a:lnTo>
                <a:lnTo>
                  <a:pt x="84" y="966"/>
                </a:lnTo>
                <a:lnTo>
                  <a:pt x="80" y="957"/>
                </a:lnTo>
                <a:lnTo>
                  <a:pt x="75" y="947"/>
                </a:lnTo>
                <a:lnTo>
                  <a:pt x="71" y="936"/>
                </a:lnTo>
                <a:lnTo>
                  <a:pt x="65" y="924"/>
                </a:lnTo>
                <a:lnTo>
                  <a:pt x="61" y="915"/>
                </a:lnTo>
                <a:lnTo>
                  <a:pt x="58" y="903"/>
                </a:lnTo>
                <a:lnTo>
                  <a:pt x="52" y="892"/>
                </a:lnTo>
                <a:lnTo>
                  <a:pt x="48" y="879"/>
                </a:lnTo>
                <a:lnTo>
                  <a:pt x="44" y="865"/>
                </a:lnTo>
                <a:lnTo>
                  <a:pt x="40" y="854"/>
                </a:lnTo>
                <a:lnTo>
                  <a:pt x="35" y="841"/>
                </a:lnTo>
                <a:lnTo>
                  <a:pt x="31" y="825"/>
                </a:lnTo>
                <a:lnTo>
                  <a:pt x="27" y="812"/>
                </a:lnTo>
                <a:lnTo>
                  <a:pt x="23" y="799"/>
                </a:lnTo>
                <a:lnTo>
                  <a:pt x="21" y="786"/>
                </a:lnTo>
                <a:lnTo>
                  <a:pt x="18" y="770"/>
                </a:lnTo>
                <a:lnTo>
                  <a:pt x="14" y="755"/>
                </a:lnTo>
                <a:lnTo>
                  <a:pt x="12" y="740"/>
                </a:lnTo>
                <a:lnTo>
                  <a:pt x="8" y="725"/>
                </a:lnTo>
                <a:lnTo>
                  <a:pt x="6" y="708"/>
                </a:lnTo>
                <a:lnTo>
                  <a:pt x="4" y="692"/>
                </a:lnTo>
                <a:lnTo>
                  <a:pt x="2" y="677"/>
                </a:lnTo>
                <a:lnTo>
                  <a:pt x="2" y="662"/>
                </a:lnTo>
                <a:lnTo>
                  <a:pt x="0" y="645"/>
                </a:lnTo>
                <a:lnTo>
                  <a:pt x="0" y="628"/>
                </a:lnTo>
                <a:lnTo>
                  <a:pt x="0" y="613"/>
                </a:lnTo>
                <a:lnTo>
                  <a:pt x="0" y="595"/>
                </a:lnTo>
                <a:lnTo>
                  <a:pt x="0" y="578"/>
                </a:lnTo>
                <a:lnTo>
                  <a:pt x="2" y="563"/>
                </a:lnTo>
                <a:lnTo>
                  <a:pt x="4" y="546"/>
                </a:lnTo>
                <a:lnTo>
                  <a:pt x="8" y="529"/>
                </a:lnTo>
                <a:lnTo>
                  <a:pt x="10" y="512"/>
                </a:lnTo>
                <a:lnTo>
                  <a:pt x="14" y="495"/>
                </a:lnTo>
                <a:lnTo>
                  <a:pt x="18" y="478"/>
                </a:lnTo>
                <a:lnTo>
                  <a:pt x="21" y="462"/>
                </a:lnTo>
                <a:lnTo>
                  <a:pt x="27" y="445"/>
                </a:lnTo>
                <a:lnTo>
                  <a:pt x="33" y="428"/>
                </a:lnTo>
                <a:lnTo>
                  <a:pt x="39" y="411"/>
                </a:lnTo>
                <a:lnTo>
                  <a:pt x="46" y="394"/>
                </a:lnTo>
                <a:lnTo>
                  <a:pt x="54" y="377"/>
                </a:lnTo>
                <a:lnTo>
                  <a:pt x="63" y="360"/>
                </a:lnTo>
                <a:lnTo>
                  <a:pt x="71" y="344"/>
                </a:lnTo>
                <a:lnTo>
                  <a:pt x="82" y="327"/>
                </a:lnTo>
                <a:lnTo>
                  <a:pt x="92" y="310"/>
                </a:lnTo>
                <a:lnTo>
                  <a:pt x="103" y="295"/>
                </a:lnTo>
                <a:lnTo>
                  <a:pt x="116" y="278"/>
                </a:lnTo>
                <a:lnTo>
                  <a:pt x="130" y="263"/>
                </a:lnTo>
                <a:lnTo>
                  <a:pt x="143" y="246"/>
                </a:lnTo>
                <a:lnTo>
                  <a:pt x="156" y="232"/>
                </a:lnTo>
                <a:lnTo>
                  <a:pt x="170" y="217"/>
                </a:lnTo>
                <a:lnTo>
                  <a:pt x="183" y="204"/>
                </a:lnTo>
                <a:lnTo>
                  <a:pt x="196" y="189"/>
                </a:lnTo>
                <a:lnTo>
                  <a:pt x="212" y="177"/>
                </a:lnTo>
                <a:lnTo>
                  <a:pt x="225" y="166"/>
                </a:lnTo>
                <a:lnTo>
                  <a:pt x="240" y="154"/>
                </a:lnTo>
                <a:lnTo>
                  <a:pt x="253" y="141"/>
                </a:lnTo>
                <a:lnTo>
                  <a:pt x="269" y="132"/>
                </a:lnTo>
                <a:lnTo>
                  <a:pt x="282" y="122"/>
                </a:lnTo>
                <a:lnTo>
                  <a:pt x="297" y="113"/>
                </a:lnTo>
                <a:lnTo>
                  <a:pt x="310" y="103"/>
                </a:lnTo>
                <a:lnTo>
                  <a:pt x="326" y="95"/>
                </a:lnTo>
                <a:lnTo>
                  <a:pt x="341" y="86"/>
                </a:lnTo>
                <a:lnTo>
                  <a:pt x="354" y="78"/>
                </a:lnTo>
                <a:lnTo>
                  <a:pt x="369" y="71"/>
                </a:lnTo>
                <a:lnTo>
                  <a:pt x="383" y="63"/>
                </a:lnTo>
                <a:lnTo>
                  <a:pt x="398" y="57"/>
                </a:lnTo>
                <a:lnTo>
                  <a:pt x="411" y="52"/>
                </a:lnTo>
                <a:lnTo>
                  <a:pt x="424" y="46"/>
                </a:lnTo>
                <a:lnTo>
                  <a:pt x="440" y="40"/>
                </a:lnTo>
                <a:lnTo>
                  <a:pt x="453" y="36"/>
                </a:lnTo>
                <a:lnTo>
                  <a:pt x="468" y="33"/>
                </a:lnTo>
                <a:lnTo>
                  <a:pt x="481" y="27"/>
                </a:lnTo>
                <a:lnTo>
                  <a:pt x="497" y="23"/>
                </a:lnTo>
                <a:lnTo>
                  <a:pt x="510" y="19"/>
                </a:lnTo>
                <a:lnTo>
                  <a:pt x="523" y="17"/>
                </a:lnTo>
                <a:lnTo>
                  <a:pt x="537" y="14"/>
                </a:lnTo>
                <a:lnTo>
                  <a:pt x="550" y="12"/>
                </a:lnTo>
                <a:lnTo>
                  <a:pt x="563" y="10"/>
                </a:lnTo>
                <a:lnTo>
                  <a:pt x="578" y="8"/>
                </a:lnTo>
                <a:lnTo>
                  <a:pt x="590" y="6"/>
                </a:lnTo>
                <a:lnTo>
                  <a:pt x="603" y="4"/>
                </a:lnTo>
                <a:lnTo>
                  <a:pt x="615" y="2"/>
                </a:lnTo>
                <a:lnTo>
                  <a:pt x="628" y="2"/>
                </a:lnTo>
                <a:lnTo>
                  <a:pt x="639" y="0"/>
                </a:lnTo>
                <a:lnTo>
                  <a:pt x="653" y="0"/>
                </a:lnTo>
                <a:lnTo>
                  <a:pt x="664" y="0"/>
                </a:lnTo>
                <a:lnTo>
                  <a:pt x="677" y="0"/>
                </a:lnTo>
                <a:lnTo>
                  <a:pt x="687" y="0"/>
                </a:lnTo>
                <a:lnTo>
                  <a:pt x="698" y="0"/>
                </a:lnTo>
                <a:lnTo>
                  <a:pt x="710" y="2"/>
                </a:lnTo>
                <a:lnTo>
                  <a:pt x="721" y="2"/>
                </a:lnTo>
                <a:lnTo>
                  <a:pt x="731" y="2"/>
                </a:lnTo>
                <a:lnTo>
                  <a:pt x="742" y="4"/>
                </a:lnTo>
                <a:lnTo>
                  <a:pt x="751" y="6"/>
                </a:lnTo>
                <a:lnTo>
                  <a:pt x="761" y="6"/>
                </a:lnTo>
                <a:lnTo>
                  <a:pt x="770" y="6"/>
                </a:lnTo>
                <a:lnTo>
                  <a:pt x="780" y="8"/>
                </a:lnTo>
                <a:lnTo>
                  <a:pt x="788" y="10"/>
                </a:lnTo>
                <a:lnTo>
                  <a:pt x="797" y="12"/>
                </a:lnTo>
                <a:lnTo>
                  <a:pt x="805" y="12"/>
                </a:lnTo>
                <a:lnTo>
                  <a:pt x="812" y="14"/>
                </a:lnTo>
                <a:lnTo>
                  <a:pt x="820" y="16"/>
                </a:lnTo>
                <a:lnTo>
                  <a:pt x="826" y="17"/>
                </a:lnTo>
                <a:lnTo>
                  <a:pt x="831" y="17"/>
                </a:lnTo>
                <a:lnTo>
                  <a:pt x="839" y="19"/>
                </a:lnTo>
                <a:lnTo>
                  <a:pt x="845" y="21"/>
                </a:lnTo>
                <a:lnTo>
                  <a:pt x="850" y="23"/>
                </a:lnTo>
                <a:lnTo>
                  <a:pt x="854" y="23"/>
                </a:lnTo>
                <a:lnTo>
                  <a:pt x="860" y="25"/>
                </a:lnTo>
                <a:lnTo>
                  <a:pt x="864" y="27"/>
                </a:lnTo>
                <a:lnTo>
                  <a:pt x="867" y="29"/>
                </a:lnTo>
                <a:lnTo>
                  <a:pt x="875" y="31"/>
                </a:lnTo>
                <a:lnTo>
                  <a:pt x="881" y="33"/>
                </a:lnTo>
                <a:lnTo>
                  <a:pt x="886" y="35"/>
                </a:lnTo>
                <a:lnTo>
                  <a:pt x="894" y="38"/>
                </a:lnTo>
                <a:lnTo>
                  <a:pt x="900" y="40"/>
                </a:lnTo>
                <a:lnTo>
                  <a:pt x="905" y="44"/>
                </a:lnTo>
                <a:lnTo>
                  <a:pt x="913" y="46"/>
                </a:lnTo>
                <a:lnTo>
                  <a:pt x="919" y="50"/>
                </a:lnTo>
                <a:lnTo>
                  <a:pt x="924" y="52"/>
                </a:lnTo>
                <a:lnTo>
                  <a:pt x="930" y="56"/>
                </a:lnTo>
                <a:lnTo>
                  <a:pt x="936" y="57"/>
                </a:lnTo>
                <a:lnTo>
                  <a:pt x="942" y="61"/>
                </a:lnTo>
                <a:lnTo>
                  <a:pt x="947" y="63"/>
                </a:lnTo>
                <a:lnTo>
                  <a:pt x="953" y="67"/>
                </a:lnTo>
                <a:lnTo>
                  <a:pt x="957" y="69"/>
                </a:lnTo>
                <a:lnTo>
                  <a:pt x="962" y="73"/>
                </a:lnTo>
                <a:lnTo>
                  <a:pt x="970" y="76"/>
                </a:lnTo>
                <a:lnTo>
                  <a:pt x="980" y="82"/>
                </a:lnTo>
                <a:lnTo>
                  <a:pt x="985" y="86"/>
                </a:lnTo>
                <a:lnTo>
                  <a:pt x="991" y="90"/>
                </a:lnTo>
                <a:lnTo>
                  <a:pt x="997" y="92"/>
                </a:lnTo>
                <a:lnTo>
                  <a:pt x="1000" y="95"/>
                </a:lnTo>
                <a:lnTo>
                  <a:pt x="1002" y="97"/>
                </a:lnTo>
                <a:lnTo>
                  <a:pt x="1002" y="97"/>
                </a:lnTo>
                <a:lnTo>
                  <a:pt x="959" y="97"/>
                </a:lnTo>
                <a:lnTo>
                  <a:pt x="959" y="97"/>
                </a:lnTo>
                <a:lnTo>
                  <a:pt x="957" y="95"/>
                </a:lnTo>
                <a:lnTo>
                  <a:pt x="953" y="94"/>
                </a:lnTo>
                <a:lnTo>
                  <a:pt x="949" y="92"/>
                </a:lnTo>
                <a:lnTo>
                  <a:pt x="943" y="88"/>
                </a:lnTo>
                <a:lnTo>
                  <a:pt x="936" y="84"/>
                </a:lnTo>
                <a:lnTo>
                  <a:pt x="930" y="82"/>
                </a:lnTo>
                <a:lnTo>
                  <a:pt x="923" y="78"/>
                </a:lnTo>
                <a:lnTo>
                  <a:pt x="917" y="76"/>
                </a:lnTo>
                <a:lnTo>
                  <a:pt x="911" y="73"/>
                </a:lnTo>
                <a:lnTo>
                  <a:pt x="907" y="71"/>
                </a:lnTo>
                <a:lnTo>
                  <a:pt x="902" y="69"/>
                </a:lnTo>
                <a:lnTo>
                  <a:pt x="896" y="67"/>
                </a:lnTo>
                <a:lnTo>
                  <a:pt x="890" y="65"/>
                </a:lnTo>
                <a:lnTo>
                  <a:pt x="884" y="63"/>
                </a:lnTo>
                <a:lnTo>
                  <a:pt x="879" y="61"/>
                </a:lnTo>
                <a:lnTo>
                  <a:pt x="871" y="59"/>
                </a:lnTo>
                <a:lnTo>
                  <a:pt x="865" y="56"/>
                </a:lnTo>
                <a:lnTo>
                  <a:pt x="858" y="54"/>
                </a:lnTo>
                <a:lnTo>
                  <a:pt x="852" y="52"/>
                </a:lnTo>
                <a:lnTo>
                  <a:pt x="843" y="50"/>
                </a:lnTo>
                <a:lnTo>
                  <a:pt x="837" y="48"/>
                </a:lnTo>
                <a:lnTo>
                  <a:pt x="829" y="46"/>
                </a:lnTo>
                <a:lnTo>
                  <a:pt x="822" y="46"/>
                </a:lnTo>
                <a:lnTo>
                  <a:pt x="812" y="44"/>
                </a:lnTo>
                <a:lnTo>
                  <a:pt x="805" y="42"/>
                </a:lnTo>
                <a:lnTo>
                  <a:pt x="795" y="40"/>
                </a:lnTo>
                <a:lnTo>
                  <a:pt x="788" y="38"/>
                </a:lnTo>
                <a:lnTo>
                  <a:pt x="778" y="36"/>
                </a:lnTo>
                <a:lnTo>
                  <a:pt x="769" y="36"/>
                </a:lnTo>
                <a:lnTo>
                  <a:pt x="759" y="35"/>
                </a:lnTo>
                <a:lnTo>
                  <a:pt x="750" y="35"/>
                </a:lnTo>
                <a:lnTo>
                  <a:pt x="740" y="35"/>
                </a:lnTo>
                <a:lnTo>
                  <a:pt x="731" y="35"/>
                </a:lnTo>
                <a:lnTo>
                  <a:pt x="719" y="35"/>
                </a:lnTo>
                <a:lnTo>
                  <a:pt x="710" y="35"/>
                </a:lnTo>
                <a:lnTo>
                  <a:pt x="700" y="35"/>
                </a:lnTo>
                <a:lnTo>
                  <a:pt x="689" y="35"/>
                </a:lnTo>
                <a:lnTo>
                  <a:pt x="677" y="35"/>
                </a:lnTo>
                <a:lnTo>
                  <a:pt x="668" y="36"/>
                </a:lnTo>
                <a:lnTo>
                  <a:pt x="656" y="36"/>
                </a:lnTo>
                <a:lnTo>
                  <a:pt x="645" y="38"/>
                </a:lnTo>
                <a:lnTo>
                  <a:pt x="634" y="38"/>
                </a:lnTo>
                <a:lnTo>
                  <a:pt x="622" y="42"/>
                </a:lnTo>
                <a:lnTo>
                  <a:pt x="611" y="44"/>
                </a:lnTo>
                <a:lnTo>
                  <a:pt x="597" y="46"/>
                </a:lnTo>
                <a:lnTo>
                  <a:pt x="586" y="50"/>
                </a:lnTo>
                <a:lnTo>
                  <a:pt x="575" y="52"/>
                </a:lnTo>
                <a:lnTo>
                  <a:pt x="561" y="56"/>
                </a:lnTo>
                <a:lnTo>
                  <a:pt x="550" y="59"/>
                </a:lnTo>
                <a:lnTo>
                  <a:pt x="537" y="63"/>
                </a:lnTo>
                <a:lnTo>
                  <a:pt x="525" y="67"/>
                </a:lnTo>
                <a:lnTo>
                  <a:pt x="512" y="73"/>
                </a:lnTo>
                <a:lnTo>
                  <a:pt x="499" y="76"/>
                </a:lnTo>
                <a:lnTo>
                  <a:pt x="487" y="82"/>
                </a:lnTo>
                <a:lnTo>
                  <a:pt x="474" y="90"/>
                </a:lnTo>
                <a:lnTo>
                  <a:pt x="461" y="94"/>
                </a:lnTo>
                <a:lnTo>
                  <a:pt x="447" y="99"/>
                </a:lnTo>
                <a:lnTo>
                  <a:pt x="436" y="105"/>
                </a:lnTo>
                <a:lnTo>
                  <a:pt x="423" y="113"/>
                </a:lnTo>
                <a:lnTo>
                  <a:pt x="411" y="120"/>
                </a:lnTo>
                <a:lnTo>
                  <a:pt x="398" y="128"/>
                </a:lnTo>
                <a:lnTo>
                  <a:pt x="386" y="133"/>
                </a:lnTo>
                <a:lnTo>
                  <a:pt x="377" y="143"/>
                </a:lnTo>
                <a:lnTo>
                  <a:pt x="365" y="151"/>
                </a:lnTo>
                <a:lnTo>
                  <a:pt x="354" y="156"/>
                </a:lnTo>
                <a:lnTo>
                  <a:pt x="345" y="166"/>
                </a:lnTo>
                <a:lnTo>
                  <a:pt x="335" y="173"/>
                </a:lnTo>
                <a:lnTo>
                  <a:pt x="326" y="183"/>
                </a:lnTo>
                <a:lnTo>
                  <a:pt x="316" y="190"/>
                </a:lnTo>
                <a:lnTo>
                  <a:pt x="305" y="200"/>
                </a:lnTo>
                <a:lnTo>
                  <a:pt x="297" y="210"/>
                </a:lnTo>
                <a:lnTo>
                  <a:pt x="288" y="217"/>
                </a:lnTo>
                <a:lnTo>
                  <a:pt x="280" y="227"/>
                </a:lnTo>
                <a:lnTo>
                  <a:pt x="270" y="236"/>
                </a:lnTo>
                <a:lnTo>
                  <a:pt x="263" y="246"/>
                </a:lnTo>
                <a:lnTo>
                  <a:pt x="255" y="255"/>
                </a:lnTo>
                <a:lnTo>
                  <a:pt x="248" y="265"/>
                </a:lnTo>
                <a:lnTo>
                  <a:pt x="240" y="274"/>
                </a:lnTo>
                <a:lnTo>
                  <a:pt x="234" y="284"/>
                </a:lnTo>
                <a:lnTo>
                  <a:pt x="227" y="293"/>
                </a:lnTo>
                <a:lnTo>
                  <a:pt x="219" y="303"/>
                </a:lnTo>
                <a:lnTo>
                  <a:pt x="212" y="312"/>
                </a:lnTo>
                <a:lnTo>
                  <a:pt x="206" y="322"/>
                </a:lnTo>
                <a:lnTo>
                  <a:pt x="200" y="331"/>
                </a:lnTo>
                <a:lnTo>
                  <a:pt x="194" y="341"/>
                </a:lnTo>
                <a:lnTo>
                  <a:pt x="189" y="350"/>
                </a:lnTo>
                <a:lnTo>
                  <a:pt x="183" y="362"/>
                </a:lnTo>
                <a:lnTo>
                  <a:pt x="179" y="371"/>
                </a:lnTo>
                <a:lnTo>
                  <a:pt x="173" y="381"/>
                </a:lnTo>
                <a:lnTo>
                  <a:pt x="168" y="390"/>
                </a:lnTo>
                <a:lnTo>
                  <a:pt x="164" y="400"/>
                </a:lnTo>
                <a:lnTo>
                  <a:pt x="158" y="409"/>
                </a:lnTo>
                <a:lnTo>
                  <a:pt x="154" y="419"/>
                </a:lnTo>
                <a:lnTo>
                  <a:pt x="151" y="428"/>
                </a:lnTo>
                <a:lnTo>
                  <a:pt x="147" y="438"/>
                </a:lnTo>
                <a:lnTo>
                  <a:pt x="143" y="447"/>
                </a:lnTo>
                <a:lnTo>
                  <a:pt x="139" y="455"/>
                </a:lnTo>
                <a:lnTo>
                  <a:pt x="135" y="464"/>
                </a:lnTo>
                <a:lnTo>
                  <a:pt x="134" y="474"/>
                </a:lnTo>
                <a:lnTo>
                  <a:pt x="128" y="483"/>
                </a:lnTo>
                <a:lnTo>
                  <a:pt x="126" y="491"/>
                </a:lnTo>
                <a:lnTo>
                  <a:pt x="124" y="500"/>
                </a:lnTo>
                <a:lnTo>
                  <a:pt x="122" y="510"/>
                </a:lnTo>
                <a:lnTo>
                  <a:pt x="118" y="516"/>
                </a:lnTo>
                <a:lnTo>
                  <a:pt x="116" y="525"/>
                </a:lnTo>
                <a:lnTo>
                  <a:pt x="113" y="533"/>
                </a:lnTo>
                <a:lnTo>
                  <a:pt x="113" y="540"/>
                </a:lnTo>
                <a:lnTo>
                  <a:pt x="109" y="548"/>
                </a:lnTo>
                <a:lnTo>
                  <a:pt x="107" y="556"/>
                </a:lnTo>
                <a:lnTo>
                  <a:pt x="107" y="563"/>
                </a:lnTo>
                <a:lnTo>
                  <a:pt x="105" y="571"/>
                </a:lnTo>
                <a:lnTo>
                  <a:pt x="103" y="576"/>
                </a:lnTo>
                <a:lnTo>
                  <a:pt x="103" y="582"/>
                </a:lnTo>
                <a:lnTo>
                  <a:pt x="101" y="590"/>
                </a:lnTo>
                <a:lnTo>
                  <a:pt x="101" y="595"/>
                </a:lnTo>
                <a:lnTo>
                  <a:pt x="99" y="601"/>
                </a:lnTo>
                <a:lnTo>
                  <a:pt x="99" y="607"/>
                </a:lnTo>
                <a:lnTo>
                  <a:pt x="99" y="613"/>
                </a:lnTo>
                <a:lnTo>
                  <a:pt x="99" y="618"/>
                </a:lnTo>
                <a:lnTo>
                  <a:pt x="97" y="622"/>
                </a:lnTo>
                <a:lnTo>
                  <a:pt x="97" y="626"/>
                </a:lnTo>
                <a:lnTo>
                  <a:pt x="96" y="632"/>
                </a:lnTo>
                <a:lnTo>
                  <a:pt x="96" y="637"/>
                </a:lnTo>
                <a:lnTo>
                  <a:pt x="96" y="641"/>
                </a:lnTo>
                <a:lnTo>
                  <a:pt x="96" y="647"/>
                </a:lnTo>
                <a:lnTo>
                  <a:pt x="96" y="651"/>
                </a:lnTo>
                <a:lnTo>
                  <a:pt x="96" y="656"/>
                </a:lnTo>
                <a:lnTo>
                  <a:pt x="94" y="660"/>
                </a:lnTo>
                <a:lnTo>
                  <a:pt x="94" y="666"/>
                </a:lnTo>
                <a:lnTo>
                  <a:pt x="92" y="670"/>
                </a:lnTo>
                <a:lnTo>
                  <a:pt x="92" y="675"/>
                </a:lnTo>
                <a:lnTo>
                  <a:pt x="92" y="681"/>
                </a:lnTo>
                <a:lnTo>
                  <a:pt x="92" y="687"/>
                </a:lnTo>
                <a:lnTo>
                  <a:pt x="92" y="692"/>
                </a:lnTo>
                <a:lnTo>
                  <a:pt x="92" y="698"/>
                </a:lnTo>
                <a:lnTo>
                  <a:pt x="92" y="702"/>
                </a:lnTo>
                <a:lnTo>
                  <a:pt x="92" y="708"/>
                </a:lnTo>
                <a:lnTo>
                  <a:pt x="90" y="713"/>
                </a:lnTo>
                <a:lnTo>
                  <a:pt x="90" y="719"/>
                </a:lnTo>
                <a:lnTo>
                  <a:pt x="90" y="723"/>
                </a:lnTo>
                <a:lnTo>
                  <a:pt x="90" y="729"/>
                </a:lnTo>
                <a:lnTo>
                  <a:pt x="90" y="734"/>
                </a:lnTo>
                <a:lnTo>
                  <a:pt x="90" y="742"/>
                </a:lnTo>
                <a:lnTo>
                  <a:pt x="90" y="746"/>
                </a:lnTo>
                <a:lnTo>
                  <a:pt x="90" y="753"/>
                </a:lnTo>
                <a:lnTo>
                  <a:pt x="90" y="757"/>
                </a:lnTo>
                <a:lnTo>
                  <a:pt x="92" y="765"/>
                </a:lnTo>
                <a:lnTo>
                  <a:pt x="92" y="770"/>
                </a:lnTo>
                <a:lnTo>
                  <a:pt x="92" y="776"/>
                </a:lnTo>
                <a:lnTo>
                  <a:pt x="94" y="782"/>
                </a:lnTo>
                <a:lnTo>
                  <a:pt x="94" y="789"/>
                </a:lnTo>
                <a:lnTo>
                  <a:pt x="94" y="795"/>
                </a:lnTo>
                <a:lnTo>
                  <a:pt x="96" y="801"/>
                </a:lnTo>
                <a:lnTo>
                  <a:pt x="96" y="806"/>
                </a:lnTo>
                <a:lnTo>
                  <a:pt x="96" y="814"/>
                </a:lnTo>
                <a:lnTo>
                  <a:pt x="96" y="820"/>
                </a:lnTo>
                <a:lnTo>
                  <a:pt x="97" y="825"/>
                </a:lnTo>
                <a:lnTo>
                  <a:pt x="99" y="833"/>
                </a:lnTo>
                <a:lnTo>
                  <a:pt x="101" y="841"/>
                </a:lnTo>
                <a:lnTo>
                  <a:pt x="101" y="846"/>
                </a:lnTo>
                <a:lnTo>
                  <a:pt x="103" y="854"/>
                </a:lnTo>
                <a:lnTo>
                  <a:pt x="103" y="860"/>
                </a:lnTo>
                <a:lnTo>
                  <a:pt x="105" y="867"/>
                </a:lnTo>
                <a:lnTo>
                  <a:pt x="107" y="875"/>
                </a:lnTo>
                <a:lnTo>
                  <a:pt x="109" y="881"/>
                </a:lnTo>
                <a:lnTo>
                  <a:pt x="111" y="888"/>
                </a:lnTo>
                <a:lnTo>
                  <a:pt x="113" y="898"/>
                </a:lnTo>
                <a:lnTo>
                  <a:pt x="115" y="903"/>
                </a:lnTo>
                <a:lnTo>
                  <a:pt x="118" y="911"/>
                </a:lnTo>
                <a:lnTo>
                  <a:pt x="120" y="919"/>
                </a:lnTo>
                <a:lnTo>
                  <a:pt x="122" y="926"/>
                </a:lnTo>
                <a:lnTo>
                  <a:pt x="124" y="934"/>
                </a:lnTo>
                <a:lnTo>
                  <a:pt x="128" y="941"/>
                </a:lnTo>
                <a:lnTo>
                  <a:pt x="130" y="949"/>
                </a:lnTo>
                <a:lnTo>
                  <a:pt x="134" y="959"/>
                </a:lnTo>
                <a:lnTo>
                  <a:pt x="135" y="964"/>
                </a:lnTo>
                <a:lnTo>
                  <a:pt x="139" y="974"/>
                </a:lnTo>
                <a:lnTo>
                  <a:pt x="143" y="981"/>
                </a:lnTo>
                <a:lnTo>
                  <a:pt x="147" y="991"/>
                </a:lnTo>
                <a:lnTo>
                  <a:pt x="151" y="998"/>
                </a:lnTo>
                <a:lnTo>
                  <a:pt x="154" y="1008"/>
                </a:lnTo>
                <a:lnTo>
                  <a:pt x="158" y="1017"/>
                </a:lnTo>
                <a:lnTo>
                  <a:pt x="162" y="1027"/>
                </a:lnTo>
                <a:lnTo>
                  <a:pt x="183" y="1071"/>
                </a:lnTo>
                <a:lnTo>
                  <a:pt x="183" y="1071"/>
                </a:lnTo>
                <a:close/>
              </a:path>
            </a:pathLst>
          </a:custGeom>
          <a:solidFill>
            <a:srgbClr val="4D4D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5" name="Freeform 73"/>
          <p:cNvSpPr>
            <a:spLocks/>
          </p:cNvSpPr>
          <p:nvPr/>
        </p:nvSpPr>
        <p:spPr bwMode="auto">
          <a:xfrm>
            <a:off x="1749426" y="1533525"/>
            <a:ext cx="146050" cy="130175"/>
          </a:xfrm>
          <a:custGeom>
            <a:avLst/>
            <a:gdLst>
              <a:gd name="T0" fmla="*/ 112 w 182"/>
              <a:gd name="T1" fmla="*/ 0 h 163"/>
              <a:gd name="T2" fmla="*/ 118 w 182"/>
              <a:gd name="T3" fmla="*/ 0 h 163"/>
              <a:gd name="T4" fmla="*/ 131 w 182"/>
              <a:gd name="T5" fmla="*/ 4 h 163"/>
              <a:gd name="T6" fmla="*/ 146 w 182"/>
              <a:gd name="T7" fmla="*/ 11 h 163"/>
              <a:gd name="T8" fmla="*/ 161 w 182"/>
              <a:gd name="T9" fmla="*/ 23 h 163"/>
              <a:gd name="T10" fmla="*/ 171 w 182"/>
              <a:gd name="T11" fmla="*/ 36 h 163"/>
              <a:gd name="T12" fmla="*/ 177 w 182"/>
              <a:gd name="T13" fmla="*/ 46 h 163"/>
              <a:gd name="T14" fmla="*/ 178 w 182"/>
              <a:gd name="T15" fmla="*/ 55 h 163"/>
              <a:gd name="T16" fmla="*/ 180 w 182"/>
              <a:gd name="T17" fmla="*/ 70 h 163"/>
              <a:gd name="T18" fmla="*/ 180 w 182"/>
              <a:gd name="T19" fmla="*/ 84 h 163"/>
              <a:gd name="T20" fmla="*/ 178 w 182"/>
              <a:gd name="T21" fmla="*/ 97 h 163"/>
              <a:gd name="T22" fmla="*/ 178 w 182"/>
              <a:gd name="T23" fmla="*/ 105 h 163"/>
              <a:gd name="T24" fmla="*/ 173 w 182"/>
              <a:gd name="T25" fmla="*/ 118 h 163"/>
              <a:gd name="T26" fmla="*/ 165 w 182"/>
              <a:gd name="T27" fmla="*/ 131 h 163"/>
              <a:gd name="T28" fmla="*/ 156 w 182"/>
              <a:gd name="T29" fmla="*/ 144 h 163"/>
              <a:gd name="T30" fmla="*/ 144 w 182"/>
              <a:gd name="T31" fmla="*/ 152 h 163"/>
              <a:gd name="T32" fmla="*/ 133 w 182"/>
              <a:gd name="T33" fmla="*/ 158 h 163"/>
              <a:gd name="T34" fmla="*/ 118 w 182"/>
              <a:gd name="T35" fmla="*/ 162 h 163"/>
              <a:gd name="T36" fmla="*/ 104 w 182"/>
              <a:gd name="T37" fmla="*/ 163 h 163"/>
              <a:gd name="T38" fmla="*/ 91 w 182"/>
              <a:gd name="T39" fmla="*/ 163 h 163"/>
              <a:gd name="T40" fmla="*/ 78 w 182"/>
              <a:gd name="T41" fmla="*/ 162 h 163"/>
              <a:gd name="T42" fmla="*/ 64 w 182"/>
              <a:gd name="T43" fmla="*/ 160 h 163"/>
              <a:gd name="T44" fmla="*/ 51 w 182"/>
              <a:gd name="T45" fmla="*/ 158 h 163"/>
              <a:gd name="T46" fmla="*/ 42 w 182"/>
              <a:gd name="T47" fmla="*/ 154 h 163"/>
              <a:gd name="T48" fmla="*/ 30 w 182"/>
              <a:gd name="T49" fmla="*/ 150 h 163"/>
              <a:gd name="T50" fmla="*/ 23 w 182"/>
              <a:gd name="T51" fmla="*/ 148 h 163"/>
              <a:gd name="T52" fmla="*/ 17 w 182"/>
              <a:gd name="T53" fmla="*/ 144 h 163"/>
              <a:gd name="T54" fmla="*/ 0 w 182"/>
              <a:gd name="T55" fmla="*/ 122 h 163"/>
              <a:gd name="T56" fmla="*/ 4 w 182"/>
              <a:gd name="T57" fmla="*/ 124 h 163"/>
              <a:gd name="T58" fmla="*/ 15 w 182"/>
              <a:gd name="T59" fmla="*/ 127 h 163"/>
              <a:gd name="T60" fmla="*/ 30 w 182"/>
              <a:gd name="T61" fmla="*/ 131 h 163"/>
              <a:gd name="T62" fmla="*/ 40 w 182"/>
              <a:gd name="T63" fmla="*/ 131 h 163"/>
              <a:gd name="T64" fmla="*/ 49 w 182"/>
              <a:gd name="T65" fmla="*/ 133 h 163"/>
              <a:gd name="T66" fmla="*/ 59 w 182"/>
              <a:gd name="T67" fmla="*/ 133 h 163"/>
              <a:gd name="T68" fmla="*/ 68 w 182"/>
              <a:gd name="T69" fmla="*/ 131 h 163"/>
              <a:gd name="T70" fmla="*/ 78 w 182"/>
              <a:gd name="T71" fmla="*/ 129 h 163"/>
              <a:gd name="T72" fmla="*/ 87 w 182"/>
              <a:gd name="T73" fmla="*/ 125 h 163"/>
              <a:gd name="T74" fmla="*/ 102 w 182"/>
              <a:gd name="T75" fmla="*/ 112 h 163"/>
              <a:gd name="T76" fmla="*/ 106 w 182"/>
              <a:gd name="T77" fmla="*/ 101 h 163"/>
              <a:gd name="T78" fmla="*/ 112 w 182"/>
              <a:gd name="T79" fmla="*/ 89 h 163"/>
              <a:gd name="T80" fmla="*/ 112 w 182"/>
              <a:gd name="T81" fmla="*/ 74 h 163"/>
              <a:gd name="T82" fmla="*/ 114 w 182"/>
              <a:gd name="T83" fmla="*/ 63 h 163"/>
              <a:gd name="T84" fmla="*/ 112 w 182"/>
              <a:gd name="T85" fmla="*/ 53 h 163"/>
              <a:gd name="T86" fmla="*/ 112 w 182"/>
              <a:gd name="T87" fmla="*/ 44 h 163"/>
              <a:gd name="T88" fmla="*/ 108 w 182"/>
              <a:gd name="T89" fmla="*/ 30 h 163"/>
              <a:gd name="T90" fmla="*/ 104 w 182"/>
              <a:gd name="T91" fmla="*/ 21 h 163"/>
              <a:gd name="T92" fmla="*/ 91 w 182"/>
              <a:gd name="T93" fmla="*/ 13 h 163"/>
              <a:gd name="T94" fmla="*/ 87 w 182"/>
              <a:gd name="T95" fmla="*/ 13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82" h="163">
                <a:moveTo>
                  <a:pt x="87" y="13"/>
                </a:moveTo>
                <a:lnTo>
                  <a:pt x="112" y="0"/>
                </a:lnTo>
                <a:lnTo>
                  <a:pt x="114" y="0"/>
                </a:lnTo>
                <a:lnTo>
                  <a:pt x="118" y="0"/>
                </a:lnTo>
                <a:lnTo>
                  <a:pt x="125" y="2"/>
                </a:lnTo>
                <a:lnTo>
                  <a:pt x="131" y="4"/>
                </a:lnTo>
                <a:lnTo>
                  <a:pt x="139" y="8"/>
                </a:lnTo>
                <a:lnTo>
                  <a:pt x="146" y="11"/>
                </a:lnTo>
                <a:lnTo>
                  <a:pt x="156" y="17"/>
                </a:lnTo>
                <a:lnTo>
                  <a:pt x="161" y="23"/>
                </a:lnTo>
                <a:lnTo>
                  <a:pt x="167" y="32"/>
                </a:lnTo>
                <a:lnTo>
                  <a:pt x="171" y="36"/>
                </a:lnTo>
                <a:lnTo>
                  <a:pt x="173" y="40"/>
                </a:lnTo>
                <a:lnTo>
                  <a:pt x="177" y="46"/>
                </a:lnTo>
                <a:lnTo>
                  <a:pt x="178" y="51"/>
                </a:lnTo>
                <a:lnTo>
                  <a:pt x="178" y="55"/>
                </a:lnTo>
                <a:lnTo>
                  <a:pt x="180" y="63"/>
                </a:lnTo>
                <a:lnTo>
                  <a:pt x="180" y="70"/>
                </a:lnTo>
                <a:lnTo>
                  <a:pt x="182" y="78"/>
                </a:lnTo>
                <a:lnTo>
                  <a:pt x="180" y="84"/>
                </a:lnTo>
                <a:lnTo>
                  <a:pt x="180" y="93"/>
                </a:lnTo>
                <a:lnTo>
                  <a:pt x="178" y="97"/>
                </a:lnTo>
                <a:lnTo>
                  <a:pt x="178" y="101"/>
                </a:lnTo>
                <a:lnTo>
                  <a:pt x="178" y="105"/>
                </a:lnTo>
                <a:lnTo>
                  <a:pt x="177" y="110"/>
                </a:lnTo>
                <a:lnTo>
                  <a:pt x="173" y="118"/>
                </a:lnTo>
                <a:lnTo>
                  <a:pt x="169" y="125"/>
                </a:lnTo>
                <a:lnTo>
                  <a:pt x="165" y="131"/>
                </a:lnTo>
                <a:lnTo>
                  <a:pt x="161" y="139"/>
                </a:lnTo>
                <a:lnTo>
                  <a:pt x="156" y="144"/>
                </a:lnTo>
                <a:lnTo>
                  <a:pt x="150" y="148"/>
                </a:lnTo>
                <a:lnTo>
                  <a:pt x="144" y="152"/>
                </a:lnTo>
                <a:lnTo>
                  <a:pt x="139" y="156"/>
                </a:lnTo>
                <a:lnTo>
                  <a:pt x="133" y="158"/>
                </a:lnTo>
                <a:lnTo>
                  <a:pt x="125" y="160"/>
                </a:lnTo>
                <a:lnTo>
                  <a:pt x="118" y="162"/>
                </a:lnTo>
                <a:lnTo>
                  <a:pt x="112" y="163"/>
                </a:lnTo>
                <a:lnTo>
                  <a:pt x="104" y="163"/>
                </a:lnTo>
                <a:lnTo>
                  <a:pt x="99" y="163"/>
                </a:lnTo>
                <a:lnTo>
                  <a:pt x="91" y="163"/>
                </a:lnTo>
                <a:lnTo>
                  <a:pt x="85" y="163"/>
                </a:lnTo>
                <a:lnTo>
                  <a:pt x="78" y="162"/>
                </a:lnTo>
                <a:lnTo>
                  <a:pt x="70" y="162"/>
                </a:lnTo>
                <a:lnTo>
                  <a:pt x="64" y="160"/>
                </a:lnTo>
                <a:lnTo>
                  <a:pt x="57" y="160"/>
                </a:lnTo>
                <a:lnTo>
                  <a:pt x="51" y="158"/>
                </a:lnTo>
                <a:lnTo>
                  <a:pt x="45" y="156"/>
                </a:lnTo>
                <a:lnTo>
                  <a:pt x="42" y="154"/>
                </a:lnTo>
                <a:lnTo>
                  <a:pt x="36" y="154"/>
                </a:lnTo>
                <a:lnTo>
                  <a:pt x="30" y="150"/>
                </a:lnTo>
                <a:lnTo>
                  <a:pt x="26" y="148"/>
                </a:lnTo>
                <a:lnTo>
                  <a:pt x="23" y="148"/>
                </a:lnTo>
                <a:lnTo>
                  <a:pt x="21" y="146"/>
                </a:lnTo>
                <a:lnTo>
                  <a:pt x="17" y="144"/>
                </a:lnTo>
                <a:lnTo>
                  <a:pt x="15" y="144"/>
                </a:lnTo>
                <a:lnTo>
                  <a:pt x="0" y="122"/>
                </a:lnTo>
                <a:lnTo>
                  <a:pt x="0" y="122"/>
                </a:lnTo>
                <a:lnTo>
                  <a:pt x="4" y="124"/>
                </a:lnTo>
                <a:lnTo>
                  <a:pt x="7" y="125"/>
                </a:lnTo>
                <a:lnTo>
                  <a:pt x="15" y="127"/>
                </a:lnTo>
                <a:lnTo>
                  <a:pt x="21" y="129"/>
                </a:lnTo>
                <a:lnTo>
                  <a:pt x="30" y="131"/>
                </a:lnTo>
                <a:lnTo>
                  <a:pt x="34" y="131"/>
                </a:lnTo>
                <a:lnTo>
                  <a:pt x="40" y="131"/>
                </a:lnTo>
                <a:lnTo>
                  <a:pt x="45" y="133"/>
                </a:lnTo>
                <a:lnTo>
                  <a:pt x="49" y="133"/>
                </a:lnTo>
                <a:lnTo>
                  <a:pt x="53" y="133"/>
                </a:lnTo>
                <a:lnTo>
                  <a:pt x="59" y="133"/>
                </a:lnTo>
                <a:lnTo>
                  <a:pt x="63" y="131"/>
                </a:lnTo>
                <a:lnTo>
                  <a:pt x="68" y="131"/>
                </a:lnTo>
                <a:lnTo>
                  <a:pt x="72" y="131"/>
                </a:lnTo>
                <a:lnTo>
                  <a:pt x="78" y="129"/>
                </a:lnTo>
                <a:lnTo>
                  <a:pt x="82" y="127"/>
                </a:lnTo>
                <a:lnTo>
                  <a:pt x="87" y="125"/>
                </a:lnTo>
                <a:lnTo>
                  <a:pt x="95" y="120"/>
                </a:lnTo>
                <a:lnTo>
                  <a:pt x="102" y="112"/>
                </a:lnTo>
                <a:lnTo>
                  <a:pt x="104" y="106"/>
                </a:lnTo>
                <a:lnTo>
                  <a:pt x="106" y="101"/>
                </a:lnTo>
                <a:lnTo>
                  <a:pt x="108" y="95"/>
                </a:lnTo>
                <a:lnTo>
                  <a:pt x="112" y="89"/>
                </a:lnTo>
                <a:lnTo>
                  <a:pt x="112" y="82"/>
                </a:lnTo>
                <a:lnTo>
                  <a:pt x="112" y="74"/>
                </a:lnTo>
                <a:lnTo>
                  <a:pt x="112" y="68"/>
                </a:lnTo>
                <a:lnTo>
                  <a:pt x="114" y="63"/>
                </a:lnTo>
                <a:lnTo>
                  <a:pt x="112" y="57"/>
                </a:lnTo>
                <a:lnTo>
                  <a:pt x="112" y="53"/>
                </a:lnTo>
                <a:lnTo>
                  <a:pt x="112" y="47"/>
                </a:lnTo>
                <a:lnTo>
                  <a:pt x="112" y="44"/>
                </a:lnTo>
                <a:lnTo>
                  <a:pt x="110" y="36"/>
                </a:lnTo>
                <a:lnTo>
                  <a:pt x="108" y="30"/>
                </a:lnTo>
                <a:lnTo>
                  <a:pt x="106" y="25"/>
                </a:lnTo>
                <a:lnTo>
                  <a:pt x="104" y="21"/>
                </a:lnTo>
                <a:lnTo>
                  <a:pt x="97" y="15"/>
                </a:lnTo>
                <a:lnTo>
                  <a:pt x="91" y="13"/>
                </a:lnTo>
                <a:lnTo>
                  <a:pt x="87" y="13"/>
                </a:lnTo>
                <a:lnTo>
                  <a:pt x="87" y="13"/>
                </a:lnTo>
                <a:lnTo>
                  <a:pt x="87" y="13"/>
                </a:lnTo>
                <a:close/>
              </a:path>
            </a:pathLst>
          </a:custGeom>
          <a:solidFill>
            <a:srgbClr val="7D4D1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6" name="Freeform 74"/>
          <p:cNvSpPr>
            <a:spLocks/>
          </p:cNvSpPr>
          <p:nvPr/>
        </p:nvSpPr>
        <p:spPr bwMode="auto">
          <a:xfrm>
            <a:off x="1746251" y="1546225"/>
            <a:ext cx="77788" cy="68263"/>
          </a:xfrm>
          <a:custGeom>
            <a:avLst/>
            <a:gdLst>
              <a:gd name="T0" fmla="*/ 34 w 97"/>
              <a:gd name="T1" fmla="*/ 82 h 86"/>
              <a:gd name="T2" fmla="*/ 34 w 97"/>
              <a:gd name="T3" fmla="*/ 78 h 86"/>
              <a:gd name="T4" fmla="*/ 30 w 97"/>
              <a:gd name="T5" fmla="*/ 74 h 86"/>
              <a:gd name="T6" fmla="*/ 27 w 97"/>
              <a:gd name="T7" fmla="*/ 67 h 86"/>
              <a:gd name="T8" fmla="*/ 25 w 97"/>
              <a:gd name="T9" fmla="*/ 61 h 86"/>
              <a:gd name="T10" fmla="*/ 23 w 97"/>
              <a:gd name="T11" fmla="*/ 55 h 86"/>
              <a:gd name="T12" fmla="*/ 23 w 97"/>
              <a:gd name="T13" fmla="*/ 51 h 86"/>
              <a:gd name="T14" fmla="*/ 23 w 97"/>
              <a:gd name="T15" fmla="*/ 48 h 86"/>
              <a:gd name="T16" fmla="*/ 25 w 97"/>
              <a:gd name="T17" fmla="*/ 44 h 86"/>
              <a:gd name="T18" fmla="*/ 27 w 97"/>
              <a:gd name="T19" fmla="*/ 38 h 86"/>
              <a:gd name="T20" fmla="*/ 30 w 97"/>
              <a:gd name="T21" fmla="*/ 34 h 86"/>
              <a:gd name="T22" fmla="*/ 34 w 97"/>
              <a:gd name="T23" fmla="*/ 32 h 86"/>
              <a:gd name="T24" fmla="*/ 40 w 97"/>
              <a:gd name="T25" fmla="*/ 29 h 86"/>
              <a:gd name="T26" fmla="*/ 46 w 97"/>
              <a:gd name="T27" fmla="*/ 27 h 86"/>
              <a:gd name="T28" fmla="*/ 49 w 97"/>
              <a:gd name="T29" fmla="*/ 25 h 86"/>
              <a:gd name="T30" fmla="*/ 53 w 97"/>
              <a:gd name="T31" fmla="*/ 25 h 86"/>
              <a:gd name="T32" fmla="*/ 59 w 97"/>
              <a:gd name="T33" fmla="*/ 25 h 86"/>
              <a:gd name="T34" fmla="*/ 65 w 97"/>
              <a:gd name="T35" fmla="*/ 25 h 86"/>
              <a:gd name="T36" fmla="*/ 70 w 97"/>
              <a:gd name="T37" fmla="*/ 29 h 86"/>
              <a:gd name="T38" fmla="*/ 74 w 97"/>
              <a:gd name="T39" fmla="*/ 31 h 86"/>
              <a:gd name="T40" fmla="*/ 76 w 97"/>
              <a:gd name="T41" fmla="*/ 34 h 86"/>
              <a:gd name="T42" fmla="*/ 78 w 97"/>
              <a:gd name="T43" fmla="*/ 38 h 86"/>
              <a:gd name="T44" fmla="*/ 78 w 97"/>
              <a:gd name="T45" fmla="*/ 40 h 86"/>
              <a:gd name="T46" fmla="*/ 97 w 97"/>
              <a:gd name="T47" fmla="*/ 29 h 86"/>
              <a:gd name="T48" fmla="*/ 95 w 97"/>
              <a:gd name="T49" fmla="*/ 27 h 86"/>
              <a:gd name="T50" fmla="*/ 89 w 97"/>
              <a:gd name="T51" fmla="*/ 21 h 86"/>
              <a:gd name="T52" fmla="*/ 86 w 97"/>
              <a:gd name="T53" fmla="*/ 17 h 86"/>
              <a:gd name="T54" fmla="*/ 82 w 97"/>
              <a:gd name="T55" fmla="*/ 15 h 86"/>
              <a:gd name="T56" fmla="*/ 76 w 97"/>
              <a:gd name="T57" fmla="*/ 12 h 86"/>
              <a:gd name="T58" fmla="*/ 72 w 97"/>
              <a:gd name="T59" fmla="*/ 8 h 86"/>
              <a:gd name="T60" fmla="*/ 65 w 97"/>
              <a:gd name="T61" fmla="*/ 6 h 86"/>
              <a:gd name="T62" fmla="*/ 59 w 97"/>
              <a:gd name="T63" fmla="*/ 2 h 86"/>
              <a:gd name="T64" fmla="*/ 51 w 97"/>
              <a:gd name="T65" fmla="*/ 0 h 86"/>
              <a:gd name="T66" fmla="*/ 46 w 97"/>
              <a:gd name="T67" fmla="*/ 0 h 86"/>
              <a:gd name="T68" fmla="*/ 38 w 97"/>
              <a:gd name="T69" fmla="*/ 0 h 86"/>
              <a:gd name="T70" fmla="*/ 32 w 97"/>
              <a:gd name="T71" fmla="*/ 4 h 86"/>
              <a:gd name="T72" fmla="*/ 25 w 97"/>
              <a:gd name="T73" fmla="*/ 8 h 86"/>
              <a:gd name="T74" fmla="*/ 17 w 97"/>
              <a:gd name="T75" fmla="*/ 15 h 86"/>
              <a:gd name="T76" fmla="*/ 11 w 97"/>
              <a:gd name="T77" fmla="*/ 21 h 86"/>
              <a:gd name="T78" fmla="*/ 6 w 97"/>
              <a:gd name="T79" fmla="*/ 29 h 86"/>
              <a:gd name="T80" fmla="*/ 2 w 97"/>
              <a:gd name="T81" fmla="*/ 34 h 86"/>
              <a:gd name="T82" fmla="*/ 0 w 97"/>
              <a:gd name="T83" fmla="*/ 40 h 86"/>
              <a:gd name="T84" fmla="*/ 0 w 97"/>
              <a:gd name="T85" fmla="*/ 46 h 86"/>
              <a:gd name="T86" fmla="*/ 0 w 97"/>
              <a:gd name="T87" fmla="*/ 51 h 86"/>
              <a:gd name="T88" fmla="*/ 0 w 97"/>
              <a:gd name="T89" fmla="*/ 57 h 86"/>
              <a:gd name="T90" fmla="*/ 2 w 97"/>
              <a:gd name="T91" fmla="*/ 63 h 86"/>
              <a:gd name="T92" fmla="*/ 2 w 97"/>
              <a:gd name="T93" fmla="*/ 67 h 86"/>
              <a:gd name="T94" fmla="*/ 6 w 97"/>
              <a:gd name="T95" fmla="*/ 72 h 86"/>
              <a:gd name="T96" fmla="*/ 8 w 97"/>
              <a:gd name="T97" fmla="*/ 76 h 86"/>
              <a:gd name="T98" fmla="*/ 9 w 97"/>
              <a:gd name="T99" fmla="*/ 80 h 86"/>
              <a:gd name="T100" fmla="*/ 13 w 97"/>
              <a:gd name="T101" fmla="*/ 84 h 86"/>
              <a:gd name="T102" fmla="*/ 15 w 97"/>
              <a:gd name="T103" fmla="*/ 86 h 86"/>
              <a:gd name="T104" fmla="*/ 34 w 97"/>
              <a:gd name="T105" fmla="*/ 82 h 86"/>
              <a:gd name="T106" fmla="*/ 34 w 97"/>
              <a:gd name="T107" fmla="*/ 82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7" h="86">
                <a:moveTo>
                  <a:pt x="34" y="82"/>
                </a:moveTo>
                <a:lnTo>
                  <a:pt x="34" y="78"/>
                </a:lnTo>
                <a:lnTo>
                  <a:pt x="30" y="74"/>
                </a:lnTo>
                <a:lnTo>
                  <a:pt x="27" y="67"/>
                </a:lnTo>
                <a:lnTo>
                  <a:pt x="25" y="61"/>
                </a:lnTo>
                <a:lnTo>
                  <a:pt x="23" y="55"/>
                </a:lnTo>
                <a:lnTo>
                  <a:pt x="23" y="51"/>
                </a:lnTo>
                <a:lnTo>
                  <a:pt x="23" y="48"/>
                </a:lnTo>
                <a:lnTo>
                  <a:pt x="25" y="44"/>
                </a:lnTo>
                <a:lnTo>
                  <a:pt x="27" y="38"/>
                </a:lnTo>
                <a:lnTo>
                  <a:pt x="30" y="34"/>
                </a:lnTo>
                <a:lnTo>
                  <a:pt x="34" y="32"/>
                </a:lnTo>
                <a:lnTo>
                  <a:pt x="40" y="29"/>
                </a:lnTo>
                <a:lnTo>
                  <a:pt x="46" y="27"/>
                </a:lnTo>
                <a:lnTo>
                  <a:pt x="49" y="25"/>
                </a:lnTo>
                <a:lnTo>
                  <a:pt x="53" y="25"/>
                </a:lnTo>
                <a:lnTo>
                  <a:pt x="59" y="25"/>
                </a:lnTo>
                <a:lnTo>
                  <a:pt x="65" y="25"/>
                </a:lnTo>
                <a:lnTo>
                  <a:pt x="70" y="29"/>
                </a:lnTo>
                <a:lnTo>
                  <a:pt x="74" y="31"/>
                </a:lnTo>
                <a:lnTo>
                  <a:pt x="76" y="34"/>
                </a:lnTo>
                <a:lnTo>
                  <a:pt x="78" y="38"/>
                </a:lnTo>
                <a:lnTo>
                  <a:pt x="78" y="40"/>
                </a:lnTo>
                <a:lnTo>
                  <a:pt x="97" y="29"/>
                </a:lnTo>
                <a:lnTo>
                  <a:pt x="95" y="27"/>
                </a:lnTo>
                <a:lnTo>
                  <a:pt x="89" y="21"/>
                </a:lnTo>
                <a:lnTo>
                  <a:pt x="86" y="17"/>
                </a:lnTo>
                <a:lnTo>
                  <a:pt x="82" y="15"/>
                </a:lnTo>
                <a:lnTo>
                  <a:pt x="76" y="12"/>
                </a:lnTo>
                <a:lnTo>
                  <a:pt x="72" y="8"/>
                </a:lnTo>
                <a:lnTo>
                  <a:pt x="65" y="6"/>
                </a:lnTo>
                <a:lnTo>
                  <a:pt x="59" y="2"/>
                </a:lnTo>
                <a:lnTo>
                  <a:pt x="51" y="0"/>
                </a:lnTo>
                <a:lnTo>
                  <a:pt x="46" y="0"/>
                </a:lnTo>
                <a:lnTo>
                  <a:pt x="38" y="0"/>
                </a:lnTo>
                <a:lnTo>
                  <a:pt x="32" y="4"/>
                </a:lnTo>
                <a:lnTo>
                  <a:pt x="25" y="8"/>
                </a:lnTo>
                <a:lnTo>
                  <a:pt x="17" y="15"/>
                </a:lnTo>
                <a:lnTo>
                  <a:pt x="11" y="21"/>
                </a:lnTo>
                <a:lnTo>
                  <a:pt x="6" y="29"/>
                </a:lnTo>
                <a:lnTo>
                  <a:pt x="2" y="34"/>
                </a:lnTo>
                <a:lnTo>
                  <a:pt x="0" y="40"/>
                </a:lnTo>
                <a:lnTo>
                  <a:pt x="0" y="46"/>
                </a:lnTo>
                <a:lnTo>
                  <a:pt x="0" y="51"/>
                </a:lnTo>
                <a:lnTo>
                  <a:pt x="0" y="57"/>
                </a:lnTo>
                <a:lnTo>
                  <a:pt x="2" y="63"/>
                </a:lnTo>
                <a:lnTo>
                  <a:pt x="2" y="67"/>
                </a:lnTo>
                <a:lnTo>
                  <a:pt x="6" y="72"/>
                </a:lnTo>
                <a:lnTo>
                  <a:pt x="8" y="76"/>
                </a:lnTo>
                <a:lnTo>
                  <a:pt x="9" y="80"/>
                </a:lnTo>
                <a:lnTo>
                  <a:pt x="13" y="84"/>
                </a:lnTo>
                <a:lnTo>
                  <a:pt x="15" y="86"/>
                </a:lnTo>
                <a:lnTo>
                  <a:pt x="34" y="82"/>
                </a:lnTo>
                <a:lnTo>
                  <a:pt x="34" y="82"/>
                </a:lnTo>
                <a:close/>
              </a:path>
            </a:pathLst>
          </a:custGeom>
          <a:solidFill>
            <a:srgbClr val="7D4D1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7" name="Freeform 75"/>
          <p:cNvSpPr>
            <a:spLocks/>
          </p:cNvSpPr>
          <p:nvPr/>
        </p:nvSpPr>
        <p:spPr bwMode="auto">
          <a:xfrm>
            <a:off x="1849438" y="1273175"/>
            <a:ext cx="212725" cy="260350"/>
          </a:xfrm>
          <a:custGeom>
            <a:avLst/>
            <a:gdLst>
              <a:gd name="T0" fmla="*/ 0 w 268"/>
              <a:gd name="T1" fmla="*/ 316 h 329"/>
              <a:gd name="T2" fmla="*/ 10 w 268"/>
              <a:gd name="T3" fmla="*/ 308 h 329"/>
              <a:gd name="T4" fmla="*/ 17 w 268"/>
              <a:gd name="T5" fmla="*/ 300 h 329"/>
              <a:gd name="T6" fmla="*/ 31 w 268"/>
              <a:gd name="T7" fmla="*/ 289 h 329"/>
              <a:gd name="T8" fmla="*/ 44 w 268"/>
              <a:gd name="T9" fmla="*/ 278 h 329"/>
              <a:gd name="T10" fmla="*/ 59 w 268"/>
              <a:gd name="T11" fmla="*/ 262 h 329"/>
              <a:gd name="T12" fmla="*/ 73 w 268"/>
              <a:gd name="T13" fmla="*/ 249 h 329"/>
              <a:gd name="T14" fmla="*/ 82 w 268"/>
              <a:gd name="T15" fmla="*/ 240 h 329"/>
              <a:gd name="T16" fmla="*/ 92 w 268"/>
              <a:gd name="T17" fmla="*/ 230 h 329"/>
              <a:gd name="T18" fmla="*/ 101 w 268"/>
              <a:gd name="T19" fmla="*/ 219 h 329"/>
              <a:gd name="T20" fmla="*/ 111 w 268"/>
              <a:gd name="T21" fmla="*/ 207 h 329"/>
              <a:gd name="T22" fmla="*/ 122 w 268"/>
              <a:gd name="T23" fmla="*/ 196 h 329"/>
              <a:gd name="T24" fmla="*/ 131 w 268"/>
              <a:gd name="T25" fmla="*/ 184 h 329"/>
              <a:gd name="T26" fmla="*/ 141 w 268"/>
              <a:gd name="T27" fmla="*/ 171 h 329"/>
              <a:gd name="T28" fmla="*/ 152 w 268"/>
              <a:gd name="T29" fmla="*/ 156 h 329"/>
              <a:gd name="T30" fmla="*/ 164 w 268"/>
              <a:gd name="T31" fmla="*/ 143 h 329"/>
              <a:gd name="T32" fmla="*/ 173 w 268"/>
              <a:gd name="T33" fmla="*/ 127 h 329"/>
              <a:gd name="T34" fmla="*/ 185 w 268"/>
              <a:gd name="T35" fmla="*/ 112 h 329"/>
              <a:gd name="T36" fmla="*/ 196 w 268"/>
              <a:gd name="T37" fmla="*/ 95 h 329"/>
              <a:gd name="T38" fmla="*/ 206 w 268"/>
              <a:gd name="T39" fmla="*/ 80 h 329"/>
              <a:gd name="T40" fmla="*/ 217 w 268"/>
              <a:gd name="T41" fmla="*/ 63 h 329"/>
              <a:gd name="T42" fmla="*/ 226 w 268"/>
              <a:gd name="T43" fmla="*/ 46 h 329"/>
              <a:gd name="T44" fmla="*/ 236 w 268"/>
              <a:gd name="T45" fmla="*/ 27 h 329"/>
              <a:gd name="T46" fmla="*/ 246 w 268"/>
              <a:gd name="T47" fmla="*/ 8 h 329"/>
              <a:gd name="T48" fmla="*/ 268 w 268"/>
              <a:gd name="T49" fmla="*/ 21 h 329"/>
              <a:gd name="T50" fmla="*/ 266 w 268"/>
              <a:gd name="T51" fmla="*/ 25 h 329"/>
              <a:gd name="T52" fmla="*/ 265 w 268"/>
              <a:gd name="T53" fmla="*/ 38 h 329"/>
              <a:gd name="T54" fmla="*/ 261 w 268"/>
              <a:gd name="T55" fmla="*/ 48 h 329"/>
              <a:gd name="T56" fmla="*/ 259 w 268"/>
              <a:gd name="T57" fmla="*/ 59 h 329"/>
              <a:gd name="T58" fmla="*/ 255 w 268"/>
              <a:gd name="T59" fmla="*/ 72 h 329"/>
              <a:gd name="T60" fmla="*/ 251 w 268"/>
              <a:gd name="T61" fmla="*/ 86 h 329"/>
              <a:gd name="T62" fmla="*/ 246 w 268"/>
              <a:gd name="T63" fmla="*/ 101 h 329"/>
              <a:gd name="T64" fmla="*/ 238 w 268"/>
              <a:gd name="T65" fmla="*/ 118 h 329"/>
              <a:gd name="T66" fmla="*/ 230 w 268"/>
              <a:gd name="T67" fmla="*/ 133 h 329"/>
              <a:gd name="T68" fmla="*/ 225 w 268"/>
              <a:gd name="T69" fmla="*/ 143 h 329"/>
              <a:gd name="T70" fmla="*/ 221 w 268"/>
              <a:gd name="T71" fmla="*/ 152 h 329"/>
              <a:gd name="T72" fmla="*/ 209 w 268"/>
              <a:gd name="T73" fmla="*/ 169 h 329"/>
              <a:gd name="T74" fmla="*/ 204 w 268"/>
              <a:gd name="T75" fmla="*/ 179 h 329"/>
              <a:gd name="T76" fmla="*/ 198 w 268"/>
              <a:gd name="T77" fmla="*/ 188 h 329"/>
              <a:gd name="T78" fmla="*/ 190 w 268"/>
              <a:gd name="T79" fmla="*/ 196 h 329"/>
              <a:gd name="T80" fmla="*/ 185 w 268"/>
              <a:gd name="T81" fmla="*/ 207 h 329"/>
              <a:gd name="T82" fmla="*/ 177 w 268"/>
              <a:gd name="T83" fmla="*/ 215 h 329"/>
              <a:gd name="T84" fmla="*/ 169 w 268"/>
              <a:gd name="T85" fmla="*/ 224 h 329"/>
              <a:gd name="T86" fmla="*/ 156 w 268"/>
              <a:gd name="T87" fmla="*/ 240 h 329"/>
              <a:gd name="T88" fmla="*/ 141 w 268"/>
              <a:gd name="T89" fmla="*/ 253 h 329"/>
              <a:gd name="T90" fmla="*/ 124 w 268"/>
              <a:gd name="T91" fmla="*/ 268 h 329"/>
              <a:gd name="T92" fmla="*/ 109 w 268"/>
              <a:gd name="T93" fmla="*/ 281 h 329"/>
              <a:gd name="T94" fmla="*/ 97 w 268"/>
              <a:gd name="T95" fmla="*/ 287 h 329"/>
              <a:gd name="T96" fmla="*/ 88 w 268"/>
              <a:gd name="T97" fmla="*/ 293 h 329"/>
              <a:gd name="T98" fmla="*/ 78 w 268"/>
              <a:gd name="T99" fmla="*/ 300 h 329"/>
              <a:gd name="T100" fmla="*/ 69 w 268"/>
              <a:gd name="T101" fmla="*/ 306 h 329"/>
              <a:gd name="T102" fmla="*/ 57 w 268"/>
              <a:gd name="T103" fmla="*/ 312 h 329"/>
              <a:gd name="T104" fmla="*/ 46 w 268"/>
              <a:gd name="T105" fmla="*/ 318 h 329"/>
              <a:gd name="T106" fmla="*/ 34 w 268"/>
              <a:gd name="T107" fmla="*/ 323 h 329"/>
              <a:gd name="T108" fmla="*/ 25 w 268"/>
              <a:gd name="T109" fmla="*/ 329 h 329"/>
              <a:gd name="T110" fmla="*/ 0 w 268"/>
              <a:gd name="T111" fmla="*/ 318 h 3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68" h="329">
                <a:moveTo>
                  <a:pt x="0" y="318"/>
                </a:moveTo>
                <a:lnTo>
                  <a:pt x="0" y="316"/>
                </a:lnTo>
                <a:lnTo>
                  <a:pt x="6" y="312"/>
                </a:lnTo>
                <a:lnTo>
                  <a:pt x="10" y="308"/>
                </a:lnTo>
                <a:lnTo>
                  <a:pt x="14" y="306"/>
                </a:lnTo>
                <a:lnTo>
                  <a:pt x="17" y="300"/>
                </a:lnTo>
                <a:lnTo>
                  <a:pt x="25" y="297"/>
                </a:lnTo>
                <a:lnTo>
                  <a:pt x="31" y="289"/>
                </a:lnTo>
                <a:lnTo>
                  <a:pt x="36" y="283"/>
                </a:lnTo>
                <a:lnTo>
                  <a:pt x="44" y="278"/>
                </a:lnTo>
                <a:lnTo>
                  <a:pt x="52" y="270"/>
                </a:lnTo>
                <a:lnTo>
                  <a:pt x="59" y="262"/>
                </a:lnTo>
                <a:lnTo>
                  <a:pt x="69" y="255"/>
                </a:lnTo>
                <a:lnTo>
                  <a:pt x="73" y="249"/>
                </a:lnTo>
                <a:lnTo>
                  <a:pt x="78" y="245"/>
                </a:lnTo>
                <a:lnTo>
                  <a:pt x="82" y="240"/>
                </a:lnTo>
                <a:lnTo>
                  <a:pt x="88" y="236"/>
                </a:lnTo>
                <a:lnTo>
                  <a:pt x="92" y="230"/>
                </a:lnTo>
                <a:lnTo>
                  <a:pt x="97" y="224"/>
                </a:lnTo>
                <a:lnTo>
                  <a:pt x="101" y="219"/>
                </a:lnTo>
                <a:lnTo>
                  <a:pt x="107" y="213"/>
                </a:lnTo>
                <a:lnTo>
                  <a:pt x="111" y="207"/>
                </a:lnTo>
                <a:lnTo>
                  <a:pt x="116" y="202"/>
                </a:lnTo>
                <a:lnTo>
                  <a:pt x="122" y="196"/>
                </a:lnTo>
                <a:lnTo>
                  <a:pt x="128" y="190"/>
                </a:lnTo>
                <a:lnTo>
                  <a:pt x="131" y="184"/>
                </a:lnTo>
                <a:lnTo>
                  <a:pt x="137" y="177"/>
                </a:lnTo>
                <a:lnTo>
                  <a:pt x="141" y="171"/>
                </a:lnTo>
                <a:lnTo>
                  <a:pt x="147" y="164"/>
                </a:lnTo>
                <a:lnTo>
                  <a:pt x="152" y="156"/>
                </a:lnTo>
                <a:lnTo>
                  <a:pt x="158" y="150"/>
                </a:lnTo>
                <a:lnTo>
                  <a:pt x="164" y="143"/>
                </a:lnTo>
                <a:lnTo>
                  <a:pt x="169" y="135"/>
                </a:lnTo>
                <a:lnTo>
                  <a:pt x="173" y="127"/>
                </a:lnTo>
                <a:lnTo>
                  <a:pt x="179" y="120"/>
                </a:lnTo>
                <a:lnTo>
                  <a:pt x="185" y="112"/>
                </a:lnTo>
                <a:lnTo>
                  <a:pt x="190" y="105"/>
                </a:lnTo>
                <a:lnTo>
                  <a:pt x="196" y="95"/>
                </a:lnTo>
                <a:lnTo>
                  <a:pt x="200" y="87"/>
                </a:lnTo>
                <a:lnTo>
                  <a:pt x="206" y="80"/>
                </a:lnTo>
                <a:lnTo>
                  <a:pt x="211" y="72"/>
                </a:lnTo>
                <a:lnTo>
                  <a:pt x="217" y="63"/>
                </a:lnTo>
                <a:lnTo>
                  <a:pt x="221" y="53"/>
                </a:lnTo>
                <a:lnTo>
                  <a:pt x="226" y="46"/>
                </a:lnTo>
                <a:lnTo>
                  <a:pt x="230" y="36"/>
                </a:lnTo>
                <a:lnTo>
                  <a:pt x="236" y="27"/>
                </a:lnTo>
                <a:lnTo>
                  <a:pt x="240" y="17"/>
                </a:lnTo>
                <a:lnTo>
                  <a:pt x="246" y="8"/>
                </a:lnTo>
                <a:lnTo>
                  <a:pt x="251" y="0"/>
                </a:lnTo>
                <a:lnTo>
                  <a:pt x="268" y="21"/>
                </a:lnTo>
                <a:lnTo>
                  <a:pt x="266" y="21"/>
                </a:lnTo>
                <a:lnTo>
                  <a:pt x="266" y="25"/>
                </a:lnTo>
                <a:lnTo>
                  <a:pt x="265" y="30"/>
                </a:lnTo>
                <a:lnTo>
                  <a:pt x="265" y="38"/>
                </a:lnTo>
                <a:lnTo>
                  <a:pt x="263" y="42"/>
                </a:lnTo>
                <a:lnTo>
                  <a:pt x="261" y="48"/>
                </a:lnTo>
                <a:lnTo>
                  <a:pt x="259" y="51"/>
                </a:lnTo>
                <a:lnTo>
                  <a:pt x="259" y="59"/>
                </a:lnTo>
                <a:lnTo>
                  <a:pt x="257" y="65"/>
                </a:lnTo>
                <a:lnTo>
                  <a:pt x="255" y="72"/>
                </a:lnTo>
                <a:lnTo>
                  <a:pt x="253" y="78"/>
                </a:lnTo>
                <a:lnTo>
                  <a:pt x="251" y="86"/>
                </a:lnTo>
                <a:lnTo>
                  <a:pt x="247" y="93"/>
                </a:lnTo>
                <a:lnTo>
                  <a:pt x="246" y="101"/>
                </a:lnTo>
                <a:lnTo>
                  <a:pt x="242" y="108"/>
                </a:lnTo>
                <a:lnTo>
                  <a:pt x="238" y="118"/>
                </a:lnTo>
                <a:lnTo>
                  <a:pt x="234" y="124"/>
                </a:lnTo>
                <a:lnTo>
                  <a:pt x="230" y="133"/>
                </a:lnTo>
                <a:lnTo>
                  <a:pt x="228" y="137"/>
                </a:lnTo>
                <a:lnTo>
                  <a:pt x="225" y="143"/>
                </a:lnTo>
                <a:lnTo>
                  <a:pt x="223" y="146"/>
                </a:lnTo>
                <a:lnTo>
                  <a:pt x="221" y="152"/>
                </a:lnTo>
                <a:lnTo>
                  <a:pt x="215" y="160"/>
                </a:lnTo>
                <a:lnTo>
                  <a:pt x="209" y="169"/>
                </a:lnTo>
                <a:lnTo>
                  <a:pt x="206" y="173"/>
                </a:lnTo>
                <a:lnTo>
                  <a:pt x="204" y="179"/>
                </a:lnTo>
                <a:lnTo>
                  <a:pt x="202" y="183"/>
                </a:lnTo>
                <a:lnTo>
                  <a:pt x="198" y="188"/>
                </a:lnTo>
                <a:lnTo>
                  <a:pt x="194" y="192"/>
                </a:lnTo>
                <a:lnTo>
                  <a:pt x="190" y="196"/>
                </a:lnTo>
                <a:lnTo>
                  <a:pt x="188" y="202"/>
                </a:lnTo>
                <a:lnTo>
                  <a:pt x="185" y="207"/>
                </a:lnTo>
                <a:lnTo>
                  <a:pt x="181" y="211"/>
                </a:lnTo>
                <a:lnTo>
                  <a:pt x="177" y="215"/>
                </a:lnTo>
                <a:lnTo>
                  <a:pt x="173" y="221"/>
                </a:lnTo>
                <a:lnTo>
                  <a:pt x="169" y="224"/>
                </a:lnTo>
                <a:lnTo>
                  <a:pt x="164" y="232"/>
                </a:lnTo>
                <a:lnTo>
                  <a:pt x="156" y="240"/>
                </a:lnTo>
                <a:lnTo>
                  <a:pt x="149" y="245"/>
                </a:lnTo>
                <a:lnTo>
                  <a:pt x="141" y="253"/>
                </a:lnTo>
                <a:lnTo>
                  <a:pt x="133" y="261"/>
                </a:lnTo>
                <a:lnTo>
                  <a:pt x="124" y="268"/>
                </a:lnTo>
                <a:lnTo>
                  <a:pt x="116" y="274"/>
                </a:lnTo>
                <a:lnTo>
                  <a:pt x="109" y="281"/>
                </a:lnTo>
                <a:lnTo>
                  <a:pt x="103" y="283"/>
                </a:lnTo>
                <a:lnTo>
                  <a:pt x="97" y="287"/>
                </a:lnTo>
                <a:lnTo>
                  <a:pt x="93" y="289"/>
                </a:lnTo>
                <a:lnTo>
                  <a:pt x="88" y="293"/>
                </a:lnTo>
                <a:lnTo>
                  <a:pt x="82" y="295"/>
                </a:lnTo>
                <a:lnTo>
                  <a:pt x="78" y="300"/>
                </a:lnTo>
                <a:lnTo>
                  <a:pt x="73" y="302"/>
                </a:lnTo>
                <a:lnTo>
                  <a:pt x="69" y="306"/>
                </a:lnTo>
                <a:lnTo>
                  <a:pt x="63" y="308"/>
                </a:lnTo>
                <a:lnTo>
                  <a:pt x="57" y="312"/>
                </a:lnTo>
                <a:lnTo>
                  <a:pt x="52" y="314"/>
                </a:lnTo>
                <a:lnTo>
                  <a:pt x="46" y="318"/>
                </a:lnTo>
                <a:lnTo>
                  <a:pt x="40" y="319"/>
                </a:lnTo>
                <a:lnTo>
                  <a:pt x="34" y="323"/>
                </a:lnTo>
                <a:lnTo>
                  <a:pt x="29" y="327"/>
                </a:lnTo>
                <a:lnTo>
                  <a:pt x="25" y="329"/>
                </a:lnTo>
                <a:lnTo>
                  <a:pt x="0" y="318"/>
                </a:lnTo>
                <a:lnTo>
                  <a:pt x="0" y="318"/>
                </a:lnTo>
                <a:close/>
              </a:path>
            </a:pathLst>
          </a:cu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8" name="Freeform 76"/>
          <p:cNvSpPr>
            <a:spLocks/>
          </p:cNvSpPr>
          <p:nvPr/>
        </p:nvSpPr>
        <p:spPr bwMode="auto">
          <a:xfrm>
            <a:off x="1752601" y="1673225"/>
            <a:ext cx="93663" cy="363538"/>
          </a:xfrm>
          <a:custGeom>
            <a:avLst/>
            <a:gdLst>
              <a:gd name="T0" fmla="*/ 114 w 117"/>
              <a:gd name="T1" fmla="*/ 0 h 458"/>
              <a:gd name="T2" fmla="*/ 114 w 117"/>
              <a:gd name="T3" fmla="*/ 6 h 458"/>
              <a:gd name="T4" fmla="*/ 114 w 117"/>
              <a:gd name="T5" fmla="*/ 17 h 458"/>
              <a:gd name="T6" fmla="*/ 116 w 117"/>
              <a:gd name="T7" fmla="*/ 28 h 458"/>
              <a:gd name="T8" fmla="*/ 116 w 117"/>
              <a:gd name="T9" fmla="*/ 38 h 458"/>
              <a:gd name="T10" fmla="*/ 117 w 117"/>
              <a:gd name="T11" fmla="*/ 47 h 458"/>
              <a:gd name="T12" fmla="*/ 117 w 117"/>
              <a:gd name="T13" fmla="*/ 59 h 458"/>
              <a:gd name="T14" fmla="*/ 117 w 117"/>
              <a:gd name="T15" fmla="*/ 70 h 458"/>
              <a:gd name="T16" fmla="*/ 117 w 117"/>
              <a:gd name="T17" fmla="*/ 84 h 458"/>
              <a:gd name="T18" fmla="*/ 117 w 117"/>
              <a:gd name="T19" fmla="*/ 99 h 458"/>
              <a:gd name="T20" fmla="*/ 117 w 117"/>
              <a:gd name="T21" fmla="*/ 112 h 458"/>
              <a:gd name="T22" fmla="*/ 117 w 117"/>
              <a:gd name="T23" fmla="*/ 127 h 458"/>
              <a:gd name="T24" fmla="*/ 117 w 117"/>
              <a:gd name="T25" fmla="*/ 144 h 458"/>
              <a:gd name="T26" fmla="*/ 116 w 117"/>
              <a:gd name="T27" fmla="*/ 161 h 458"/>
              <a:gd name="T28" fmla="*/ 114 w 117"/>
              <a:gd name="T29" fmla="*/ 179 h 458"/>
              <a:gd name="T30" fmla="*/ 112 w 117"/>
              <a:gd name="T31" fmla="*/ 196 h 458"/>
              <a:gd name="T32" fmla="*/ 110 w 117"/>
              <a:gd name="T33" fmla="*/ 213 h 458"/>
              <a:gd name="T34" fmla="*/ 108 w 117"/>
              <a:gd name="T35" fmla="*/ 232 h 458"/>
              <a:gd name="T36" fmla="*/ 104 w 117"/>
              <a:gd name="T37" fmla="*/ 249 h 458"/>
              <a:gd name="T38" fmla="*/ 100 w 117"/>
              <a:gd name="T39" fmla="*/ 268 h 458"/>
              <a:gd name="T40" fmla="*/ 98 w 117"/>
              <a:gd name="T41" fmla="*/ 287 h 458"/>
              <a:gd name="T42" fmla="*/ 93 w 117"/>
              <a:gd name="T43" fmla="*/ 306 h 458"/>
              <a:gd name="T44" fmla="*/ 87 w 117"/>
              <a:gd name="T45" fmla="*/ 323 h 458"/>
              <a:gd name="T46" fmla="*/ 81 w 117"/>
              <a:gd name="T47" fmla="*/ 342 h 458"/>
              <a:gd name="T48" fmla="*/ 76 w 117"/>
              <a:gd name="T49" fmla="*/ 361 h 458"/>
              <a:gd name="T50" fmla="*/ 70 w 117"/>
              <a:gd name="T51" fmla="*/ 378 h 458"/>
              <a:gd name="T52" fmla="*/ 60 w 117"/>
              <a:gd name="T53" fmla="*/ 397 h 458"/>
              <a:gd name="T54" fmla="*/ 53 w 117"/>
              <a:gd name="T55" fmla="*/ 414 h 458"/>
              <a:gd name="T56" fmla="*/ 43 w 117"/>
              <a:gd name="T57" fmla="*/ 433 h 458"/>
              <a:gd name="T58" fmla="*/ 0 w 117"/>
              <a:gd name="T59" fmla="*/ 458 h 458"/>
              <a:gd name="T60" fmla="*/ 3 w 117"/>
              <a:gd name="T61" fmla="*/ 450 h 458"/>
              <a:gd name="T62" fmla="*/ 5 w 117"/>
              <a:gd name="T63" fmla="*/ 441 h 458"/>
              <a:gd name="T64" fmla="*/ 11 w 117"/>
              <a:gd name="T65" fmla="*/ 430 h 458"/>
              <a:gd name="T66" fmla="*/ 17 w 117"/>
              <a:gd name="T67" fmla="*/ 414 h 458"/>
              <a:gd name="T68" fmla="*/ 21 w 117"/>
              <a:gd name="T69" fmla="*/ 405 h 458"/>
              <a:gd name="T70" fmla="*/ 24 w 117"/>
              <a:gd name="T71" fmla="*/ 395 h 458"/>
              <a:gd name="T72" fmla="*/ 26 w 117"/>
              <a:gd name="T73" fmla="*/ 384 h 458"/>
              <a:gd name="T74" fmla="*/ 30 w 117"/>
              <a:gd name="T75" fmla="*/ 374 h 458"/>
              <a:gd name="T76" fmla="*/ 34 w 117"/>
              <a:gd name="T77" fmla="*/ 361 h 458"/>
              <a:gd name="T78" fmla="*/ 38 w 117"/>
              <a:gd name="T79" fmla="*/ 350 h 458"/>
              <a:gd name="T80" fmla="*/ 41 w 117"/>
              <a:gd name="T81" fmla="*/ 336 h 458"/>
              <a:gd name="T82" fmla="*/ 45 w 117"/>
              <a:gd name="T83" fmla="*/ 323 h 458"/>
              <a:gd name="T84" fmla="*/ 47 w 117"/>
              <a:gd name="T85" fmla="*/ 308 h 458"/>
              <a:gd name="T86" fmla="*/ 53 w 117"/>
              <a:gd name="T87" fmla="*/ 293 h 458"/>
              <a:gd name="T88" fmla="*/ 55 w 117"/>
              <a:gd name="T89" fmla="*/ 277 h 458"/>
              <a:gd name="T90" fmla="*/ 59 w 117"/>
              <a:gd name="T91" fmla="*/ 260 h 458"/>
              <a:gd name="T92" fmla="*/ 62 w 117"/>
              <a:gd name="T93" fmla="*/ 243 h 458"/>
              <a:gd name="T94" fmla="*/ 64 w 117"/>
              <a:gd name="T95" fmla="*/ 226 h 458"/>
              <a:gd name="T96" fmla="*/ 66 w 117"/>
              <a:gd name="T97" fmla="*/ 207 h 458"/>
              <a:gd name="T98" fmla="*/ 70 w 117"/>
              <a:gd name="T99" fmla="*/ 188 h 458"/>
              <a:gd name="T100" fmla="*/ 70 w 117"/>
              <a:gd name="T101" fmla="*/ 167 h 458"/>
              <a:gd name="T102" fmla="*/ 74 w 117"/>
              <a:gd name="T103" fmla="*/ 148 h 458"/>
              <a:gd name="T104" fmla="*/ 74 w 117"/>
              <a:gd name="T105" fmla="*/ 127 h 458"/>
              <a:gd name="T106" fmla="*/ 76 w 117"/>
              <a:gd name="T107" fmla="*/ 106 h 458"/>
              <a:gd name="T108" fmla="*/ 76 w 117"/>
              <a:gd name="T109" fmla="*/ 85 h 458"/>
              <a:gd name="T110" fmla="*/ 78 w 117"/>
              <a:gd name="T111" fmla="*/ 64 h 458"/>
              <a:gd name="T112" fmla="*/ 72 w 117"/>
              <a:gd name="T113" fmla="*/ 13 h 4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17" h="458">
                <a:moveTo>
                  <a:pt x="72" y="13"/>
                </a:moveTo>
                <a:lnTo>
                  <a:pt x="114" y="0"/>
                </a:lnTo>
                <a:lnTo>
                  <a:pt x="114" y="2"/>
                </a:lnTo>
                <a:lnTo>
                  <a:pt x="114" y="6"/>
                </a:lnTo>
                <a:lnTo>
                  <a:pt x="114" y="11"/>
                </a:lnTo>
                <a:lnTo>
                  <a:pt x="114" y="17"/>
                </a:lnTo>
                <a:lnTo>
                  <a:pt x="116" y="25"/>
                </a:lnTo>
                <a:lnTo>
                  <a:pt x="116" y="28"/>
                </a:lnTo>
                <a:lnTo>
                  <a:pt x="116" y="32"/>
                </a:lnTo>
                <a:lnTo>
                  <a:pt x="116" y="38"/>
                </a:lnTo>
                <a:lnTo>
                  <a:pt x="117" y="44"/>
                </a:lnTo>
                <a:lnTo>
                  <a:pt x="117" y="47"/>
                </a:lnTo>
                <a:lnTo>
                  <a:pt x="117" y="53"/>
                </a:lnTo>
                <a:lnTo>
                  <a:pt x="117" y="59"/>
                </a:lnTo>
                <a:lnTo>
                  <a:pt x="117" y="64"/>
                </a:lnTo>
                <a:lnTo>
                  <a:pt x="117" y="70"/>
                </a:lnTo>
                <a:lnTo>
                  <a:pt x="117" y="78"/>
                </a:lnTo>
                <a:lnTo>
                  <a:pt x="117" y="84"/>
                </a:lnTo>
                <a:lnTo>
                  <a:pt x="117" y="91"/>
                </a:lnTo>
                <a:lnTo>
                  <a:pt x="117" y="99"/>
                </a:lnTo>
                <a:lnTo>
                  <a:pt x="117" y="106"/>
                </a:lnTo>
                <a:lnTo>
                  <a:pt x="117" y="112"/>
                </a:lnTo>
                <a:lnTo>
                  <a:pt x="117" y="122"/>
                </a:lnTo>
                <a:lnTo>
                  <a:pt x="117" y="127"/>
                </a:lnTo>
                <a:lnTo>
                  <a:pt x="117" y="137"/>
                </a:lnTo>
                <a:lnTo>
                  <a:pt x="117" y="144"/>
                </a:lnTo>
                <a:lnTo>
                  <a:pt x="117" y="154"/>
                </a:lnTo>
                <a:lnTo>
                  <a:pt x="116" y="161"/>
                </a:lnTo>
                <a:lnTo>
                  <a:pt x="116" y="169"/>
                </a:lnTo>
                <a:lnTo>
                  <a:pt x="114" y="179"/>
                </a:lnTo>
                <a:lnTo>
                  <a:pt x="114" y="186"/>
                </a:lnTo>
                <a:lnTo>
                  <a:pt x="112" y="196"/>
                </a:lnTo>
                <a:lnTo>
                  <a:pt x="112" y="203"/>
                </a:lnTo>
                <a:lnTo>
                  <a:pt x="110" y="213"/>
                </a:lnTo>
                <a:lnTo>
                  <a:pt x="110" y="222"/>
                </a:lnTo>
                <a:lnTo>
                  <a:pt x="108" y="232"/>
                </a:lnTo>
                <a:lnTo>
                  <a:pt x="106" y="239"/>
                </a:lnTo>
                <a:lnTo>
                  <a:pt x="104" y="249"/>
                </a:lnTo>
                <a:lnTo>
                  <a:pt x="102" y="258"/>
                </a:lnTo>
                <a:lnTo>
                  <a:pt x="100" y="268"/>
                </a:lnTo>
                <a:lnTo>
                  <a:pt x="98" y="277"/>
                </a:lnTo>
                <a:lnTo>
                  <a:pt x="98" y="287"/>
                </a:lnTo>
                <a:lnTo>
                  <a:pt x="97" y="296"/>
                </a:lnTo>
                <a:lnTo>
                  <a:pt x="93" y="306"/>
                </a:lnTo>
                <a:lnTo>
                  <a:pt x="91" y="315"/>
                </a:lnTo>
                <a:lnTo>
                  <a:pt x="87" y="323"/>
                </a:lnTo>
                <a:lnTo>
                  <a:pt x="85" y="334"/>
                </a:lnTo>
                <a:lnTo>
                  <a:pt x="81" y="342"/>
                </a:lnTo>
                <a:lnTo>
                  <a:pt x="79" y="352"/>
                </a:lnTo>
                <a:lnTo>
                  <a:pt x="76" y="361"/>
                </a:lnTo>
                <a:lnTo>
                  <a:pt x="74" y="371"/>
                </a:lnTo>
                <a:lnTo>
                  <a:pt x="70" y="378"/>
                </a:lnTo>
                <a:lnTo>
                  <a:pt x="64" y="390"/>
                </a:lnTo>
                <a:lnTo>
                  <a:pt x="60" y="397"/>
                </a:lnTo>
                <a:lnTo>
                  <a:pt x="57" y="407"/>
                </a:lnTo>
                <a:lnTo>
                  <a:pt x="53" y="414"/>
                </a:lnTo>
                <a:lnTo>
                  <a:pt x="47" y="424"/>
                </a:lnTo>
                <a:lnTo>
                  <a:pt x="43" y="433"/>
                </a:lnTo>
                <a:lnTo>
                  <a:pt x="40" y="441"/>
                </a:lnTo>
                <a:lnTo>
                  <a:pt x="0" y="458"/>
                </a:lnTo>
                <a:lnTo>
                  <a:pt x="0" y="456"/>
                </a:lnTo>
                <a:lnTo>
                  <a:pt x="3" y="450"/>
                </a:lnTo>
                <a:lnTo>
                  <a:pt x="3" y="447"/>
                </a:lnTo>
                <a:lnTo>
                  <a:pt x="5" y="441"/>
                </a:lnTo>
                <a:lnTo>
                  <a:pt x="9" y="435"/>
                </a:lnTo>
                <a:lnTo>
                  <a:pt x="11" y="430"/>
                </a:lnTo>
                <a:lnTo>
                  <a:pt x="15" y="422"/>
                </a:lnTo>
                <a:lnTo>
                  <a:pt x="17" y="414"/>
                </a:lnTo>
                <a:lnTo>
                  <a:pt x="19" y="409"/>
                </a:lnTo>
                <a:lnTo>
                  <a:pt x="21" y="405"/>
                </a:lnTo>
                <a:lnTo>
                  <a:pt x="21" y="399"/>
                </a:lnTo>
                <a:lnTo>
                  <a:pt x="24" y="395"/>
                </a:lnTo>
                <a:lnTo>
                  <a:pt x="26" y="390"/>
                </a:lnTo>
                <a:lnTo>
                  <a:pt x="26" y="384"/>
                </a:lnTo>
                <a:lnTo>
                  <a:pt x="28" y="378"/>
                </a:lnTo>
                <a:lnTo>
                  <a:pt x="30" y="374"/>
                </a:lnTo>
                <a:lnTo>
                  <a:pt x="32" y="367"/>
                </a:lnTo>
                <a:lnTo>
                  <a:pt x="34" y="361"/>
                </a:lnTo>
                <a:lnTo>
                  <a:pt x="36" y="355"/>
                </a:lnTo>
                <a:lnTo>
                  <a:pt x="38" y="350"/>
                </a:lnTo>
                <a:lnTo>
                  <a:pt x="40" y="344"/>
                </a:lnTo>
                <a:lnTo>
                  <a:pt x="41" y="336"/>
                </a:lnTo>
                <a:lnTo>
                  <a:pt x="43" y="329"/>
                </a:lnTo>
                <a:lnTo>
                  <a:pt x="45" y="323"/>
                </a:lnTo>
                <a:lnTo>
                  <a:pt x="47" y="315"/>
                </a:lnTo>
                <a:lnTo>
                  <a:pt x="47" y="308"/>
                </a:lnTo>
                <a:lnTo>
                  <a:pt x="49" y="300"/>
                </a:lnTo>
                <a:lnTo>
                  <a:pt x="53" y="293"/>
                </a:lnTo>
                <a:lnTo>
                  <a:pt x="53" y="285"/>
                </a:lnTo>
                <a:lnTo>
                  <a:pt x="55" y="277"/>
                </a:lnTo>
                <a:lnTo>
                  <a:pt x="57" y="268"/>
                </a:lnTo>
                <a:lnTo>
                  <a:pt x="59" y="260"/>
                </a:lnTo>
                <a:lnTo>
                  <a:pt x="59" y="251"/>
                </a:lnTo>
                <a:lnTo>
                  <a:pt x="62" y="243"/>
                </a:lnTo>
                <a:lnTo>
                  <a:pt x="62" y="234"/>
                </a:lnTo>
                <a:lnTo>
                  <a:pt x="64" y="226"/>
                </a:lnTo>
                <a:lnTo>
                  <a:pt x="66" y="217"/>
                </a:lnTo>
                <a:lnTo>
                  <a:pt x="66" y="207"/>
                </a:lnTo>
                <a:lnTo>
                  <a:pt x="68" y="198"/>
                </a:lnTo>
                <a:lnTo>
                  <a:pt x="70" y="188"/>
                </a:lnTo>
                <a:lnTo>
                  <a:pt x="70" y="179"/>
                </a:lnTo>
                <a:lnTo>
                  <a:pt x="70" y="167"/>
                </a:lnTo>
                <a:lnTo>
                  <a:pt x="72" y="158"/>
                </a:lnTo>
                <a:lnTo>
                  <a:pt x="74" y="148"/>
                </a:lnTo>
                <a:lnTo>
                  <a:pt x="74" y="139"/>
                </a:lnTo>
                <a:lnTo>
                  <a:pt x="74" y="127"/>
                </a:lnTo>
                <a:lnTo>
                  <a:pt x="76" y="118"/>
                </a:lnTo>
                <a:lnTo>
                  <a:pt x="76" y="106"/>
                </a:lnTo>
                <a:lnTo>
                  <a:pt x="76" y="95"/>
                </a:lnTo>
                <a:lnTo>
                  <a:pt x="76" y="85"/>
                </a:lnTo>
                <a:lnTo>
                  <a:pt x="76" y="74"/>
                </a:lnTo>
                <a:lnTo>
                  <a:pt x="78" y="64"/>
                </a:lnTo>
                <a:lnTo>
                  <a:pt x="72" y="13"/>
                </a:lnTo>
                <a:lnTo>
                  <a:pt x="72" y="13"/>
                </a:lnTo>
                <a:close/>
              </a:path>
            </a:pathLst>
          </a:cu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9" name="Freeform 77"/>
          <p:cNvSpPr>
            <a:spLocks/>
          </p:cNvSpPr>
          <p:nvPr/>
        </p:nvSpPr>
        <p:spPr bwMode="auto">
          <a:xfrm>
            <a:off x="1538288" y="1385888"/>
            <a:ext cx="88900" cy="84138"/>
          </a:xfrm>
          <a:custGeom>
            <a:avLst/>
            <a:gdLst>
              <a:gd name="T0" fmla="*/ 0 w 112"/>
              <a:gd name="T1" fmla="*/ 21 h 104"/>
              <a:gd name="T2" fmla="*/ 32 w 112"/>
              <a:gd name="T3" fmla="*/ 0 h 104"/>
              <a:gd name="T4" fmla="*/ 70 w 112"/>
              <a:gd name="T5" fmla="*/ 45 h 104"/>
              <a:gd name="T6" fmla="*/ 112 w 112"/>
              <a:gd name="T7" fmla="*/ 95 h 104"/>
              <a:gd name="T8" fmla="*/ 95 w 112"/>
              <a:gd name="T9" fmla="*/ 104 h 104"/>
              <a:gd name="T10" fmla="*/ 38 w 112"/>
              <a:gd name="T11" fmla="*/ 57 h 104"/>
              <a:gd name="T12" fmla="*/ 0 w 112"/>
              <a:gd name="T13" fmla="*/ 21 h 104"/>
              <a:gd name="T14" fmla="*/ 0 w 112"/>
              <a:gd name="T15" fmla="*/ 21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2" h="104">
                <a:moveTo>
                  <a:pt x="0" y="21"/>
                </a:moveTo>
                <a:lnTo>
                  <a:pt x="32" y="0"/>
                </a:lnTo>
                <a:lnTo>
                  <a:pt x="70" y="45"/>
                </a:lnTo>
                <a:lnTo>
                  <a:pt x="112" y="95"/>
                </a:lnTo>
                <a:lnTo>
                  <a:pt x="95" y="104"/>
                </a:lnTo>
                <a:lnTo>
                  <a:pt x="38" y="57"/>
                </a:lnTo>
                <a:lnTo>
                  <a:pt x="0" y="21"/>
                </a:lnTo>
                <a:lnTo>
                  <a:pt x="0" y="21"/>
                </a:lnTo>
                <a:close/>
              </a:path>
            </a:pathLst>
          </a:custGeom>
          <a:solidFill>
            <a:srgbClr val="6666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0" name="Freeform 78"/>
          <p:cNvSpPr>
            <a:spLocks/>
          </p:cNvSpPr>
          <p:nvPr/>
        </p:nvSpPr>
        <p:spPr bwMode="auto">
          <a:xfrm>
            <a:off x="1720851" y="1222375"/>
            <a:ext cx="60325" cy="107950"/>
          </a:xfrm>
          <a:custGeom>
            <a:avLst/>
            <a:gdLst>
              <a:gd name="T0" fmla="*/ 0 w 76"/>
              <a:gd name="T1" fmla="*/ 29 h 137"/>
              <a:gd name="T2" fmla="*/ 28 w 76"/>
              <a:gd name="T3" fmla="*/ 0 h 137"/>
              <a:gd name="T4" fmla="*/ 49 w 76"/>
              <a:gd name="T5" fmla="*/ 56 h 137"/>
              <a:gd name="T6" fmla="*/ 76 w 76"/>
              <a:gd name="T7" fmla="*/ 126 h 137"/>
              <a:gd name="T8" fmla="*/ 61 w 76"/>
              <a:gd name="T9" fmla="*/ 137 h 137"/>
              <a:gd name="T10" fmla="*/ 0 w 76"/>
              <a:gd name="T11" fmla="*/ 29 h 137"/>
              <a:gd name="T12" fmla="*/ 0 w 76"/>
              <a:gd name="T13" fmla="*/ 29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6" h="137">
                <a:moveTo>
                  <a:pt x="0" y="29"/>
                </a:moveTo>
                <a:lnTo>
                  <a:pt x="28" y="0"/>
                </a:lnTo>
                <a:lnTo>
                  <a:pt x="49" y="56"/>
                </a:lnTo>
                <a:lnTo>
                  <a:pt x="76" y="126"/>
                </a:lnTo>
                <a:lnTo>
                  <a:pt x="61" y="137"/>
                </a:lnTo>
                <a:lnTo>
                  <a:pt x="0" y="29"/>
                </a:lnTo>
                <a:lnTo>
                  <a:pt x="0" y="29"/>
                </a:lnTo>
                <a:close/>
              </a:path>
            </a:pathLst>
          </a:custGeom>
          <a:solidFill>
            <a:srgbClr val="6666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2" name="Freeform 79"/>
          <p:cNvSpPr>
            <a:spLocks/>
          </p:cNvSpPr>
          <p:nvPr/>
        </p:nvSpPr>
        <p:spPr bwMode="auto">
          <a:xfrm>
            <a:off x="2049463" y="1309688"/>
            <a:ext cx="71438" cy="53975"/>
          </a:xfrm>
          <a:custGeom>
            <a:avLst/>
            <a:gdLst>
              <a:gd name="T0" fmla="*/ 0 w 91"/>
              <a:gd name="T1" fmla="*/ 66 h 68"/>
              <a:gd name="T2" fmla="*/ 71 w 91"/>
              <a:gd name="T3" fmla="*/ 0 h 68"/>
              <a:gd name="T4" fmla="*/ 91 w 91"/>
              <a:gd name="T5" fmla="*/ 22 h 68"/>
              <a:gd name="T6" fmla="*/ 25 w 91"/>
              <a:gd name="T7" fmla="*/ 68 h 68"/>
              <a:gd name="T8" fmla="*/ 0 w 91"/>
              <a:gd name="T9" fmla="*/ 66 h 68"/>
              <a:gd name="T10" fmla="*/ 0 w 91"/>
              <a:gd name="T11" fmla="*/ 66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1" h="68">
                <a:moveTo>
                  <a:pt x="0" y="66"/>
                </a:moveTo>
                <a:lnTo>
                  <a:pt x="71" y="0"/>
                </a:lnTo>
                <a:lnTo>
                  <a:pt x="91" y="22"/>
                </a:lnTo>
                <a:lnTo>
                  <a:pt x="25" y="68"/>
                </a:lnTo>
                <a:lnTo>
                  <a:pt x="0" y="66"/>
                </a:lnTo>
                <a:lnTo>
                  <a:pt x="0" y="66"/>
                </a:lnTo>
                <a:close/>
              </a:path>
            </a:pathLst>
          </a:custGeom>
          <a:solidFill>
            <a:srgbClr val="6666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3" name="Freeform 80"/>
          <p:cNvSpPr>
            <a:spLocks/>
          </p:cNvSpPr>
          <p:nvPr/>
        </p:nvSpPr>
        <p:spPr bwMode="auto">
          <a:xfrm>
            <a:off x="2085976" y="1446213"/>
            <a:ext cx="96838" cy="69850"/>
          </a:xfrm>
          <a:custGeom>
            <a:avLst/>
            <a:gdLst>
              <a:gd name="T0" fmla="*/ 0 w 121"/>
              <a:gd name="T1" fmla="*/ 80 h 87"/>
              <a:gd name="T2" fmla="*/ 116 w 121"/>
              <a:gd name="T3" fmla="*/ 0 h 87"/>
              <a:gd name="T4" fmla="*/ 121 w 121"/>
              <a:gd name="T5" fmla="*/ 42 h 87"/>
              <a:gd name="T6" fmla="*/ 11 w 121"/>
              <a:gd name="T7" fmla="*/ 87 h 87"/>
              <a:gd name="T8" fmla="*/ 0 w 121"/>
              <a:gd name="T9" fmla="*/ 80 h 87"/>
              <a:gd name="T10" fmla="*/ 0 w 121"/>
              <a:gd name="T11" fmla="*/ 80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1" h="87">
                <a:moveTo>
                  <a:pt x="0" y="80"/>
                </a:moveTo>
                <a:lnTo>
                  <a:pt x="116" y="0"/>
                </a:lnTo>
                <a:lnTo>
                  <a:pt x="121" y="42"/>
                </a:lnTo>
                <a:lnTo>
                  <a:pt x="11" y="87"/>
                </a:lnTo>
                <a:lnTo>
                  <a:pt x="0" y="80"/>
                </a:lnTo>
                <a:lnTo>
                  <a:pt x="0" y="80"/>
                </a:lnTo>
                <a:close/>
              </a:path>
            </a:pathLst>
          </a:custGeom>
          <a:solidFill>
            <a:srgbClr val="6666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4" name="Freeform 81"/>
          <p:cNvSpPr>
            <a:spLocks/>
          </p:cNvSpPr>
          <p:nvPr/>
        </p:nvSpPr>
        <p:spPr bwMode="auto">
          <a:xfrm>
            <a:off x="1492251" y="1560513"/>
            <a:ext cx="44450" cy="65088"/>
          </a:xfrm>
          <a:custGeom>
            <a:avLst/>
            <a:gdLst>
              <a:gd name="T0" fmla="*/ 9 w 57"/>
              <a:gd name="T1" fmla="*/ 0 h 82"/>
              <a:gd name="T2" fmla="*/ 13 w 57"/>
              <a:gd name="T3" fmla="*/ 0 h 82"/>
              <a:gd name="T4" fmla="*/ 17 w 57"/>
              <a:gd name="T5" fmla="*/ 2 h 82"/>
              <a:gd name="T6" fmla="*/ 23 w 57"/>
              <a:gd name="T7" fmla="*/ 6 h 82"/>
              <a:gd name="T8" fmla="*/ 26 w 57"/>
              <a:gd name="T9" fmla="*/ 10 h 82"/>
              <a:gd name="T10" fmla="*/ 34 w 57"/>
              <a:gd name="T11" fmla="*/ 14 h 82"/>
              <a:gd name="T12" fmla="*/ 40 w 57"/>
              <a:gd name="T13" fmla="*/ 19 h 82"/>
              <a:gd name="T14" fmla="*/ 47 w 57"/>
              <a:gd name="T15" fmla="*/ 25 h 82"/>
              <a:gd name="T16" fmla="*/ 51 w 57"/>
              <a:gd name="T17" fmla="*/ 31 h 82"/>
              <a:gd name="T18" fmla="*/ 53 w 57"/>
              <a:gd name="T19" fmla="*/ 36 h 82"/>
              <a:gd name="T20" fmla="*/ 57 w 57"/>
              <a:gd name="T21" fmla="*/ 44 h 82"/>
              <a:gd name="T22" fmla="*/ 57 w 57"/>
              <a:gd name="T23" fmla="*/ 52 h 82"/>
              <a:gd name="T24" fmla="*/ 53 w 57"/>
              <a:gd name="T25" fmla="*/ 57 h 82"/>
              <a:gd name="T26" fmla="*/ 49 w 57"/>
              <a:gd name="T27" fmla="*/ 65 h 82"/>
              <a:gd name="T28" fmla="*/ 45 w 57"/>
              <a:gd name="T29" fmla="*/ 69 h 82"/>
              <a:gd name="T30" fmla="*/ 42 w 57"/>
              <a:gd name="T31" fmla="*/ 73 h 82"/>
              <a:gd name="T32" fmla="*/ 36 w 57"/>
              <a:gd name="T33" fmla="*/ 76 h 82"/>
              <a:gd name="T34" fmla="*/ 30 w 57"/>
              <a:gd name="T35" fmla="*/ 80 h 82"/>
              <a:gd name="T36" fmla="*/ 0 w 57"/>
              <a:gd name="T37" fmla="*/ 82 h 82"/>
              <a:gd name="T38" fmla="*/ 9 w 57"/>
              <a:gd name="T39" fmla="*/ 0 h 82"/>
              <a:gd name="T40" fmla="*/ 9 w 57"/>
              <a:gd name="T4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57" h="82">
                <a:moveTo>
                  <a:pt x="9" y="0"/>
                </a:moveTo>
                <a:lnTo>
                  <a:pt x="13" y="0"/>
                </a:lnTo>
                <a:lnTo>
                  <a:pt x="17" y="2"/>
                </a:lnTo>
                <a:lnTo>
                  <a:pt x="23" y="6"/>
                </a:lnTo>
                <a:lnTo>
                  <a:pt x="26" y="10"/>
                </a:lnTo>
                <a:lnTo>
                  <a:pt x="34" y="14"/>
                </a:lnTo>
                <a:lnTo>
                  <a:pt x="40" y="19"/>
                </a:lnTo>
                <a:lnTo>
                  <a:pt x="47" y="25"/>
                </a:lnTo>
                <a:lnTo>
                  <a:pt x="51" y="31"/>
                </a:lnTo>
                <a:lnTo>
                  <a:pt x="53" y="36"/>
                </a:lnTo>
                <a:lnTo>
                  <a:pt x="57" y="44"/>
                </a:lnTo>
                <a:lnTo>
                  <a:pt x="57" y="52"/>
                </a:lnTo>
                <a:lnTo>
                  <a:pt x="53" y="57"/>
                </a:lnTo>
                <a:lnTo>
                  <a:pt x="49" y="65"/>
                </a:lnTo>
                <a:lnTo>
                  <a:pt x="45" y="69"/>
                </a:lnTo>
                <a:lnTo>
                  <a:pt x="42" y="73"/>
                </a:lnTo>
                <a:lnTo>
                  <a:pt x="36" y="76"/>
                </a:lnTo>
                <a:lnTo>
                  <a:pt x="30" y="80"/>
                </a:lnTo>
                <a:lnTo>
                  <a:pt x="0" y="82"/>
                </a:lnTo>
                <a:lnTo>
                  <a:pt x="9" y="0"/>
                </a:lnTo>
                <a:lnTo>
                  <a:pt x="9" y="0"/>
                </a:lnTo>
                <a:close/>
              </a:path>
            </a:pathLst>
          </a:cu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5" name="Freeform 82"/>
          <p:cNvSpPr>
            <a:spLocks/>
          </p:cNvSpPr>
          <p:nvPr/>
        </p:nvSpPr>
        <p:spPr bwMode="auto">
          <a:xfrm>
            <a:off x="1852613" y="1204913"/>
            <a:ext cx="65088" cy="74613"/>
          </a:xfrm>
          <a:custGeom>
            <a:avLst/>
            <a:gdLst>
              <a:gd name="T0" fmla="*/ 27 w 82"/>
              <a:gd name="T1" fmla="*/ 94 h 94"/>
              <a:gd name="T2" fmla="*/ 25 w 82"/>
              <a:gd name="T3" fmla="*/ 94 h 94"/>
              <a:gd name="T4" fmla="*/ 19 w 82"/>
              <a:gd name="T5" fmla="*/ 92 h 94"/>
              <a:gd name="T6" fmla="*/ 13 w 82"/>
              <a:gd name="T7" fmla="*/ 88 h 94"/>
              <a:gd name="T8" fmla="*/ 8 w 82"/>
              <a:gd name="T9" fmla="*/ 82 h 94"/>
              <a:gd name="T10" fmla="*/ 6 w 82"/>
              <a:gd name="T11" fmla="*/ 77 h 94"/>
              <a:gd name="T12" fmla="*/ 2 w 82"/>
              <a:gd name="T13" fmla="*/ 73 h 94"/>
              <a:gd name="T14" fmla="*/ 0 w 82"/>
              <a:gd name="T15" fmla="*/ 65 h 94"/>
              <a:gd name="T16" fmla="*/ 0 w 82"/>
              <a:gd name="T17" fmla="*/ 59 h 94"/>
              <a:gd name="T18" fmla="*/ 0 w 82"/>
              <a:gd name="T19" fmla="*/ 54 h 94"/>
              <a:gd name="T20" fmla="*/ 0 w 82"/>
              <a:gd name="T21" fmla="*/ 50 h 94"/>
              <a:gd name="T22" fmla="*/ 0 w 82"/>
              <a:gd name="T23" fmla="*/ 44 h 94"/>
              <a:gd name="T24" fmla="*/ 2 w 82"/>
              <a:gd name="T25" fmla="*/ 40 h 94"/>
              <a:gd name="T26" fmla="*/ 2 w 82"/>
              <a:gd name="T27" fmla="*/ 33 h 94"/>
              <a:gd name="T28" fmla="*/ 4 w 82"/>
              <a:gd name="T29" fmla="*/ 27 h 94"/>
              <a:gd name="T30" fmla="*/ 6 w 82"/>
              <a:gd name="T31" fmla="*/ 21 h 94"/>
              <a:gd name="T32" fmla="*/ 8 w 82"/>
              <a:gd name="T33" fmla="*/ 16 h 94"/>
              <a:gd name="T34" fmla="*/ 82 w 82"/>
              <a:gd name="T35" fmla="*/ 0 h 94"/>
              <a:gd name="T36" fmla="*/ 82 w 82"/>
              <a:gd name="T37" fmla="*/ 2 h 94"/>
              <a:gd name="T38" fmla="*/ 82 w 82"/>
              <a:gd name="T39" fmla="*/ 8 h 94"/>
              <a:gd name="T40" fmla="*/ 82 w 82"/>
              <a:gd name="T41" fmla="*/ 10 h 94"/>
              <a:gd name="T42" fmla="*/ 82 w 82"/>
              <a:gd name="T43" fmla="*/ 16 h 94"/>
              <a:gd name="T44" fmla="*/ 82 w 82"/>
              <a:gd name="T45" fmla="*/ 21 h 94"/>
              <a:gd name="T46" fmla="*/ 82 w 82"/>
              <a:gd name="T47" fmla="*/ 27 h 94"/>
              <a:gd name="T48" fmla="*/ 80 w 82"/>
              <a:gd name="T49" fmla="*/ 33 h 94"/>
              <a:gd name="T50" fmla="*/ 78 w 82"/>
              <a:gd name="T51" fmla="*/ 39 h 94"/>
              <a:gd name="T52" fmla="*/ 74 w 82"/>
              <a:gd name="T53" fmla="*/ 46 h 94"/>
              <a:gd name="T54" fmla="*/ 72 w 82"/>
              <a:gd name="T55" fmla="*/ 54 h 94"/>
              <a:gd name="T56" fmla="*/ 67 w 82"/>
              <a:gd name="T57" fmla="*/ 61 h 94"/>
              <a:gd name="T58" fmla="*/ 63 w 82"/>
              <a:gd name="T59" fmla="*/ 69 h 94"/>
              <a:gd name="T60" fmla="*/ 55 w 82"/>
              <a:gd name="T61" fmla="*/ 77 h 94"/>
              <a:gd name="T62" fmla="*/ 49 w 82"/>
              <a:gd name="T63" fmla="*/ 86 h 94"/>
              <a:gd name="T64" fmla="*/ 27 w 82"/>
              <a:gd name="T65" fmla="*/ 94 h 94"/>
              <a:gd name="T66" fmla="*/ 27 w 82"/>
              <a:gd name="T67" fmla="*/ 94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82" h="94">
                <a:moveTo>
                  <a:pt x="27" y="94"/>
                </a:moveTo>
                <a:lnTo>
                  <a:pt x="25" y="94"/>
                </a:lnTo>
                <a:lnTo>
                  <a:pt x="19" y="92"/>
                </a:lnTo>
                <a:lnTo>
                  <a:pt x="13" y="88"/>
                </a:lnTo>
                <a:lnTo>
                  <a:pt x="8" y="82"/>
                </a:lnTo>
                <a:lnTo>
                  <a:pt x="6" y="77"/>
                </a:lnTo>
                <a:lnTo>
                  <a:pt x="2" y="73"/>
                </a:lnTo>
                <a:lnTo>
                  <a:pt x="0" y="65"/>
                </a:lnTo>
                <a:lnTo>
                  <a:pt x="0" y="59"/>
                </a:lnTo>
                <a:lnTo>
                  <a:pt x="0" y="54"/>
                </a:lnTo>
                <a:lnTo>
                  <a:pt x="0" y="50"/>
                </a:lnTo>
                <a:lnTo>
                  <a:pt x="0" y="44"/>
                </a:lnTo>
                <a:lnTo>
                  <a:pt x="2" y="40"/>
                </a:lnTo>
                <a:lnTo>
                  <a:pt x="2" y="33"/>
                </a:lnTo>
                <a:lnTo>
                  <a:pt x="4" y="27"/>
                </a:lnTo>
                <a:lnTo>
                  <a:pt x="6" y="21"/>
                </a:lnTo>
                <a:lnTo>
                  <a:pt x="8" y="16"/>
                </a:lnTo>
                <a:lnTo>
                  <a:pt x="82" y="0"/>
                </a:lnTo>
                <a:lnTo>
                  <a:pt x="82" y="2"/>
                </a:lnTo>
                <a:lnTo>
                  <a:pt x="82" y="8"/>
                </a:lnTo>
                <a:lnTo>
                  <a:pt x="82" y="10"/>
                </a:lnTo>
                <a:lnTo>
                  <a:pt x="82" y="16"/>
                </a:lnTo>
                <a:lnTo>
                  <a:pt x="82" y="21"/>
                </a:lnTo>
                <a:lnTo>
                  <a:pt x="82" y="27"/>
                </a:lnTo>
                <a:lnTo>
                  <a:pt x="80" y="33"/>
                </a:lnTo>
                <a:lnTo>
                  <a:pt x="78" y="39"/>
                </a:lnTo>
                <a:lnTo>
                  <a:pt x="74" y="46"/>
                </a:lnTo>
                <a:lnTo>
                  <a:pt x="72" y="54"/>
                </a:lnTo>
                <a:lnTo>
                  <a:pt x="67" y="61"/>
                </a:lnTo>
                <a:lnTo>
                  <a:pt x="63" y="69"/>
                </a:lnTo>
                <a:lnTo>
                  <a:pt x="55" y="77"/>
                </a:lnTo>
                <a:lnTo>
                  <a:pt x="49" y="86"/>
                </a:lnTo>
                <a:lnTo>
                  <a:pt x="27" y="94"/>
                </a:lnTo>
                <a:lnTo>
                  <a:pt x="27" y="94"/>
                </a:lnTo>
                <a:close/>
              </a:path>
            </a:pathLst>
          </a:cu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6" name="Freeform 83"/>
          <p:cNvSpPr>
            <a:spLocks/>
          </p:cNvSpPr>
          <p:nvPr/>
        </p:nvSpPr>
        <p:spPr bwMode="auto">
          <a:xfrm>
            <a:off x="2154238" y="1577975"/>
            <a:ext cx="58738" cy="55563"/>
          </a:xfrm>
          <a:custGeom>
            <a:avLst/>
            <a:gdLst>
              <a:gd name="T0" fmla="*/ 74 w 74"/>
              <a:gd name="T1" fmla="*/ 2 h 70"/>
              <a:gd name="T2" fmla="*/ 69 w 74"/>
              <a:gd name="T3" fmla="*/ 70 h 70"/>
              <a:gd name="T4" fmla="*/ 67 w 74"/>
              <a:gd name="T5" fmla="*/ 70 h 70"/>
              <a:gd name="T6" fmla="*/ 65 w 74"/>
              <a:gd name="T7" fmla="*/ 70 h 70"/>
              <a:gd name="T8" fmla="*/ 61 w 74"/>
              <a:gd name="T9" fmla="*/ 70 h 70"/>
              <a:gd name="T10" fmla="*/ 57 w 74"/>
              <a:gd name="T11" fmla="*/ 70 h 70"/>
              <a:gd name="T12" fmla="*/ 52 w 74"/>
              <a:gd name="T13" fmla="*/ 69 h 70"/>
              <a:gd name="T14" fmla="*/ 46 w 74"/>
              <a:gd name="T15" fmla="*/ 67 h 70"/>
              <a:gd name="T16" fmla="*/ 40 w 74"/>
              <a:gd name="T17" fmla="*/ 67 h 70"/>
              <a:gd name="T18" fmla="*/ 33 w 74"/>
              <a:gd name="T19" fmla="*/ 65 h 70"/>
              <a:gd name="T20" fmla="*/ 25 w 74"/>
              <a:gd name="T21" fmla="*/ 63 h 70"/>
              <a:gd name="T22" fmla="*/ 19 w 74"/>
              <a:gd name="T23" fmla="*/ 61 h 70"/>
              <a:gd name="T24" fmla="*/ 15 w 74"/>
              <a:gd name="T25" fmla="*/ 55 h 70"/>
              <a:gd name="T26" fmla="*/ 10 w 74"/>
              <a:gd name="T27" fmla="*/ 53 h 70"/>
              <a:gd name="T28" fmla="*/ 4 w 74"/>
              <a:gd name="T29" fmla="*/ 48 h 70"/>
              <a:gd name="T30" fmla="*/ 2 w 74"/>
              <a:gd name="T31" fmla="*/ 44 h 70"/>
              <a:gd name="T32" fmla="*/ 0 w 74"/>
              <a:gd name="T33" fmla="*/ 38 h 70"/>
              <a:gd name="T34" fmla="*/ 0 w 74"/>
              <a:gd name="T35" fmla="*/ 30 h 70"/>
              <a:gd name="T36" fmla="*/ 0 w 74"/>
              <a:gd name="T37" fmla="*/ 23 h 70"/>
              <a:gd name="T38" fmla="*/ 4 w 74"/>
              <a:gd name="T39" fmla="*/ 17 h 70"/>
              <a:gd name="T40" fmla="*/ 6 w 74"/>
              <a:gd name="T41" fmla="*/ 13 h 70"/>
              <a:gd name="T42" fmla="*/ 12 w 74"/>
              <a:gd name="T43" fmla="*/ 10 h 70"/>
              <a:gd name="T44" fmla="*/ 17 w 74"/>
              <a:gd name="T45" fmla="*/ 6 h 70"/>
              <a:gd name="T46" fmla="*/ 23 w 74"/>
              <a:gd name="T47" fmla="*/ 4 h 70"/>
              <a:gd name="T48" fmla="*/ 31 w 74"/>
              <a:gd name="T49" fmla="*/ 2 h 70"/>
              <a:gd name="T50" fmla="*/ 36 w 74"/>
              <a:gd name="T51" fmla="*/ 2 h 70"/>
              <a:gd name="T52" fmla="*/ 44 w 74"/>
              <a:gd name="T53" fmla="*/ 0 h 70"/>
              <a:gd name="T54" fmla="*/ 50 w 74"/>
              <a:gd name="T55" fmla="*/ 0 h 70"/>
              <a:gd name="T56" fmla="*/ 57 w 74"/>
              <a:gd name="T57" fmla="*/ 0 h 70"/>
              <a:gd name="T58" fmla="*/ 63 w 74"/>
              <a:gd name="T59" fmla="*/ 0 h 70"/>
              <a:gd name="T60" fmla="*/ 67 w 74"/>
              <a:gd name="T61" fmla="*/ 0 h 70"/>
              <a:gd name="T62" fmla="*/ 71 w 74"/>
              <a:gd name="T63" fmla="*/ 0 h 70"/>
              <a:gd name="T64" fmla="*/ 73 w 74"/>
              <a:gd name="T65" fmla="*/ 0 h 70"/>
              <a:gd name="T66" fmla="*/ 74 w 74"/>
              <a:gd name="T67" fmla="*/ 2 h 70"/>
              <a:gd name="T68" fmla="*/ 74 w 74"/>
              <a:gd name="T69" fmla="*/ 2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4" h="70">
                <a:moveTo>
                  <a:pt x="74" y="2"/>
                </a:moveTo>
                <a:lnTo>
                  <a:pt x="69" y="70"/>
                </a:lnTo>
                <a:lnTo>
                  <a:pt x="67" y="70"/>
                </a:lnTo>
                <a:lnTo>
                  <a:pt x="65" y="70"/>
                </a:lnTo>
                <a:lnTo>
                  <a:pt x="61" y="70"/>
                </a:lnTo>
                <a:lnTo>
                  <a:pt x="57" y="70"/>
                </a:lnTo>
                <a:lnTo>
                  <a:pt x="52" y="69"/>
                </a:lnTo>
                <a:lnTo>
                  <a:pt x="46" y="67"/>
                </a:lnTo>
                <a:lnTo>
                  <a:pt x="40" y="67"/>
                </a:lnTo>
                <a:lnTo>
                  <a:pt x="33" y="65"/>
                </a:lnTo>
                <a:lnTo>
                  <a:pt x="25" y="63"/>
                </a:lnTo>
                <a:lnTo>
                  <a:pt x="19" y="61"/>
                </a:lnTo>
                <a:lnTo>
                  <a:pt x="15" y="55"/>
                </a:lnTo>
                <a:lnTo>
                  <a:pt x="10" y="53"/>
                </a:lnTo>
                <a:lnTo>
                  <a:pt x="4" y="48"/>
                </a:lnTo>
                <a:lnTo>
                  <a:pt x="2" y="44"/>
                </a:lnTo>
                <a:lnTo>
                  <a:pt x="0" y="38"/>
                </a:lnTo>
                <a:lnTo>
                  <a:pt x="0" y="30"/>
                </a:lnTo>
                <a:lnTo>
                  <a:pt x="0" y="23"/>
                </a:lnTo>
                <a:lnTo>
                  <a:pt x="4" y="17"/>
                </a:lnTo>
                <a:lnTo>
                  <a:pt x="6" y="13"/>
                </a:lnTo>
                <a:lnTo>
                  <a:pt x="12" y="10"/>
                </a:lnTo>
                <a:lnTo>
                  <a:pt x="17" y="6"/>
                </a:lnTo>
                <a:lnTo>
                  <a:pt x="23" y="4"/>
                </a:lnTo>
                <a:lnTo>
                  <a:pt x="31" y="2"/>
                </a:lnTo>
                <a:lnTo>
                  <a:pt x="36" y="2"/>
                </a:lnTo>
                <a:lnTo>
                  <a:pt x="44" y="0"/>
                </a:lnTo>
                <a:lnTo>
                  <a:pt x="50" y="0"/>
                </a:lnTo>
                <a:lnTo>
                  <a:pt x="57" y="0"/>
                </a:lnTo>
                <a:lnTo>
                  <a:pt x="63" y="0"/>
                </a:lnTo>
                <a:lnTo>
                  <a:pt x="67" y="0"/>
                </a:lnTo>
                <a:lnTo>
                  <a:pt x="71" y="0"/>
                </a:lnTo>
                <a:lnTo>
                  <a:pt x="73" y="0"/>
                </a:lnTo>
                <a:lnTo>
                  <a:pt x="74" y="2"/>
                </a:lnTo>
                <a:lnTo>
                  <a:pt x="74" y="2"/>
                </a:lnTo>
                <a:close/>
              </a:path>
            </a:pathLst>
          </a:cu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7" name="Freeform 84"/>
          <p:cNvSpPr>
            <a:spLocks/>
          </p:cNvSpPr>
          <p:nvPr/>
        </p:nvSpPr>
        <p:spPr bwMode="auto">
          <a:xfrm>
            <a:off x="2039938" y="1712913"/>
            <a:ext cx="119063" cy="46038"/>
          </a:xfrm>
          <a:custGeom>
            <a:avLst/>
            <a:gdLst>
              <a:gd name="T0" fmla="*/ 95 w 150"/>
              <a:gd name="T1" fmla="*/ 59 h 59"/>
              <a:gd name="T2" fmla="*/ 0 w 150"/>
              <a:gd name="T3" fmla="*/ 14 h 59"/>
              <a:gd name="T4" fmla="*/ 25 w 150"/>
              <a:gd name="T5" fmla="*/ 0 h 59"/>
              <a:gd name="T6" fmla="*/ 150 w 150"/>
              <a:gd name="T7" fmla="*/ 33 h 59"/>
              <a:gd name="T8" fmla="*/ 95 w 150"/>
              <a:gd name="T9" fmla="*/ 59 h 59"/>
              <a:gd name="T10" fmla="*/ 95 w 150"/>
              <a:gd name="T11" fmla="*/ 59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0" h="59">
                <a:moveTo>
                  <a:pt x="95" y="59"/>
                </a:moveTo>
                <a:lnTo>
                  <a:pt x="0" y="14"/>
                </a:lnTo>
                <a:lnTo>
                  <a:pt x="25" y="0"/>
                </a:lnTo>
                <a:lnTo>
                  <a:pt x="150" y="33"/>
                </a:lnTo>
                <a:lnTo>
                  <a:pt x="95" y="59"/>
                </a:lnTo>
                <a:lnTo>
                  <a:pt x="95" y="59"/>
                </a:lnTo>
                <a:close/>
              </a:path>
            </a:pathLst>
          </a:custGeom>
          <a:solidFill>
            <a:srgbClr val="6666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8" name="Freeform 85"/>
          <p:cNvSpPr>
            <a:spLocks/>
          </p:cNvSpPr>
          <p:nvPr/>
        </p:nvSpPr>
        <p:spPr bwMode="auto">
          <a:xfrm>
            <a:off x="1957388" y="1847850"/>
            <a:ext cx="63500" cy="96838"/>
          </a:xfrm>
          <a:custGeom>
            <a:avLst/>
            <a:gdLst>
              <a:gd name="T0" fmla="*/ 80 w 80"/>
              <a:gd name="T1" fmla="*/ 101 h 122"/>
              <a:gd name="T2" fmla="*/ 33 w 80"/>
              <a:gd name="T3" fmla="*/ 122 h 122"/>
              <a:gd name="T4" fmla="*/ 0 w 80"/>
              <a:gd name="T5" fmla="*/ 0 h 122"/>
              <a:gd name="T6" fmla="*/ 15 w 80"/>
              <a:gd name="T7" fmla="*/ 4 h 122"/>
              <a:gd name="T8" fmla="*/ 80 w 80"/>
              <a:gd name="T9" fmla="*/ 101 h 122"/>
              <a:gd name="T10" fmla="*/ 80 w 80"/>
              <a:gd name="T11" fmla="*/ 101 h 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" h="122">
                <a:moveTo>
                  <a:pt x="80" y="101"/>
                </a:moveTo>
                <a:lnTo>
                  <a:pt x="33" y="122"/>
                </a:lnTo>
                <a:lnTo>
                  <a:pt x="0" y="0"/>
                </a:lnTo>
                <a:lnTo>
                  <a:pt x="15" y="4"/>
                </a:lnTo>
                <a:lnTo>
                  <a:pt x="80" y="101"/>
                </a:lnTo>
                <a:lnTo>
                  <a:pt x="80" y="101"/>
                </a:lnTo>
                <a:close/>
              </a:path>
            </a:pathLst>
          </a:custGeom>
          <a:solidFill>
            <a:srgbClr val="6666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9" name="Freeform 86"/>
          <p:cNvSpPr>
            <a:spLocks/>
          </p:cNvSpPr>
          <p:nvPr/>
        </p:nvSpPr>
        <p:spPr bwMode="auto">
          <a:xfrm>
            <a:off x="1539876" y="1778000"/>
            <a:ext cx="85725" cy="60325"/>
          </a:xfrm>
          <a:custGeom>
            <a:avLst/>
            <a:gdLst>
              <a:gd name="T0" fmla="*/ 0 w 106"/>
              <a:gd name="T1" fmla="*/ 53 h 74"/>
              <a:gd name="T2" fmla="*/ 81 w 106"/>
              <a:gd name="T3" fmla="*/ 0 h 74"/>
              <a:gd name="T4" fmla="*/ 106 w 106"/>
              <a:gd name="T5" fmla="*/ 2 h 74"/>
              <a:gd name="T6" fmla="*/ 26 w 106"/>
              <a:gd name="T7" fmla="*/ 74 h 74"/>
              <a:gd name="T8" fmla="*/ 0 w 106"/>
              <a:gd name="T9" fmla="*/ 53 h 74"/>
              <a:gd name="T10" fmla="*/ 0 w 106"/>
              <a:gd name="T11" fmla="*/ 53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" h="74">
                <a:moveTo>
                  <a:pt x="0" y="53"/>
                </a:moveTo>
                <a:lnTo>
                  <a:pt x="81" y="0"/>
                </a:lnTo>
                <a:lnTo>
                  <a:pt x="106" y="2"/>
                </a:lnTo>
                <a:lnTo>
                  <a:pt x="26" y="74"/>
                </a:lnTo>
                <a:lnTo>
                  <a:pt x="0" y="53"/>
                </a:lnTo>
                <a:lnTo>
                  <a:pt x="0" y="53"/>
                </a:lnTo>
                <a:close/>
              </a:path>
            </a:pathLst>
          </a:custGeom>
          <a:solidFill>
            <a:srgbClr val="6666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0" name="Freeform 87"/>
          <p:cNvSpPr>
            <a:spLocks/>
          </p:cNvSpPr>
          <p:nvPr/>
        </p:nvSpPr>
        <p:spPr bwMode="auto">
          <a:xfrm>
            <a:off x="1657351" y="1874838"/>
            <a:ext cx="55563" cy="76200"/>
          </a:xfrm>
          <a:custGeom>
            <a:avLst/>
            <a:gdLst>
              <a:gd name="T0" fmla="*/ 0 w 68"/>
              <a:gd name="T1" fmla="*/ 74 h 95"/>
              <a:gd name="T2" fmla="*/ 55 w 68"/>
              <a:gd name="T3" fmla="*/ 0 h 95"/>
              <a:gd name="T4" fmla="*/ 68 w 68"/>
              <a:gd name="T5" fmla="*/ 2 h 95"/>
              <a:gd name="T6" fmla="*/ 30 w 68"/>
              <a:gd name="T7" fmla="*/ 95 h 95"/>
              <a:gd name="T8" fmla="*/ 0 w 68"/>
              <a:gd name="T9" fmla="*/ 74 h 95"/>
              <a:gd name="T10" fmla="*/ 0 w 68"/>
              <a:gd name="T11" fmla="*/ 74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" h="95">
                <a:moveTo>
                  <a:pt x="0" y="74"/>
                </a:moveTo>
                <a:lnTo>
                  <a:pt x="55" y="0"/>
                </a:lnTo>
                <a:lnTo>
                  <a:pt x="68" y="2"/>
                </a:lnTo>
                <a:lnTo>
                  <a:pt x="30" y="95"/>
                </a:lnTo>
                <a:lnTo>
                  <a:pt x="0" y="74"/>
                </a:lnTo>
                <a:lnTo>
                  <a:pt x="0" y="74"/>
                </a:lnTo>
                <a:close/>
              </a:path>
            </a:pathLst>
          </a:custGeom>
          <a:solidFill>
            <a:srgbClr val="6666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1" name="Freeform 88"/>
          <p:cNvSpPr>
            <a:spLocks/>
          </p:cNvSpPr>
          <p:nvPr/>
        </p:nvSpPr>
        <p:spPr bwMode="auto">
          <a:xfrm>
            <a:off x="1373188" y="1443038"/>
            <a:ext cx="1335088" cy="1139825"/>
          </a:xfrm>
          <a:custGeom>
            <a:avLst/>
            <a:gdLst>
              <a:gd name="T0" fmla="*/ 72 w 1682"/>
              <a:gd name="T1" fmla="*/ 1407 h 1435"/>
              <a:gd name="T2" fmla="*/ 142 w 1682"/>
              <a:gd name="T3" fmla="*/ 1397 h 1435"/>
              <a:gd name="T4" fmla="*/ 258 w 1682"/>
              <a:gd name="T5" fmla="*/ 1382 h 1435"/>
              <a:gd name="T6" fmla="*/ 406 w 1682"/>
              <a:gd name="T7" fmla="*/ 1361 h 1435"/>
              <a:gd name="T8" fmla="*/ 581 w 1682"/>
              <a:gd name="T9" fmla="*/ 1336 h 1435"/>
              <a:gd name="T10" fmla="*/ 773 w 1682"/>
              <a:gd name="T11" fmla="*/ 1304 h 1435"/>
              <a:gd name="T12" fmla="*/ 973 w 1682"/>
              <a:gd name="T13" fmla="*/ 1270 h 1435"/>
              <a:gd name="T14" fmla="*/ 1172 w 1682"/>
              <a:gd name="T15" fmla="*/ 1236 h 1435"/>
              <a:gd name="T16" fmla="*/ 1363 w 1682"/>
              <a:gd name="T17" fmla="*/ 1196 h 1435"/>
              <a:gd name="T18" fmla="*/ 1536 w 1682"/>
              <a:gd name="T19" fmla="*/ 1156 h 1435"/>
              <a:gd name="T20" fmla="*/ 1661 w 1682"/>
              <a:gd name="T21" fmla="*/ 1122 h 1435"/>
              <a:gd name="T22" fmla="*/ 1661 w 1682"/>
              <a:gd name="T23" fmla="*/ 1087 h 1435"/>
              <a:gd name="T24" fmla="*/ 1661 w 1682"/>
              <a:gd name="T25" fmla="*/ 1030 h 1435"/>
              <a:gd name="T26" fmla="*/ 1663 w 1682"/>
              <a:gd name="T27" fmla="*/ 949 h 1435"/>
              <a:gd name="T28" fmla="*/ 1663 w 1682"/>
              <a:gd name="T29" fmla="*/ 852 h 1435"/>
              <a:gd name="T30" fmla="*/ 1661 w 1682"/>
              <a:gd name="T31" fmla="*/ 739 h 1435"/>
              <a:gd name="T32" fmla="*/ 1657 w 1682"/>
              <a:gd name="T33" fmla="*/ 616 h 1435"/>
              <a:gd name="T34" fmla="*/ 1650 w 1682"/>
              <a:gd name="T35" fmla="*/ 490 h 1435"/>
              <a:gd name="T36" fmla="*/ 1640 w 1682"/>
              <a:gd name="T37" fmla="*/ 363 h 1435"/>
              <a:gd name="T38" fmla="*/ 1625 w 1682"/>
              <a:gd name="T39" fmla="*/ 236 h 1435"/>
              <a:gd name="T40" fmla="*/ 1606 w 1682"/>
              <a:gd name="T41" fmla="*/ 118 h 1435"/>
              <a:gd name="T42" fmla="*/ 1581 w 1682"/>
              <a:gd name="T43" fmla="*/ 95 h 1435"/>
              <a:gd name="T44" fmla="*/ 1539 w 1682"/>
              <a:gd name="T45" fmla="*/ 85 h 1435"/>
              <a:gd name="T46" fmla="*/ 1509 w 1682"/>
              <a:gd name="T47" fmla="*/ 80 h 1435"/>
              <a:gd name="T48" fmla="*/ 1469 w 1682"/>
              <a:gd name="T49" fmla="*/ 70 h 1435"/>
              <a:gd name="T50" fmla="*/ 1425 w 1682"/>
              <a:gd name="T51" fmla="*/ 63 h 1435"/>
              <a:gd name="T52" fmla="*/ 1376 w 1682"/>
              <a:gd name="T53" fmla="*/ 53 h 1435"/>
              <a:gd name="T54" fmla="*/ 1319 w 1682"/>
              <a:gd name="T55" fmla="*/ 46 h 1435"/>
              <a:gd name="T56" fmla="*/ 1260 w 1682"/>
              <a:gd name="T57" fmla="*/ 38 h 1435"/>
              <a:gd name="T58" fmla="*/ 1222 w 1682"/>
              <a:gd name="T59" fmla="*/ 0 h 1435"/>
              <a:gd name="T60" fmla="*/ 1247 w 1682"/>
              <a:gd name="T61" fmla="*/ 4 h 1435"/>
              <a:gd name="T62" fmla="*/ 1283 w 1682"/>
              <a:gd name="T63" fmla="*/ 9 h 1435"/>
              <a:gd name="T64" fmla="*/ 1326 w 1682"/>
              <a:gd name="T65" fmla="*/ 19 h 1435"/>
              <a:gd name="T66" fmla="*/ 1376 w 1682"/>
              <a:gd name="T67" fmla="*/ 28 h 1435"/>
              <a:gd name="T68" fmla="*/ 1429 w 1682"/>
              <a:gd name="T69" fmla="*/ 38 h 1435"/>
              <a:gd name="T70" fmla="*/ 1482 w 1682"/>
              <a:gd name="T71" fmla="*/ 49 h 1435"/>
              <a:gd name="T72" fmla="*/ 1536 w 1682"/>
              <a:gd name="T73" fmla="*/ 63 h 1435"/>
              <a:gd name="T74" fmla="*/ 1583 w 1682"/>
              <a:gd name="T75" fmla="*/ 74 h 1435"/>
              <a:gd name="T76" fmla="*/ 1623 w 1682"/>
              <a:gd name="T77" fmla="*/ 85 h 1435"/>
              <a:gd name="T78" fmla="*/ 1642 w 1682"/>
              <a:gd name="T79" fmla="*/ 103 h 1435"/>
              <a:gd name="T80" fmla="*/ 1646 w 1682"/>
              <a:gd name="T81" fmla="*/ 146 h 1435"/>
              <a:gd name="T82" fmla="*/ 1653 w 1682"/>
              <a:gd name="T83" fmla="*/ 217 h 1435"/>
              <a:gd name="T84" fmla="*/ 1659 w 1682"/>
              <a:gd name="T85" fmla="*/ 310 h 1435"/>
              <a:gd name="T86" fmla="*/ 1667 w 1682"/>
              <a:gd name="T87" fmla="*/ 420 h 1435"/>
              <a:gd name="T88" fmla="*/ 1674 w 1682"/>
              <a:gd name="T89" fmla="*/ 544 h 1435"/>
              <a:gd name="T90" fmla="*/ 1680 w 1682"/>
              <a:gd name="T91" fmla="*/ 675 h 1435"/>
              <a:gd name="T92" fmla="*/ 1682 w 1682"/>
              <a:gd name="T93" fmla="*/ 808 h 1435"/>
              <a:gd name="T94" fmla="*/ 1680 w 1682"/>
              <a:gd name="T95" fmla="*/ 939 h 1435"/>
              <a:gd name="T96" fmla="*/ 1674 w 1682"/>
              <a:gd name="T97" fmla="*/ 1065 h 1435"/>
              <a:gd name="T98" fmla="*/ 1665 w 1682"/>
              <a:gd name="T99" fmla="*/ 1163 h 1435"/>
              <a:gd name="T100" fmla="*/ 1636 w 1682"/>
              <a:gd name="T101" fmla="*/ 1167 h 1435"/>
              <a:gd name="T102" fmla="*/ 1564 w 1682"/>
              <a:gd name="T103" fmla="*/ 1182 h 1435"/>
              <a:gd name="T104" fmla="*/ 1460 w 1682"/>
              <a:gd name="T105" fmla="*/ 1201 h 1435"/>
              <a:gd name="T106" fmla="*/ 1323 w 1682"/>
              <a:gd name="T107" fmla="*/ 1230 h 1435"/>
              <a:gd name="T108" fmla="*/ 1159 w 1682"/>
              <a:gd name="T109" fmla="*/ 1260 h 1435"/>
              <a:gd name="T110" fmla="*/ 975 w 1682"/>
              <a:gd name="T111" fmla="*/ 1293 h 1435"/>
              <a:gd name="T112" fmla="*/ 773 w 1682"/>
              <a:gd name="T113" fmla="*/ 1325 h 1435"/>
              <a:gd name="T114" fmla="*/ 558 w 1682"/>
              <a:gd name="T115" fmla="*/ 1359 h 1435"/>
              <a:gd name="T116" fmla="*/ 336 w 1682"/>
              <a:gd name="T117" fmla="*/ 1392 h 1435"/>
              <a:gd name="T118" fmla="*/ 112 w 1682"/>
              <a:gd name="T119" fmla="*/ 1420 h 1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682" h="1435">
                <a:moveTo>
                  <a:pt x="53" y="1411"/>
                </a:moveTo>
                <a:lnTo>
                  <a:pt x="53" y="1411"/>
                </a:lnTo>
                <a:lnTo>
                  <a:pt x="55" y="1411"/>
                </a:lnTo>
                <a:lnTo>
                  <a:pt x="60" y="1409"/>
                </a:lnTo>
                <a:lnTo>
                  <a:pt x="66" y="1409"/>
                </a:lnTo>
                <a:lnTo>
                  <a:pt x="72" y="1407"/>
                </a:lnTo>
                <a:lnTo>
                  <a:pt x="79" y="1407"/>
                </a:lnTo>
                <a:lnTo>
                  <a:pt x="89" y="1405"/>
                </a:lnTo>
                <a:lnTo>
                  <a:pt x="102" y="1405"/>
                </a:lnTo>
                <a:lnTo>
                  <a:pt x="114" y="1403"/>
                </a:lnTo>
                <a:lnTo>
                  <a:pt x="127" y="1401"/>
                </a:lnTo>
                <a:lnTo>
                  <a:pt x="142" y="1397"/>
                </a:lnTo>
                <a:lnTo>
                  <a:pt x="159" y="1397"/>
                </a:lnTo>
                <a:lnTo>
                  <a:pt x="176" y="1393"/>
                </a:lnTo>
                <a:lnTo>
                  <a:pt x="195" y="1392"/>
                </a:lnTo>
                <a:lnTo>
                  <a:pt x="214" y="1388"/>
                </a:lnTo>
                <a:lnTo>
                  <a:pt x="235" y="1386"/>
                </a:lnTo>
                <a:lnTo>
                  <a:pt x="258" y="1382"/>
                </a:lnTo>
                <a:lnTo>
                  <a:pt x="279" y="1380"/>
                </a:lnTo>
                <a:lnTo>
                  <a:pt x="302" y="1376"/>
                </a:lnTo>
                <a:lnTo>
                  <a:pt x="328" y="1373"/>
                </a:lnTo>
                <a:lnTo>
                  <a:pt x="351" y="1369"/>
                </a:lnTo>
                <a:lnTo>
                  <a:pt x="378" y="1365"/>
                </a:lnTo>
                <a:lnTo>
                  <a:pt x="406" y="1361"/>
                </a:lnTo>
                <a:lnTo>
                  <a:pt x="433" y="1357"/>
                </a:lnTo>
                <a:lnTo>
                  <a:pt x="461" y="1354"/>
                </a:lnTo>
                <a:lnTo>
                  <a:pt x="490" y="1348"/>
                </a:lnTo>
                <a:lnTo>
                  <a:pt x="520" y="1344"/>
                </a:lnTo>
                <a:lnTo>
                  <a:pt x="551" y="1340"/>
                </a:lnTo>
                <a:lnTo>
                  <a:pt x="581" y="1336"/>
                </a:lnTo>
                <a:lnTo>
                  <a:pt x="612" y="1331"/>
                </a:lnTo>
                <a:lnTo>
                  <a:pt x="644" y="1325"/>
                </a:lnTo>
                <a:lnTo>
                  <a:pt x="676" y="1321"/>
                </a:lnTo>
                <a:lnTo>
                  <a:pt x="709" y="1315"/>
                </a:lnTo>
                <a:lnTo>
                  <a:pt x="741" y="1310"/>
                </a:lnTo>
                <a:lnTo>
                  <a:pt x="773" y="1304"/>
                </a:lnTo>
                <a:lnTo>
                  <a:pt x="806" y="1300"/>
                </a:lnTo>
                <a:lnTo>
                  <a:pt x="840" y="1293"/>
                </a:lnTo>
                <a:lnTo>
                  <a:pt x="872" y="1289"/>
                </a:lnTo>
                <a:lnTo>
                  <a:pt x="906" y="1281"/>
                </a:lnTo>
                <a:lnTo>
                  <a:pt x="939" y="1277"/>
                </a:lnTo>
                <a:lnTo>
                  <a:pt x="973" y="1270"/>
                </a:lnTo>
                <a:lnTo>
                  <a:pt x="1007" y="1264"/>
                </a:lnTo>
                <a:lnTo>
                  <a:pt x="1039" y="1258"/>
                </a:lnTo>
                <a:lnTo>
                  <a:pt x="1074" y="1253"/>
                </a:lnTo>
                <a:lnTo>
                  <a:pt x="1106" y="1247"/>
                </a:lnTo>
                <a:lnTo>
                  <a:pt x="1140" y="1241"/>
                </a:lnTo>
                <a:lnTo>
                  <a:pt x="1172" y="1236"/>
                </a:lnTo>
                <a:lnTo>
                  <a:pt x="1207" y="1230"/>
                </a:lnTo>
                <a:lnTo>
                  <a:pt x="1237" y="1222"/>
                </a:lnTo>
                <a:lnTo>
                  <a:pt x="1269" y="1215"/>
                </a:lnTo>
                <a:lnTo>
                  <a:pt x="1300" y="1209"/>
                </a:lnTo>
                <a:lnTo>
                  <a:pt x="1332" y="1203"/>
                </a:lnTo>
                <a:lnTo>
                  <a:pt x="1363" y="1196"/>
                </a:lnTo>
                <a:lnTo>
                  <a:pt x="1393" y="1190"/>
                </a:lnTo>
                <a:lnTo>
                  <a:pt x="1422" y="1182"/>
                </a:lnTo>
                <a:lnTo>
                  <a:pt x="1452" y="1177"/>
                </a:lnTo>
                <a:lnTo>
                  <a:pt x="1480" y="1169"/>
                </a:lnTo>
                <a:lnTo>
                  <a:pt x="1509" y="1163"/>
                </a:lnTo>
                <a:lnTo>
                  <a:pt x="1536" y="1156"/>
                </a:lnTo>
                <a:lnTo>
                  <a:pt x="1562" y="1150"/>
                </a:lnTo>
                <a:lnTo>
                  <a:pt x="1587" y="1142"/>
                </a:lnTo>
                <a:lnTo>
                  <a:pt x="1614" y="1137"/>
                </a:lnTo>
                <a:lnTo>
                  <a:pt x="1636" y="1129"/>
                </a:lnTo>
                <a:lnTo>
                  <a:pt x="1661" y="1123"/>
                </a:lnTo>
                <a:lnTo>
                  <a:pt x="1661" y="1122"/>
                </a:lnTo>
                <a:lnTo>
                  <a:pt x="1661" y="1116"/>
                </a:lnTo>
                <a:lnTo>
                  <a:pt x="1661" y="1110"/>
                </a:lnTo>
                <a:lnTo>
                  <a:pt x="1661" y="1106"/>
                </a:lnTo>
                <a:lnTo>
                  <a:pt x="1661" y="1101"/>
                </a:lnTo>
                <a:lnTo>
                  <a:pt x="1661" y="1095"/>
                </a:lnTo>
                <a:lnTo>
                  <a:pt x="1661" y="1087"/>
                </a:lnTo>
                <a:lnTo>
                  <a:pt x="1661" y="1080"/>
                </a:lnTo>
                <a:lnTo>
                  <a:pt x="1661" y="1070"/>
                </a:lnTo>
                <a:lnTo>
                  <a:pt x="1661" y="1061"/>
                </a:lnTo>
                <a:lnTo>
                  <a:pt x="1661" y="1051"/>
                </a:lnTo>
                <a:lnTo>
                  <a:pt x="1661" y="1042"/>
                </a:lnTo>
                <a:lnTo>
                  <a:pt x="1661" y="1030"/>
                </a:lnTo>
                <a:lnTo>
                  <a:pt x="1663" y="1019"/>
                </a:lnTo>
                <a:lnTo>
                  <a:pt x="1663" y="1006"/>
                </a:lnTo>
                <a:lnTo>
                  <a:pt x="1663" y="992"/>
                </a:lnTo>
                <a:lnTo>
                  <a:pt x="1663" y="979"/>
                </a:lnTo>
                <a:lnTo>
                  <a:pt x="1663" y="966"/>
                </a:lnTo>
                <a:lnTo>
                  <a:pt x="1663" y="949"/>
                </a:lnTo>
                <a:lnTo>
                  <a:pt x="1663" y="935"/>
                </a:lnTo>
                <a:lnTo>
                  <a:pt x="1663" y="918"/>
                </a:lnTo>
                <a:lnTo>
                  <a:pt x="1663" y="903"/>
                </a:lnTo>
                <a:lnTo>
                  <a:pt x="1663" y="886"/>
                </a:lnTo>
                <a:lnTo>
                  <a:pt x="1663" y="869"/>
                </a:lnTo>
                <a:lnTo>
                  <a:pt x="1663" y="852"/>
                </a:lnTo>
                <a:lnTo>
                  <a:pt x="1663" y="833"/>
                </a:lnTo>
                <a:lnTo>
                  <a:pt x="1663" y="815"/>
                </a:lnTo>
                <a:lnTo>
                  <a:pt x="1663" y="796"/>
                </a:lnTo>
                <a:lnTo>
                  <a:pt x="1663" y="777"/>
                </a:lnTo>
                <a:lnTo>
                  <a:pt x="1663" y="760"/>
                </a:lnTo>
                <a:lnTo>
                  <a:pt x="1661" y="739"/>
                </a:lnTo>
                <a:lnTo>
                  <a:pt x="1661" y="720"/>
                </a:lnTo>
                <a:lnTo>
                  <a:pt x="1659" y="700"/>
                </a:lnTo>
                <a:lnTo>
                  <a:pt x="1659" y="679"/>
                </a:lnTo>
                <a:lnTo>
                  <a:pt x="1657" y="658"/>
                </a:lnTo>
                <a:lnTo>
                  <a:pt x="1657" y="639"/>
                </a:lnTo>
                <a:lnTo>
                  <a:pt x="1657" y="616"/>
                </a:lnTo>
                <a:lnTo>
                  <a:pt x="1657" y="597"/>
                </a:lnTo>
                <a:lnTo>
                  <a:pt x="1655" y="574"/>
                </a:lnTo>
                <a:lnTo>
                  <a:pt x="1653" y="553"/>
                </a:lnTo>
                <a:lnTo>
                  <a:pt x="1652" y="532"/>
                </a:lnTo>
                <a:lnTo>
                  <a:pt x="1652" y="511"/>
                </a:lnTo>
                <a:lnTo>
                  <a:pt x="1650" y="490"/>
                </a:lnTo>
                <a:lnTo>
                  <a:pt x="1648" y="468"/>
                </a:lnTo>
                <a:lnTo>
                  <a:pt x="1646" y="447"/>
                </a:lnTo>
                <a:lnTo>
                  <a:pt x="1646" y="426"/>
                </a:lnTo>
                <a:lnTo>
                  <a:pt x="1644" y="405"/>
                </a:lnTo>
                <a:lnTo>
                  <a:pt x="1642" y="384"/>
                </a:lnTo>
                <a:lnTo>
                  <a:pt x="1640" y="363"/>
                </a:lnTo>
                <a:lnTo>
                  <a:pt x="1638" y="340"/>
                </a:lnTo>
                <a:lnTo>
                  <a:pt x="1636" y="319"/>
                </a:lnTo>
                <a:lnTo>
                  <a:pt x="1633" y="298"/>
                </a:lnTo>
                <a:lnTo>
                  <a:pt x="1631" y="277"/>
                </a:lnTo>
                <a:lnTo>
                  <a:pt x="1629" y="257"/>
                </a:lnTo>
                <a:lnTo>
                  <a:pt x="1625" y="236"/>
                </a:lnTo>
                <a:lnTo>
                  <a:pt x="1623" y="217"/>
                </a:lnTo>
                <a:lnTo>
                  <a:pt x="1619" y="196"/>
                </a:lnTo>
                <a:lnTo>
                  <a:pt x="1617" y="177"/>
                </a:lnTo>
                <a:lnTo>
                  <a:pt x="1614" y="158"/>
                </a:lnTo>
                <a:lnTo>
                  <a:pt x="1610" y="137"/>
                </a:lnTo>
                <a:lnTo>
                  <a:pt x="1606" y="118"/>
                </a:lnTo>
                <a:lnTo>
                  <a:pt x="1604" y="101"/>
                </a:lnTo>
                <a:lnTo>
                  <a:pt x="1600" y="101"/>
                </a:lnTo>
                <a:lnTo>
                  <a:pt x="1596" y="99"/>
                </a:lnTo>
                <a:lnTo>
                  <a:pt x="1591" y="97"/>
                </a:lnTo>
                <a:lnTo>
                  <a:pt x="1587" y="97"/>
                </a:lnTo>
                <a:lnTo>
                  <a:pt x="1581" y="95"/>
                </a:lnTo>
                <a:lnTo>
                  <a:pt x="1577" y="95"/>
                </a:lnTo>
                <a:lnTo>
                  <a:pt x="1570" y="91"/>
                </a:lnTo>
                <a:lnTo>
                  <a:pt x="1562" y="91"/>
                </a:lnTo>
                <a:lnTo>
                  <a:pt x="1553" y="89"/>
                </a:lnTo>
                <a:lnTo>
                  <a:pt x="1545" y="87"/>
                </a:lnTo>
                <a:lnTo>
                  <a:pt x="1539" y="85"/>
                </a:lnTo>
                <a:lnTo>
                  <a:pt x="1536" y="85"/>
                </a:lnTo>
                <a:lnTo>
                  <a:pt x="1530" y="84"/>
                </a:lnTo>
                <a:lnTo>
                  <a:pt x="1526" y="82"/>
                </a:lnTo>
                <a:lnTo>
                  <a:pt x="1520" y="80"/>
                </a:lnTo>
                <a:lnTo>
                  <a:pt x="1515" y="80"/>
                </a:lnTo>
                <a:lnTo>
                  <a:pt x="1509" y="80"/>
                </a:lnTo>
                <a:lnTo>
                  <a:pt x="1503" y="78"/>
                </a:lnTo>
                <a:lnTo>
                  <a:pt x="1496" y="76"/>
                </a:lnTo>
                <a:lnTo>
                  <a:pt x="1490" y="74"/>
                </a:lnTo>
                <a:lnTo>
                  <a:pt x="1482" y="74"/>
                </a:lnTo>
                <a:lnTo>
                  <a:pt x="1477" y="72"/>
                </a:lnTo>
                <a:lnTo>
                  <a:pt x="1469" y="70"/>
                </a:lnTo>
                <a:lnTo>
                  <a:pt x="1461" y="68"/>
                </a:lnTo>
                <a:lnTo>
                  <a:pt x="1456" y="68"/>
                </a:lnTo>
                <a:lnTo>
                  <a:pt x="1448" y="66"/>
                </a:lnTo>
                <a:lnTo>
                  <a:pt x="1441" y="65"/>
                </a:lnTo>
                <a:lnTo>
                  <a:pt x="1433" y="63"/>
                </a:lnTo>
                <a:lnTo>
                  <a:pt x="1425" y="63"/>
                </a:lnTo>
                <a:lnTo>
                  <a:pt x="1418" y="61"/>
                </a:lnTo>
                <a:lnTo>
                  <a:pt x="1410" y="59"/>
                </a:lnTo>
                <a:lnTo>
                  <a:pt x="1401" y="59"/>
                </a:lnTo>
                <a:lnTo>
                  <a:pt x="1393" y="57"/>
                </a:lnTo>
                <a:lnTo>
                  <a:pt x="1385" y="57"/>
                </a:lnTo>
                <a:lnTo>
                  <a:pt x="1376" y="53"/>
                </a:lnTo>
                <a:lnTo>
                  <a:pt x="1366" y="53"/>
                </a:lnTo>
                <a:lnTo>
                  <a:pt x="1357" y="51"/>
                </a:lnTo>
                <a:lnTo>
                  <a:pt x="1349" y="49"/>
                </a:lnTo>
                <a:lnTo>
                  <a:pt x="1340" y="47"/>
                </a:lnTo>
                <a:lnTo>
                  <a:pt x="1328" y="47"/>
                </a:lnTo>
                <a:lnTo>
                  <a:pt x="1319" y="46"/>
                </a:lnTo>
                <a:lnTo>
                  <a:pt x="1311" y="46"/>
                </a:lnTo>
                <a:lnTo>
                  <a:pt x="1300" y="42"/>
                </a:lnTo>
                <a:lnTo>
                  <a:pt x="1290" y="42"/>
                </a:lnTo>
                <a:lnTo>
                  <a:pt x="1279" y="40"/>
                </a:lnTo>
                <a:lnTo>
                  <a:pt x="1269" y="40"/>
                </a:lnTo>
                <a:lnTo>
                  <a:pt x="1260" y="38"/>
                </a:lnTo>
                <a:lnTo>
                  <a:pt x="1249" y="36"/>
                </a:lnTo>
                <a:lnTo>
                  <a:pt x="1239" y="36"/>
                </a:lnTo>
                <a:lnTo>
                  <a:pt x="1230" y="34"/>
                </a:lnTo>
                <a:lnTo>
                  <a:pt x="1214" y="0"/>
                </a:lnTo>
                <a:lnTo>
                  <a:pt x="1218" y="0"/>
                </a:lnTo>
                <a:lnTo>
                  <a:pt x="1222" y="0"/>
                </a:lnTo>
                <a:lnTo>
                  <a:pt x="1228" y="2"/>
                </a:lnTo>
                <a:lnTo>
                  <a:pt x="1230" y="2"/>
                </a:lnTo>
                <a:lnTo>
                  <a:pt x="1233" y="2"/>
                </a:lnTo>
                <a:lnTo>
                  <a:pt x="1239" y="2"/>
                </a:lnTo>
                <a:lnTo>
                  <a:pt x="1243" y="4"/>
                </a:lnTo>
                <a:lnTo>
                  <a:pt x="1247" y="4"/>
                </a:lnTo>
                <a:lnTo>
                  <a:pt x="1252" y="6"/>
                </a:lnTo>
                <a:lnTo>
                  <a:pt x="1258" y="6"/>
                </a:lnTo>
                <a:lnTo>
                  <a:pt x="1264" y="7"/>
                </a:lnTo>
                <a:lnTo>
                  <a:pt x="1269" y="7"/>
                </a:lnTo>
                <a:lnTo>
                  <a:pt x="1275" y="9"/>
                </a:lnTo>
                <a:lnTo>
                  <a:pt x="1283" y="9"/>
                </a:lnTo>
                <a:lnTo>
                  <a:pt x="1290" y="11"/>
                </a:lnTo>
                <a:lnTo>
                  <a:pt x="1296" y="13"/>
                </a:lnTo>
                <a:lnTo>
                  <a:pt x="1304" y="13"/>
                </a:lnTo>
                <a:lnTo>
                  <a:pt x="1311" y="15"/>
                </a:lnTo>
                <a:lnTo>
                  <a:pt x="1319" y="17"/>
                </a:lnTo>
                <a:lnTo>
                  <a:pt x="1326" y="19"/>
                </a:lnTo>
                <a:lnTo>
                  <a:pt x="1334" y="19"/>
                </a:lnTo>
                <a:lnTo>
                  <a:pt x="1342" y="21"/>
                </a:lnTo>
                <a:lnTo>
                  <a:pt x="1351" y="23"/>
                </a:lnTo>
                <a:lnTo>
                  <a:pt x="1359" y="25"/>
                </a:lnTo>
                <a:lnTo>
                  <a:pt x="1368" y="26"/>
                </a:lnTo>
                <a:lnTo>
                  <a:pt x="1376" y="28"/>
                </a:lnTo>
                <a:lnTo>
                  <a:pt x="1385" y="30"/>
                </a:lnTo>
                <a:lnTo>
                  <a:pt x="1395" y="30"/>
                </a:lnTo>
                <a:lnTo>
                  <a:pt x="1403" y="32"/>
                </a:lnTo>
                <a:lnTo>
                  <a:pt x="1410" y="34"/>
                </a:lnTo>
                <a:lnTo>
                  <a:pt x="1422" y="36"/>
                </a:lnTo>
                <a:lnTo>
                  <a:pt x="1429" y="38"/>
                </a:lnTo>
                <a:lnTo>
                  <a:pt x="1439" y="40"/>
                </a:lnTo>
                <a:lnTo>
                  <a:pt x="1446" y="42"/>
                </a:lnTo>
                <a:lnTo>
                  <a:pt x="1456" y="44"/>
                </a:lnTo>
                <a:lnTo>
                  <a:pt x="1465" y="46"/>
                </a:lnTo>
                <a:lnTo>
                  <a:pt x="1475" y="47"/>
                </a:lnTo>
                <a:lnTo>
                  <a:pt x="1482" y="49"/>
                </a:lnTo>
                <a:lnTo>
                  <a:pt x="1492" y="53"/>
                </a:lnTo>
                <a:lnTo>
                  <a:pt x="1501" y="53"/>
                </a:lnTo>
                <a:lnTo>
                  <a:pt x="1511" y="55"/>
                </a:lnTo>
                <a:lnTo>
                  <a:pt x="1518" y="59"/>
                </a:lnTo>
                <a:lnTo>
                  <a:pt x="1528" y="61"/>
                </a:lnTo>
                <a:lnTo>
                  <a:pt x="1536" y="63"/>
                </a:lnTo>
                <a:lnTo>
                  <a:pt x="1543" y="63"/>
                </a:lnTo>
                <a:lnTo>
                  <a:pt x="1553" y="65"/>
                </a:lnTo>
                <a:lnTo>
                  <a:pt x="1560" y="68"/>
                </a:lnTo>
                <a:lnTo>
                  <a:pt x="1568" y="68"/>
                </a:lnTo>
                <a:lnTo>
                  <a:pt x="1576" y="72"/>
                </a:lnTo>
                <a:lnTo>
                  <a:pt x="1583" y="74"/>
                </a:lnTo>
                <a:lnTo>
                  <a:pt x="1591" y="76"/>
                </a:lnTo>
                <a:lnTo>
                  <a:pt x="1598" y="78"/>
                </a:lnTo>
                <a:lnTo>
                  <a:pt x="1604" y="80"/>
                </a:lnTo>
                <a:lnTo>
                  <a:pt x="1612" y="82"/>
                </a:lnTo>
                <a:lnTo>
                  <a:pt x="1617" y="84"/>
                </a:lnTo>
                <a:lnTo>
                  <a:pt x="1623" y="85"/>
                </a:lnTo>
                <a:lnTo>
                  <a:pt x="1631" y="87"/>
                </a:lnTo>
                <a:lnTo>
                  <a:pt x="1636" y="89"/>
                </a:lnTo>
                <a:lnTo>
                  <a:pt x="1642" y="91"/>
                </a:lnTo>
                <a:lnTo>
                  <a:pt x="1642" y="93"/>
                </a:lnTo>
                <a:lnTo>
                  <a:pt x="1642" y="99"/>
                </a:lnTo>
                <a:lnTo>
                  <a:pt x="1642" y="103"/>
                </a:lnTo>
                <a:lnTo>
                  <a:pt x="1642" y="108"/>
                </a:lnTo>
                <a:lnTo>
                  <a:pt x="1644" y="114"/>
                </a:lnTo>
                <a:lnTo>
                  <a:pt x="1644" y="122"/>
                </a:lnTo>
                <a:lnTo>
                  <a:pt x="1644" y="129"/>
                </a:lnTo>
                <a:lnTo>
                  <a:pt x="1646" y="137"/>
                </a:lnTo>
                <a:lnTo>
                  <a:pt x="1646" y="146"/>
                </a:lnTo>
                <a:lnTo>
                  <a:pt x="1646" y="156"/>
                </a:lnTo>
                <a:lnTo>
                  <a:pt x="1648" y="167"/>
                </a:lnTo>
                <a:lnTo>
                  <a:pt x="1650" y="179"/>
                </a:lnTo>
                <a:lnTo>
                  <a:pt x="1650" y="190"/>
                </a:lnTo>
                <a:lnTo>
                  <a:pt x="1652" y="203"/>
                </a:lnTo>
                <a:lnTo>
                  <a:pt x="1653" y="217"/>
                </a:lnTo>
                <a:lnTo>
                  <a:pt x="1653" y="230"/>
                </a:lnTo>
                <a:lnTo>
                  <a:pt x="1655" y="245"/>
                </a:lnTo>
                <a:lnTo>
                  <a:pt x="1657" y="260"/>
                </a:lnTo>
                <a:lnTo>
                  <a:pt x="1657" y="276"/>
                </a:lnTo>
                <a:lnTo>
                  <a:pt x="1659" y="293"/>
                </a:lnTo>
                <a:lnTo>
                  <a:pt x="1659" y="310"/>
                </a:lnTo>
                <a:lnTo>
                  <a:pt x="1661" y="329"/>
                </a:lnTo>
                <a:lnTo>
                  <a:pt x="1663" y="346"/>
                </a:lnTo>
                <a:lnTo>
                  <a:pt x="1663" y="363"/>
                </a:lnTo>
                <a:lnTo>
                  <a:pt x="1665" y="382"/>
                </a:lnTo>
                <a:lnTo>
                  <a:pt x="1667" y="401"/>
                </a:lnTo>
                <a:lnTo>
                  <a:pt x="1667" y="420"/>
                </a:lnTo>
                <a:lnTo>
                  <a:pt x="1669" y="439"/>
                </a:lnTo>
                <a:lnTo>
                  <a:pt x="1671" y="460"/>
                </a:lnTo>
                <a:lnTo>
                  <a:pt x="1672" y="481"/>
                </a:lnTo>
                <a:lnTo>
                  <a:pt x="1672" y="500"/>
                </a:lnTo>
                <a:lnTo>
                  <a:pt x="1674" y="523"/>
                </a:lnTo>
                <a:lnTo>
                  <a:pt x="1674" y="544"/>
                </a:lnTo>
                <a:lnTo>
                  <a:pt x="1674" y="565"/>
                </a:lnTo>
                <a:lnTo>
                  <a:pt x="1676" y="585"/>
                </a:lnTo>
                <a:lnTo>
                  <a:pt x="1676" y="608"/>
                </a:lnTo>
                <a:lnTo>
                  <a:pt x="1678" y="629"/>
                </a:lnTo>
                <a:lnTo>
                  <a:pt x="1680" y="652"/>
                </a:lnTo>
                <a:lnTo>
                  <a:pt x="1680" y="675"/>
                </a:lnTo>
                <a:lnTo>
                  <a:pt x="1680" y="696"/>
                </a:lnTo>
                <a:lnTo>
                  <a:pt x="1680" y="719"/>
                </a:lnTo>
                <a:lnTo>
                  <a:pt x="1680" y="741"/>
                </a:lnTo>
                <a:lnTo>
                  <a:pt x="1680" y="764"/>
                </a:lnTo>
                <a:lnTo>
                  <a:pt x="1682" y="785"/>
                </a:lnTo>
                <a:lnTo>
                  <a:pt x="1682" y="808"/>
                </a:lnTo>
                <a:lnTo>
                  <a:pt x="1682" y="831"/>
                </a:lnTo>
                <a:lnTo>
                  <a:pt x="1682" y="853"/>
                </a:lnTo>
                <a:lnTo>
                  <a:pt x="1682" y="874"/>
                </a:lnTo>
                <a:lnTo>
                  <a:pt x="1680" y="897"/>
                </a:lnTo>
                <a:lnTo>
                  <a:pt x="1680" y="918"/>
                </a:lnTo>
                <a:lnTo>
                  <a:pt x="1680" y="939"/>
                </a:lnTo>
                <a:lnTo>
                  <a:pt x="1680" y="962"/>
                </a:lnTo>
                <a:lnTo>
                  <a:pt x="1678" y="983"/>
                </a:lnTo>
                <a:lnTo>
                  <a:pt x="1678" y="1004"/>
                </a:lnTo>
                <a:lnTo>
                  <a:pt x="1676" y="1025"/>
                </a:lnTo>
                <a:lnTo>
                  <a:pt x="1676" y="1046"/>
                </a:lnTo>
                <a:lnTo>
                  <a:pt x="1674" y="1065"/>
                </a:lnTo>
                <a:lnTo>
                  <a:pt x="1674" y="1085"/>
                </a:lnTo>
                <a:lnTo>
                  <a:pt x="1671" y="1104"/>
                </a:lnTo>
                <a:lnTo>
                  <a:pt x="1669" y="1125"/>
                </a:lnTo>
                <a:lnTo>
                  <a:pt x="1669" y="1142"/>
                </a:lnTo>
                <a:lnTo>
                  <a:pt x="1667" y="1163"/>
                </a:lnTo>
                <a:lnTo>
                  <a:pt x="1665" y="1163"/>
                </a:lnTo>
                <a:lnTo>
                  <a:pt x="1663" y="1163"/>
                </a:lnTo>
                <a:lnTo>
                  <a:pt x="1659" y="1163"/>
                </a:lnTo>
                <a:lnTo>
                  <a:pt x="1655" y="1165"/>
                </a:lnTo>
                <a:lnTo>
                  <a:pt x="1650" y="1165"/>
                </a:lnTo>
                <a:lnTo>
                  <a:pt x="1644" y="1165"/>
                </a:lnTo>
                <a:lnTo>
                  <a:pt x="1636" y="1167"/>
                </a:lnTo>
                <a:lnTo>
                  <a:pt x="1627" y="1171"/>
                </a:lnTo>
                <a:lnTo>
                  <a:pt x="1615" y="1171"/>
                </a:lnTo>
                <a:lnTo>
                  <a:pt x="1604" y="1175"/>
                </a:lnTo>
                <a:lnTo>
                  <a:pt x="1593" y="1177"/>
                </a:lnTo>
                <a:lnTo>
                  <a:pt x="1579" y="1180"/>
                </a:lnTo>
                <a:lnTo>
                  <a:pt x="1564" y="1182"/>
                </a:lnTo>
                <a:lnTo>
                  <a:pt x="1551" y="1184"/>
                </a:lnTo>
                <a:lnTo>
                  <a:pt x="1534" y="1188"/>
                </a:lnTo>
                <a:lnTo>
                  <a:pt x="1517" y="1192"/>
                </a:lnTo>
                <a:lnTo>
                  <a:pt x="1498" y="1194"/>
                </a:lnTo>
                <a:lnTo>
                  <a:pt x="1479" y="1200"/>
                </a:lnTo>
                <a:lnTo>
                  <a:pt x="1460" y="1201"/>
                </a:lnTo>
                <a:lnTo>
                  <a:pt x="1439" y="1207"/>
                </a:lnTo>
                <a:lnTo>
                  <a:pt x="1416" y="1211"/>
                </a:lnTo>
                <a:lnTo>
                  <a:pt x="1395" y="1215"/>
                </a:lnTo>
                <a:lnTo>
                  <a:pt x="1372" y="1220"/>
                </a:lnTo>
                <a:lnTo>
                  <a:pt x="1347" y="1224"/>
                </a:lnTo>
                <a:lnTo>
                  <a:pt x="1323" y="1230"/>
                </a:lnTo>
                <a:lnTo>
                  <a:pt x="1296" y="1234"/>
                </a:lnTo>
                <a:lnTo>
                  <a:pt x="1269" y="1239"/>
                </a:lnTo>
                <a:lnTo>
                  <a:pt x="1245" y="1243"/>
                </a:lnTo>
                <a:lnTo>
                  <a:pt x="1216" y="1249"/>
                </a:lnTo>
                <a:lnTo>
                  <a:pt x="1190" y="1255"/>
                </a:lnTo>
                <a:lnTo>
                  <a:pt x="1159" y="1260"/>
                </a:lnTo>
                <a:lnTo>
                  <a:pt x="1131" y="1266"/>
                </a:lnTo>
                <a:lnTo>
                  <a:pt x="1100" y="1270"/>
                </a:lnTo>
                <a:lnTo>
                  <a:pt x="1072" y="1276"/>
                </a:lnTo>
                <a:lnTo>
                  <a:pt x="1039" y="1281"/>
                </a:lnTo>
                <a:lnTo>
                  <a:pt x="1007" y="1287"/>
                </a:lnTo>
                <a:lnTo>
                  <a:pt x="975" y="1293"/>
                </a:lnTo>
                <a:lnTo>
                  <a:pt x="942" y="1298"/>
                </a:lnTo>
                <a:lnTo>
                  <a:pt x="908" y="1302"/>
                </a:lnTo>
                <a:lnTo>
                  <a:pt x="876" y="1310"/>
                </a:lnTo>
                <a:lnTo>
                  <a:pt x="842" y="1315"/>
                </a:lnTo>
                <a:lnTo>
                  <a:pt x="807" y="1319"/>
                </a:lnTo>
                <a:lnTo>
                  <a:pt x="773" y="1325"/>
                </a:lnTo>
                <a:lnTo>
                  <a:pt x="739" y="1331"/>
                </a:lnTo>
                <a:lnTo>
                  <a:pt x="703" y="1336"/>
                </a:lnTo>
                <a:lnTo>
                  <a:pt x="667" y="1342"/>
                </a:lnTo>
                <a:lnTo>
                  <a:pt x="633" y="1348"/>
                </a:lnTo>
                <a:lnTo>
                  <a:pt x="596" y="1355"/>
                </a:lnTo>
                <a:lnTo>
                  <a:pt x="558" y="1359"/>
                </a:lnTo>
                <a:lnTo>
                  <a:pt x="522" y="1365"/>
                </a:lnTo>
                <a:lnTo>
                  <a:pt x="484" y="1371"/>
                </a:lnTo>
                <a:lnTo>
                  <a:pt x="448" y="1376"/>
                </a:lnTo>
                <a:lnTo>
                  <a:pt x="412" y="1380"/>
                </a:lnTo>
                <a:lnTo>
                  <a:pt x="374" y="1386"/>
                </a:lnTo>
                <a:lnTo>
                  <a:pt x="336" y="1392"/>
                </a:lnTo>
                <a:lnTo>
                  <a:pt x="300" y="1397"/>
                </a:lnTo>
                <a:lnTo>
                  <a:pt x="262" y="1403"/>
                </a:lnTo>
                <a:lnTo>
                  <a:pt x="224" y="1407"/>
                </a:lnTo>
                <a:lnTo>
                  <a:pt x="186" y="1412"/>
                </a:lnTo>
                <a:lnTo>
                  <a:pt x="150" y="1416"/>
                </a:lnTo>
                <a:lnTo>
                  <a:pt x="112" y="1420"/>
                </a:lnTo>
                <a:lnTo>
                  <a:pt x="74" y="1426"/>
                </a:lnTo>
                <a:lnTo>
                  <a:pt x="38" y="1431"/>
                </a:lnTo>
                <a:lnTo>
                  <a:pt x="0" y="1435"/>
                </a:lnTo>
                <a:lnTo>
                  <a:pt x="53" y="1411"/>
                </a:lnTo>
                <a:lnTo>
                  <a:pt x="53" y="1411"/>
                </a:lnTo>
                <a:close/>
              </a:path>
            </a:pathLst>
          </a:custGeom>
          <a:solidFill>
            <a:srgbClr val="6666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2" name="Freeform 89"/>
          <p:cNvSpPr>
            <a:spLocks/>
          </p:cNvSpPr>
          <p:nvPr/>
        </p:nvSpPr>
        <p:spPr bwMode="auto">
          <a:xfrm>
            <a:off x="2311401" y="1560513"/>
            <a:ext cx="254000" cy="739775"/>
          </a:xfrm>
          <a:custGeom>
            <a:avLst/>
            <a:gdLst>
              <a:gd name="T0" fmla="*/ 9 w 319"/>
              <a:gd name="T1" fmla="*/ 0 h 934"/>
              <a:gd name="T2" fmla="*/ 27 w 319"/>
              <a:gd name="T3" fmla="*/ 0 h 934"/>
              <a:gd name="T4" fmla="*/ 42 w 319"/>
              <a:gd name="T5" fmla="*/ 0 h 934"/>
              <a:gd name="T6" fmla="*/ 57 w 319"/>
              <a:gd name="T7" fmla="*/ 2 h 934"/>
              <a:gd name="T8" fmla="*/ 72 w 319"/>
              <a:gd name="T9" fmla="*/ 4 h 934"/>
              <a:gd name="T10" fmla="*/ 87 w 319"/>
              <a:gd name="T11" fmla="*/ 4 h 934"/>
              <a:gd name="T12" fmla="*/ 105 w 319"/>
              <a:gd name="T13" fmla="*/ 6 h 934"/>
              <a:gd name="T14" fmla="*/ 122 w 319"/>
              <a:gd name="T15" fmla="*/ 8 h 934"/>
              <a:gd name="T16" fmla="*/ 139 w 319"/>
              <a:gd name="T17" fmla="*/ 10 h 934"/>
              <a:gd name="T18" fmla="*/ 156 w 319"/>
              <a:gd name="T19" fmla="*/ 10 h 934"/>
              <a:gd name="T20" fmla="*/ 173 w 319"/>
              <a:gd name="T21" fmla="*/ 12 h 934"/>
              <a:gd name="T22" fmla="*/ 188 w 319"/>
              <a:gd name="T23" fmla="*/ 14 h 934"/>
              <a:gd name="T24" fmla="*/ 203 w 319"/>
              <a:gd name="T25" fmla="*/ 15 h 934"/>
              <a:gd name="T26" fmla="*/ 228 w 319"/>
              <a:gd name="T27" fmla="*/ 17 h 934"/>
              <a:gd name="T28" fmla="*/ 249 w 319"/>
              <a:gd name="T29" fmla="*/ 21 h 934"/>
              <a:gd name="T30" fmla="*/ 257 w 319"/>
              <a:gd name="T31" fmla="*/ 25 h 934"/>
              <a:gd name="T32" fmla="*/ 257 w 319"/>
              <a:gd name="T33" fmla="*/ 33 h 934"/>
              <a:gd name="T34" fmla="*/ 260 w 319"/>
              <a:gd name="T35" fmla="*/ 48 h 934"/>
              <a:gd name="T36" fmla="*/ 264 w 319"/>
              <a:gd name="T37" fmla="*/ 67 h 934"/>
              <a:gd name="T38" fmla="*/ 268 w 319"/>
              <a:gd name="T39" fmla="*/ 88 h 934"/>
              <a:gd name="T40" fmla="*/ 272 w 319"/>
              <a:gd name="T41" fmla="*/ 116 h 934"/>
              <a:gd name="T42" fmla="*/ 276 w 319"/>
              <a:gd name="T43" fmla="*/ 147 h 934"/>
              <a:gd name="T44" fmla="*/ 281 w 319"/>
              <a:gd name="T45" fmla="*/ 185 h 934"/>
              <a:gd name="T46" fmla="*/ 287 w 319"/>
              <a:gd name="T47" fmla="*/ 223 h 934"/>
              <a:gd name="T48" fmla="*/ 293 w 319"/>
              <a:gd name="T49" fmla="*/ 266 h 934"/>
              <a:gd name="T50" fmla="*/ 297 w 319"/>
              <a:gd name="T51" fmla="*/ 312 h 934"/>
              <a:gd name="T52" fmla="*/ 302 w 319"/>
              <a:gd name="T53" fmla="*/ 363 h 934"/>
              <a:gd name="T54" fmla="*/ 306 w 319"/>
              <a:gd name="T55" fmla="*/ 415 h 934"/>
              <a:gd name="T56" fmla="*/ 310 w 319"/>
              <a:gd name="T57" fmla="*/ 470 h 934"/>
              <a:gd name="T58" fmla="*/ 314 w 319"/>
              <a:gd name="T59" fmla="*/ 527 h 934"/>
              <a:gd name="T60" fmla="*/ 317 w 319"/>
              <a:gd name="T61" fmla="*/ 588 h 934"/>
              <a:gd name="T62" fmla="*/ 317 w 319"/>
              <a:gd name="T63" fmla="*/ 649 h 934"/>
              <a:gd name="T64" fmla="*/ 319 w 319"/>
              <a:gd name="T65" fmla="*/ 711 h 934"/>
              <a:gd name="T66" fmla="*/ 319 w 319"/>
              <a:gd name="T67" fmla="*/ 776 h 934"/>
              <a:gd name="T68" fmla="*/ 317 w 319"/>
              <a:gd name="T69" fmla="*/ 842 h 934"/>
              <a:gd name="T70" fmla="*/ 316 w 319"/>
              <a:gd name="T71" fmla="*/ 909 h 934"/>
              <a:gd name="T72" fmla="*/ 306 w 319"/>
              <a:gd name="T73" fmla="*/ 901 h 934"/>
              <a:gd name="T74" fmla="*/ 306 w 319"/>
              <a:gd name="T75" fmla="*/ 890 h 934"/>
              <a:gd name="T76" fmla="*/ 306 w 319"/>
              <a:gd name="T77" fmla="*/ 871 h 934"/>
              <a:gd name="T78" fmla="*/ 306 w 319"/>
              <a:gd name="T79" fmla="*/ 848 h 934"/>
              <a:gd name="T80" fmla="*/ 306 w 319"/>
              <a:gd name="T81" fmla="*/ 820 h 934"/>
              <a:gd name="T82" fmla="*/ 304 w 319"/>
              <a:gd name="T83" fmla="*/ 787 h 934"/>
              <a:gd name="T84" fmla="*/ 304 w 319"/>
              <a:gd name="T85" fmla="*/ 749 h 934"/>
              <a:gd name="T86" fmla="*/ 304 w 319"/>
              <a:gd name="T87" fmla="*/ 709 h 934"/>
              <a:gd name="T88" fmla="*/ 302 w 319"/>
              <a:gd name="T89" fmla="*/ 664 h 934"/>
              <a:gd name="T90" fmla="*/ 302 w 319"/>
              <a:gd name="T91" fmla="*/ 616 h 934"/>
              <a:gd name="T92" fmla="*/ 300 w 319"/>
              <a:gd name="T93" fmla="*/ 567 h 934"/>
              <a:gd name="T94" fmla="*/ 298 w 319"/>
              <a:gd name="T95" fmla="*/ 515 h 934"/>
              <a:gd name="T96" fmla="*/ 295 w 319"/>
              <a:gd name="T97" fmla="*/ 460 h 934"/>
              <a:gd name="T98" fmla="*/ 289 w 319"/>
              <a:gd name="T99" fmla="*/ 407 h 934"/>
              <a:gd name="T100" fmla="*/ 285 w 319"/>
              <a:gd name="T101" fmla="*/ 354 h 934"/>
              <a:gd name="T102" fmla="*/ 279 w 319"/>
              <a:gd name="T103" fmla="*/ 301 h 934"/>
              <a:gd name="T104" fmla="*/ 274 w 319"/>
              <a:gd name="T105" fmla="*/ 247 h 934"/>
              <a:gd name="T106" fmla="*/ 264 w 319"/>
              <a:gd name="T107" fmla="*/ 194 h 934"/>
              <a:gd name="T108" fmla="*/ 257 w 319"/>
              <a:gd name="T109" fmla="*/ 145 h 934"/>
              <a:gd name="T110" fmla="*/ 247 w 319"/>
              <a:gd name="T111" fmla="*/ 97 h 934"/>
              <a:gd name="T112" fmla="*/ 236 w 319"/>
              <a:gd name="T113" fmla="*/ 52 h 934"/>
              <a:gd name="T114" fmla="*/ 0 w 319"/>
              <a:gd name="T115" fmla="*/ 0 h 9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19" h="934">
                <a:moveTo>
                  <a:pt x="0" y="0"/>
                </a:moveTo>
                <a:lnTo>
                  <a:pt x="2" y="0"/>
                </a:lnTo>
                <a:lnTo>
                  <a:pt x="9" y="0"/>
                </a:lnTo>
                <a:lnTo>
                  <a:pt x="13" y="0"/>
                </a:lnTo>
                <a:lnTo>
                  <a:pt x="21" y="0"/>
                </a:lnTo>
                <a:lnTo>
                  <a:pt x="27" y="0"/>
                </a:lnTo>
                <a:lnTo>
                  <a:pt x="36" y="0"/>
                </a:lnTo>
                <a:lnTo>
                  <a:pt x="38" y="0"/>
                </a:lnTo>
                <a:lnTo>
                  <a:pt x="42" y="0"/>
                </a:lnTo>
                <a:lnTo>
                  <a:pt x="48" y="0"/>
                </a:lnTo>
                <a:lnTo>
                  <a:pt x="53" y="2"/>
                </a:lnTo>
                <a:lnTo>
                  <a:pt x="57" y="2"/>
                </a:lnTo>
                <a:lnTo>
                  <a:pt x="63" y="2"/>
                </a:lnTo>
                <a:lnTo>
                  <a:pt x="67" y="2"/>
                </a:lnTo>
                <a:lnTo>
                  <a:pt x="72" y="4"/>
                </a:lnTo>
                <a:lnTo>
                  <a:pt x="78" y="4"/>
                </a:lnTo>
                <a:lnTo>
                  <a:pt x="82" y="4"/>
                </a:lnTo>
                <a:lnTo>
                  <a:pt x="87" y="4"/>
                </a:lnTo>
                <a:lnTo>
                  <a:pt x="93" y="6"/>
                </a:lnTo>
                <a:lnTo>
                  <a:pt x="99" y="6"/>
                </a:lnTo>
                <a:lnTo>
                  <a:pt x="105" y="6"/>
                </a:lnTo>
                <a:lnTo>
                  <a:pt x="110" y="6"/>
                </a:lnTo>
                <a:lnTo>
                  <a:pt x="118" y="8"/>
                </a:lnTo>
                <a:lnTo>
                  <a:pt x="122" y="8"/>
                </a:lnTo>
                <a:lnTo>
                  <a:pt x="127" y="8"/>
                </a:lnTo>
                <a:lnTo>
                  <a:pt x="133" y="8"/>
                </a:lnTo>
                <a:lnTo>
                  <a:pt x="139" y="10"/>
                </a:lnTo>
                <a:lnTo>
                  <a:pt x="144" y="10"/>
                </a:lnTo>
                <a:lnTo>
                  <a:pt x="150" y="10"/>
                </a:lnTo>
                <a:lnTo>
                  <a:pt x="156" y="10"/>
                </a:lnTo>
                <a:lnTo>
                  <a:pt x="162" y="12"/>
                </a:lnTo>
                <a:lnTo>
                  <a:pt x="167" y="12"/>
                </a:lnTo>
                <a:lnTo>
                  <a:pt x="173" y="12"/>
                </a:lnTo>
                <a:lnTo>
                  <a:pt x="179" y="12"/>
                </a:lnTo>
                <a:lnTo>
                  <a:pt x="184" y="14"/>
                </a:lnTo>
                <a:lnTo>
                  <a:pt x="188" y="14"/>
                </a:lnTo>
                <a:lnTo>
                  <a:pt x="194" y="14"/>
                </a:lnTo>
                <a:lnTo>
                  <a:pt x="198" y="15"/>
                </a:lnTo>
                <a:lnTo>
                  <a:pt x="203" y="15"/>
                </a:lnTo>
                <a:lnTo>
                  <a:pt x="213" y="15"/>
                </a:lnTo>
                <a:lnTo>
                  <a:pt x="221" y="17"/>
                </a:lnTo>
                <a:lnTo>
                  <a:pt x="228" y="17"/>
                </a:lnTo>
                <a:lnTo>
                  <a:pt x="236" y="19"/>
                </a:lnTo>
                <a:lnTo>
                  <a:pt x="243" y="19"/>
                </a:lnTo>
                <a:lnTo>
                  <a:pt x="249" y="21"/>
                </a:lnTo>
                <a:lnTo>
                  <a:pt x="253" y="23"/>
                </a:lnTo>
                <a:lnTo>
                  <a:pt x="257" y="23"/>
                </a:lnTo>
                <a:lnTo>
                  <a:pt x="257" y="25"/>
                </a:lnTo>
                <a:lnTo>
                  <a:pt x="257" y="29"/>
                </a:lnTo>
                <a:lnTo>
                  <a:pt x="257" y="31"/>
                </a:lnTo>
                <a:lnTo>
                  <a:pt x="257" y="33"/>
                </a:lnTo>
                <a:lnTo>
                  <a:pt x="259" y="38"/>
                </a:lnTo>
                <a:lnTo>
                  <a:pt x="260" y="42"/>
                </a:lnTo>
                <a:lnTo>
                  <a:pt x="260" y="48"/>
                </a:lnTo>
                <a:lnTo>
                  <a:pt x="260" y="53"/>
                </a:lnTo>
                <a:lnTo>
                  <a:pt x="262" y="59"/>
                </a:lnTo>
                <a:lnTo>
                  <a:pt x="264" y="67"/>
                </a:lnTo>
                <a:lnTo>
                  <a:pt x="264" y="73"/>
                </a:lnTo>
                <a:lnTo>
                  <a:pt x="266" y="80"/>
                </a:lnTo>
                <a:lnTo>
                  <a:pt x="268" y="88"/>
                </a:lnTo>
                <a:lnTo>
                  <a:pt x="270" y="97"/>
                </a:lnTo>
                <a:lnTo>
                  <a:pt x="270" y="107"/>
                </a:lnTo>
                <a:lnTo>
                  <a:pt x="272" y="116"/>
                </a:lnTo>
                <a:lnTo>
                  <a:pt x="274" y="126"/>
                </a:lnTo>
                <a:lnTo>
                  <a:pt x="276" y="137"/>
                </a:lnTo>
                <a:lnTo>
                  <a:pt x="276" y="147"/>
                </a:lnTo>
                <a:lnTo>
                  <a:pt x="278" y="160"/>
                </a:lnTo>
                <a:lnTo>
                  <a:pt x="279" y="171"/>
                </a:lnTo>
                <a:lnTo>
                  <a:pt x="281" y="185"/>
                </a:lnTo>
                <a:lnTo>
                  <a:pt x="283" y="196"/>
                </a:lnTo>
                <a:lnTo>
                  <a:pt x="285" y="209"/>
                </a:lnTo>
                <a:lnTo>
                  <a:pt x="287" y="223"/>
                </a:lnTo>
                <a:lnTo>
                  <a:pt x="289" y="238"/>
                </a:lnTo>
                <a:lnTo>
                  <a:pt x="291" y="251"/>
                </a:lnTo>
                <a:lnTo>
                  <a:pt x="293" y="266"/>
                </a:lnTo>
                <a:lnTo>
                  <a:pt x="295" y="282"/>
                </a:lnTo>
                <a:lnTo>
                  <a:pt x="297" y="299"/>
                </a:lnTo>
                <a:lnTo>
                  <a:pt x="297" y="312"/>
                </a:lnTo>
                <a:lnTo>
                  <a:pt x="298" y="329"/>
                </a:lnTo>
                <a:lnTo>
                  <a:pt x="300" y="346"/>
                </a:lnTo>
                <a:lnTo>
                  <a:pt x="302" y="363"/>
                </a:lnTo>
                <a:lnTo>
                  <a:pt x="302" y="380"/>
                </a:lnTo>
                <a:lnTo>
                  <a:pt x="306" y="398"/>
                </a:lnTo>
                <a:lnTo>
                  <a:pt x="306" y="415"/>
                </a:lnTo>
                <a:lnTo>
                  <a:pt x="308" y="434"/>
                </a:lnTo>
                <a:lnTo>
                  <a:pt x="310" y="451"/>
                </a:lnTo>
                <a:lnTo>
                  <a:pt x="310" y="470"/>
                </a:lnTo>
                <a:lnTo>
                  <a:pt x="312" y="489"/>
                </a:lnTo>
                <a:lnTo>
                  <a:pt x="312" y="508"/>
                </a:lnTo>
                <a:lnTo>
                  <a:pt x="314" y="527"/>
                </a:lnTo>
                <a:lnTo>
                  <a:pt x="316" y="548"/>
                </a:lnTo>
                <a:lnTo>
                  <a:pt x="316" y="567"/>
                </a:lnTo>
                <a:lnTo>
                  <a:pt x="317" y="588"/>
                </a:lnTo>
                <a:lnTo>
                  <a:pt x="317" y="607"/>
                </a:lnTo>
                <a:lnTo>
                  <a:pt x="317" y="628"/>
                </a:lnTo>
                <a:lnTo>
                  <a:pt x="317" y="649"/>
                </a:lnTo>
                <a:lnTo>
                  <a:pt x="319" y="669"/>
                </a:lnTo>
                <a:lnTo>
                  <a:pt x="319" y="690"/>
                </a:lnTo>
                <a:lnTo>
                  <a:pt x="319" y="711"/>
                </a:lnTo>
                <a:lnTo>
                  <a:pt x="319" y="734"/>
                </a:lnTo>
                <a:lnTo>
                  <a:pt x="319" y="755"/>
                </a:lnTo>
                <a:lnTo>
                  <a:pt x="319" y="776"/>
                </a:lnTo>
                <a:lnTo>
                  <a:pt x="317" y="799"/>
                </a:lnTo>
                <a:lnTo>
                  <a:pt x="317" y="820"/>
                </a:lnTo>
                <a:lnTo>
                  <a:pt x="317" y="842"/>
                </a:lnTo>
                <a:lnTo>
                  <a:pt x="316" y="865"/>
                </a:lnTo>
                <a:lnTo>
                  <a:pt x="316" y="886"/>
                </a:lnTo>
                <a:lnTo>
                  <a:pt x="316" y="909"/>
                </a:lnTo>
                <a:lnTo>
                  <a:pt x="314" y="934"/>
                </a:lnTo>
                <a:lnTo>
                  <a:pt x="306" y="903"/>
                </a:lnTo>
                <a:lnTo>
                  <a:pt x="306" y="901"/>
                </a:lnTo>
                <a:lnTo>
                  <a:pt x="306" y="898"/>
                </a:lnTo>
                <a:lnTo>
                  <a:pt x="306" y="894"/>
                </a:lnTo>
                <a:lnTo>
                  <a:pt x="306" y="890"/>
                </a:lnTo>
                <a:lnTo>
                  <a:pt x="306" y="884"/>
                </a:lnTo>
                <a:lnTo>
                  <a:pt x="306" y="879"/>
                </a:lnTo>
                <a:lnTo>
                  <a:pt x="306" y="871"/>
                </a:lnTo>
                <a:lnTo>
                  <a:pt x="306" y="865"/>
                </a:lnTo>
                <a:lnTo>
                  <a:pt x="306" y="858"/>
                </a:lnTo>
                <a:lnTo>
                  <a:pt x="306" y="848"/>
                </a:lnTo>
                <a:lnTo>
                  <a:pt x="306" y="839"/>
                </a:lnTo>
                <a:lnTo>
                  <a:pt x="306" y="831"/>
                </a:lnTo>
                <a:lnTo>
                  <a:pt x="306" y="820"/>
                </a:lnTo>
                <a:lnTo>
                  <a:pt x="306" y="810"/>
                </a:lnTo>
                <a:lnTo>
                  <a:pt x="304" y="799"/>
                </a:lnTo>
                <a:lnTo>
                  <a:pt x="304" y="787"/>
                </a:lnTo>
                <a:lnTo>
                  <a:pt x="304" y="776"/>
                </a:lnTo>
                <a:lnTo>
                  <a:pt x="304" y="763"/>
                </a:lnTo>
                <a:lnTo>
                  <a:pt x="304" y="749"/>
                </a:lnTo>
                <a:lnTo>
                  <a:pt x="304" y="736"/>
                </a:lnTo>
                <a:lnTo>
                  <a:pt x="304" y="723"/>
                </a:lnTo>
                <a:lnTo>
                  <a:pt x="304" y="709"/>
                </a:lnTo>
                <a:lnTo>
                  <a:pt x="304" y="694"/>
                </a:lnTo>
                <a:lnTo>
                  <a:pt x="304" y="679"/>
                </a:lnTo>
                <a:lnTo>
                  <a:pt x="302" y="664"/>
                </a:lnTo>
                <a:lnTo>
                  <a:pt x="302" y="649"/>
                </a:lnTo>
                <a:lnTo>
                  <a:pt x="302" y="633"/>
                </a:lnTo>
                <a:lnTo>
                  <a:pt x="302" y="616"/>
                </a:lnTo>
                <a:lnTo>
                  <a:pt x="300" y="601"/>
                </a:lnTo>
                <a:lnTo>
                  <a:pt x="300" y="584"/>
                </a:lnTo>
                <a:lnTo>
                  <a:pt x="300" y="567"/>
                </a:lnTo>
                <a:lnTo>
                  <a:pt x="300" y="550"/>
                </a:lnTo>
                <a:lnTo>
                  <a:pt x="298" y="533"/>
                </a:lnTo>
                <a:lnTo>
                  <a:pt x="298" y="515"/>
                </a:lnTo>
                <a:lnTo>
                  <a:pt x="297" y="496"/>
                </a:lnTo>
                <a:lnTo>
                  <a:pt x="295" y="479"/>
                </a:lnTo>
                <a:lnTo>
                  <a:pt x="295" y="460"/>
                </a:lnTo>
                <a:lnTo>
                  <a:pt x="293" y="443"/>
                </a:lnTo>
                <a:lnTo>
                  <a:pt x="291" y="426"/>
                </a:lnTo>
                <a:lnTo>
                  <a:pt x="289" y="407"/>
                </a:lnTo>
                <a:lnTo>
                  <a:pt x="289" y="388"/>
                </a:lnTo>
                <a:lnTo>
                  <a:pt x="287" y="371"/>
                </a:lnTo>
                <a:lnTo>
                  <a:pt x="285" y="354"/>
                </a:lnTo>
                <a:lnTo>
                  <a:pt x="283" y="335"/>
                </a:lnTo>
                <a:lnTo>
                  <a:pt x="281" y="318"/>
                </a:lnTo>
                <a:lnTo>
                  <a:pt x="279" y="301"/>
                </a:lnTo>
                <a:lnTo>
                  <a:pt x="278" y="282"/>
                </a:lnTo>
                <a:lnTo>
                  <a:pt x="276" y="265"/>
                </a:lnTo>
                <a:lnTo>
                  <a:pt x="274" y="247"/>
                </a:lnTo>
                <a:lnTo>
                  <a:pt x="270" y="230"/>
                </a:lnTo>
                <a:lnTo>
                  <a:pt x="268" y="211"/>
                </a:lnTo>
                <a:lnTo>
                  <a:pt x="264" y="194"/>
                </a:lnTo>
                <a:lnTo>
                  <a:pt x="262" y="177"/>
                </a:lnTo>
                <a:lnTo>
                  <a:pt x="260" y="162"/>
                </a:lnTo>
                <a:lnTo>
                  <a:pt x="257" y="145"/>
                </a:lnTo>
                <a:lnTo>
                  <a:pt x="253" y="128"/>
                </a:lnTo>
                <a:lnTo>
                  <a:pt x="251" y="112"/>
                </a:lnTo>
                <a:lnTo>
                  <a:pt x="247" y="97"/>
                </a:lnTo>
                <a:lnTo>
                  <a:pt x="243" y="82"/>
                </a:lnTo>
                <a:lnTo>
                  <a:pt x="240" y="67"/>
                </a:lnTo>
                <a:lnTo>
                  <a:pt x="236" y="52"/>
                </a:lnTo>
                <a:lnTo>
                  <a:pt x="232" y="3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6666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3" name="Freeform 90"/>
          <p:cNvSpPr>
            <a:spLocks/>
          </p:cNvSpPr>
          <p:nvPr/>
        </p:nvSpPr>
        <p:spPr bwMode="auto">
          <a:xfrm>
            <a:off x="920751" y="1558925"/>
            <a:ext cx="431800" cy="928688"/>
          </a:xfrm>
          <a:custGeom>
            <a:avLst/>
            <a:gdLst>
              <a:gd name="T0" fmla="*/ 0 w 546"/>
              <a:gd name="T1" fmla="*/ 0 h 1171"/>
              <a:gd name="T2" fmla="*/ 147 w 546"/>
              <a:gd name="T3" fmla="*/ 211 h 1171"/>
              <a:gd name="T4" fmla="*/ 128 w 546"/>
              <a:gd name="T5" fmla="*/ 422 h 1171"/>
              <a:gd name="T6" fmla="*/ 312 w 546"/>
              <a:gd name="T7" fmla="*/ 765 h 1171"/>
              <a:gd name="T8" fmla="*/ 301 w 546"/>
              <a:gd name="T9" fmla="*/ 865 h 1171"/>
              <a:gd name="T10" fmla="*/ 546 w 546"/>
              <a:gd name="T11" fmla="*/ 1171 h 1171"/>
              <a:gd name="T12" fmla="*/ 529 w 546"/>
              <a:gd name="T13" fmla="*/ 1171 h 1171"/>
              <a:gd name="T14" fmla="*/ 283 w 546"/>
              <a:gd name="T15" fmla="*/ 858 h 1171"/>
              <a:gd name="T16" fmla="*/ 304 w 546"/>
              <a:gd name="T17" fmla="*/ 768 h 1171"/>
              <a:gd name="T18" fmla="*/ 109 w 546"/>
              <a:gd name="T19" fmla="*/ 407 h 1171"/>
              <a:gd name="T20" fmla="*/ 135 w 546"/>
              <a:gd name="T21" fmla="*/ 219 h 1171"/>
              <a:gd name="T22" fmla="*/ 0 w 546"/>
              <a:gd name="T23" fmla="*/ 0 h 1171"/>
              <a:gd name="T24" fmla="*/ 0 w 546"/>
              <a:gd name="T25" fmla="*/ 0 h 1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46" h="1171">
                <a:moveTo>
                  <a:pt x="0" y="0"/>
                </a:moveTo>
                <a:lnTo>
                  <a:pt x="147" y="211"/>
                </a:lnTo>
                <a:lnTo>
                  <a:pt x="128" y="422"/>
                </a:lnTo>
                <a:lnTo>
                  <a:pt x="312" y="765"/>
                </a:lnTo>
                <a:lnTo>
                  <a:pt x="301" y="865"/>
                </a:lnTo>
                <a:lnTo>
                  <a:pt x="546" y="1171"/>
                </a:lnTo>
                <a:lnTo>
                  <a:pt x="529" y="1171"/>
                </a:lnTo>
                <a:lnTo>
                  <a:pt x="283" y="858"/>
                </a:lnTo>
                <a:lnTo>
                  <a:pt x="304" y="768"/>
                </a:lnTo>
                <a:lnTo>
                  <a:pt x="109" y="407"/>
                </a:lnTo>
                <a:lnTo>
                  <a:pt x="135" y="219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6B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4" name="Freeform 91"/>
          <p:cNvSpPr>
            <a:spLocks/>
          </p:cNvSpPr>
          <p:nvPr/>
        </p:nvSpPr>
        <p:spPr bwMode="auto">
          <a:xfrm>
            <a:off x="2544763" y="1546225"/>
            <a:ext cx="107950" cy="695325"/>
          </a:xfrm>
          <a:custGeom>
            <a:avLst/>
            <a:gdLst>
              <a:gd name="T0" fmla="*/ 34 w 135"/>
              <a:gd name="T1" fmla="*/ 0 h 877"/>
              <a:gd name="T2" fmla="*/ 0 w 135"/>
              <a:gd name="T3" fmla="*/ 139 h 877"/>
              <a:gd name="T4" fmla="*/ 97 w 135"/>
              <a:gd name="T5" fmla="*/ 183 h 877"/>
              <a:gd name="T6" fmla="*/ 30 w 135"/>
              <a:gd name="T7" fmla="*/ 510 h 877"/>
              <a:gd name="T8" fmla="*/ 110 w 135"/>
              <a:gd name="T9" fmla="*/ 610 h 877"/>
              <a:gd name="T10" fmla="*/ 49 w 135"/>
              <a:gd name="T11" fmla="*/ 877 h 877"/>
              <a:gd name="T12" fmla="*/ 135 w 135"/>
              <a:gd name="T13" fmla="*/ 595 h 877"/>
              <a:gd name="T14" fmla="*/ 49 w 135"/>
              <a:gd name="T15" fmla="*/ 504 h 877"/>
              <a:gd name="T16" fmla="*/ 110 w 135"/>
              <a:gd name="T17" fmla="*/ 152 h 877"/>
              <a:gd name="T18" fmla="*/ 13 w 135"/>
              <a:gd name="T19" fmla="*/ 124 h 877"/>
              <a:gd name="T20" fmla="*/ 34 w 135"/>
              <a:gd name="T21" fmla="*/ 0 h 877"/>
              <a:gd name="T22" fmla="*/ 34 w 135"/>
              <a:gd name="T23" fmla="*/ 0 h 8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35" h="877">
                <a:moveTo>
                  <a:pt x="34" y="0"/>
                </a:moveTo>
                <a:lnTo>
                  <a:pt x="0" y="139"/>
                </a:lnTo>
                <a:lnTo>
                  <a:pt x="97" y="183"/>
                </a:lnTo>
                <a:lnTo>
                  <a:pt x="30" y="510"/>
                </a:lnTo>
                <a:lnTo>
                  <a:pt x="110" y="610"/>
                </a:lnTo>
                <a:lnTo>
                  <a:pt x="49" y="877"/>
                </a:lnTo>
                <a:lnTo>
                  <a:pt x="135" y="595"/>
                </a:lnTo>
                <a:lnTo>
                  <a:pt x="49" y="504"/>
                </a:lnTo>
                <a:lnTo>
                  <a:pt x="110" y="152"/>
                </a:lnTo>
                <a:lnTo>
                  <a:pt x="13" y="124"/>
                </a:lnTo>
                <a:lnTo>
                  <a:pt x="34" y="0"/>
                </a:lnTo>
                <a:lnTo>
                  <a:pt x="34" y="0"/>
                </a:lnTo>
                <a:close/>
              </a:path>
            </a:pathLst>
          </a:custGeom>
          <a:solidFill>
            <a:srgbClr val="E6E6B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158" name="Группа 157"/>
          <p:cNvGrpSpPr/>
          <p:nvPr/>
        </p:nvGrpSpPr>
        <p:grpSpPr>
          <a:xfrm>
            <a:off x="1385888" y="593725"/>
            <a:ext cx="561976" cy="398463"/>
            <a:chOff x="1385888" y="593725"/>
            <a:chExt cx="561976" cy="398463"/>
          </a:xfrm>
        </p:grpSpPr>
        <p:sp>
          <p:nvSpPr>
            <p:cNvPr id="133" name="Freeform 71"/>
            <p:cNvSpPr>
              <a:spLocks/>
            </p:cNvSpPr>
            <p:nvPr/>
          </p:nvSpPr>
          <p:spPr bwMode="auto">
            <a:xfrm>
              <a:off x="1392238" y="631825"/>
              <a:ext cx="503238" cy="360363"/>
            </a:xfrm>
            <a:custGeom>
              <a:avLst/>
              <a:gdLst>
                <a:gd name="T0" fmla="*/ 360 w 633"/>
                <a:gd name="T1" fmla="*/ 348 h 454"/>
                <a:gd name="T2" fmla="*/ 329 w 633"/>
                <a:gd name="T3" fmla="*/ 359 h 454"/>
                <a:gd name="T4" fmla="*/ 303 w 633"/>
                <a:gd name="T5" fmla="*/ 367 h 454"/>
                <a:gd name="T6" fmla="*/ 276 w 633"/>
                <a:gd name="T7" fmla="*/ 373 h 454"/>
                <a:gd name="T8" fmla="*/ 245 w 633"/>
                <a:gd name="T9" fmla="*/ 380 h 454"/>
                <a:gd name="T10" fmla="*/ 211 w 633"/>
                <a:gd name="T11" fmla="*/ 386 h 454"/>
                <a:gd name="T12" fmla="*/ 175 w 633"/>
                <a:gd name="T13" fmla="*/ 390 h 454"/>
                <a:gd name="T14" fmla="*/ 137 w 633"/>
                <a:gd name="T15" fmla="*/ 390 h 454"/>
                <a:gd name="T16" fmla="*/ 99 w 633"/>
                <a:gd name="T17" fmla="*/ 388 h 454"/>
                <a:gd name="T18" fmla="*/ 59 w 633"/>
                <a:gd name="T19" fmla="*/ 382 h 454"/>
                <a:gd name="T20" fmla="*/ 19 w 633"/>
                <a:gd name="T21" fmla="*/ 373 h 454"/>
                <a:gd name="T22" fmla="*/ 21 w 633"/>
                <a:gd name="T23" fmla="*/ 333 h 454"/>
                <a:gd name="T24" fmla="*/ 42 w 633"/>
                <a:gd name="T25" fmla="*/ 338 h 454"/>
                <a:gd name="T26" fmla="*/ 69 w 633"/>
                <a:gd name="T27" fmla="*/ 342 h 454"/>
                <a:gd name="T28" fmla="*/ 101 w 633"/>
                <a:gd name="T29" fmla="*/ 346 h 454"/>
                <a:gd name="T30" fmla="*/ 139 w 633"/>
                <a:gd name="T31" fmla="*/ 348 h 454"/>
                <a:gd name="T32" fmla="*/ 179 w 633"/>
                <a:gd name="T33" fmla="*/ 342 h 454"/>
                <a:gd name="T34" fmla="*/ 225 w 633"/>
                <a:gd name="T35" fmla="*/ 333 h 454"/>
                <a:gd name="T36" fmla="*/ 276 w 633"/>
                <a:gd name="T37" fmla="*/ 316 h 454"/>
                <a:gd name="T38" fmla="*/ 327 w 633"/>
                <a:gd name="T39" fmla="*/ 291 h 454"/>
                <a:gd name="T40" fmla="*/ 382 w 633"/>
                <a:gd name="T41" fmla="*/ 255 h 454"/>
                <a:gd name="T42" fmla="*/ 441 w 633"/>
                <a:gd name="T43" fmla="*/ 211 h 454"/>
                <a:gd name="T44" fmla="*/ 496 w 633"/>
                <a:gd name="T45" fmla="*/ 156 h 454"/>
                <a:gd name="T46" fmla="*/ 536 w 633"/>
                <a:gd name="T47" fmla="*/ 112 h 454"/>
                <a:gd name="T48" fmla="*/ 561 w 633"/>
                <a:gd name="T49" fmla="*/ 78 h 454"/>
                <a:gd name="T50" fmla="*/ 574 w 633"/>
                <a:gd name="T51" fmla="*/ 51 h 454"/>
                <a:gd name="T52" fmla="*/ 574 w 633"/>
                <a:gd name="T53" fmla="*/ 27 h 454"/>
                <a:gd name="T54" fmla="*/ 550 w 633"/>
                <a:gd name="T55" fmla="*/ 15 h 454"/>
                <a:gd name="T56" fmla="*/ 514 w 633"/>
                <a:gd name="T57" fmla="*/ 17 h 454"/>
                <a:gd name="T58" fmla="*/ 483 w 633"/>
                <a:gd name="T59" fmla="*/ 25 h 454"/>
                <a:gd name="T60" fmla="*/ 456 w 633"/>
                <a:gd name="T61" fmla="*/ 13 h 454"/>
                <a:gd name="T62" fmla="*/ 481 w 633"/>
                <a:gd name="T63" fmla="*/ 6 h 454"/>
                <a:gd name="T64" fmla="*/ 517 w 633"/>
                <a:gd name="T65" fmla="*/ 0 h 454"/>
                <a:gd name="T66" fmla="*/ 557 w 633"/>
                <a:gd name="T67" fmla="*/ 2 h 454"/>
                <a:gd name="T68" fmla="*/ 595 w 633"/>
                <a:gd name="T69" fmla="*/ 17 h 454"/>
                <a:gd name="T70" fmla="*/ 620 w 633"/>
                <a:gd name="T71" fmla="*/ 44 h 454"/>
                <a:gd name="T72" fmla="*/ 629 w 633"/>
                <a:gd name="T73" fmla="*/ 67 h 454"/>
                <a:gd name="T74" fmla="*/ 633 w 633"/>
                <a:gd name="T75" fmla="*/ 93 h 454"/>
                <a:gd name="T76" fmla="*/ 631 w 633"/>
                <a:gd name="T77" fmla="*/ 118 h 454"/>
                <a:gd name="T78" fmla="*/ 626 w 633"/>
                <a:gd name="T79" fmla="*/ 143 h 454"/>
                <a:gd name="T80" fmla="*/ 610 w 633"/>
                <a:gd name="T81" fmla="*/ 173 h 454"/>
                <a:gd name="T82" fmla="*/ 578 w 633"/>
                <a:gd name="T83" fmla="*/ 213 h 454"/>
                <a:gd name="T84" fmla="*/ 540 w 633"/>
                <a:gd name="T85" fmla="*/ 249 h 454"/>
                <a:gd name="T86" fmla="*/ 515 w 633"/>
                <a:gd name="T87" fmla="*/ 264 h 454"/>
                <a:gd name="T88" fmla="*/ 493 w 633"/>
                <a:gd name="T89" fmla="*/ 280 h 454"/>
                <a:gd name="T90" fmla="*/ 470 w 633"/>
                <a:gd name="T91" fmla="*/ 295 h 454"/>
                <a:gd name="T92" fmla="*/ 447 w 633"/>
                <a:gd name="T93" fmla="*/ 310 h 454"/>
                <a:gd name="T94" fmla="*/ 464 w 633"/>
                <a:gd name="T95" fmla="*/ 430 h 454"/>
                <a:gd name="T96" fmla="*/ 443 w 633"/>
                <a:gd name="T97" fmla="*/ 435 h 454"/>
                <a:gd name="T98" fmla="*/ 405 w 633"/>
                <a:gd name="T99" fmla="*/ 445 h 454"/>
                <a:gd name="T100" fmla="*/ 380 w 633"/>
                <a:gd name="T101" fmla="*/ 453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33" h="454">
                  <a:moveTo>
                    <a:pt x="380" y="454"/>
                  </a:moveTo>
                  <a:lnTo>
                    <a:pt x="375" y="367"/>
                  </a:lnTo>
                  <a:lnTo>
                    <a:pt x="369" y="344"/>
                  </a:lnTo>
                  <a:lnTo>
                    <a:pt x="367" y="344"/>
                  </a:lnTo>
                  <a:lnTo>
                    <a:pt x="360" y="348"/>
                  </a:lnTo>
                  <a:lnTo>
                    <a:pt x="356" y="350"/>
                  </a:lnTo>
                  <a:lnTo>
                    <a:pt x="350" y="352"/>
                  </a:lnTo>
                  <a:lnTo>
                    <a:pt x="344" y="354"/>
                  </a:lnTo>
                  <a:lnTo>
                    <a:pt x="339" y="356"/>
                  </a:lnTo>
                  <a:lnTo>
                    <a:pt x="329" y="359"/>
                  </a:lnTo>
                  <a:lnTo>
                    <a:pt x="322" y="361"/>
                  </a:lnTo>
                  <a:lnTo>
                    <a:pt x="316" y="361"/>
                  </a:lnTo>
                  <a:lnTo>
                    <a:pt x="312" y="365"/>
                  </a:lnTo>
                  <a:lnTo>
                    <a:pt x="306" y="365"/>
                  </a:lnTo>
                  <a:lnTo>
                    <a:pt x="303" y="367"/>
                  </a:lnTo>
                  <a:lnTo>
                    <a:pt x="297" y="369"/>
                  </a:lnTo>
                  <a:lnTo>
                    <a:pt x="291" y="371"/>
                  </a:lnTo>
                  <a:lnTo>
                    <a:pt x="285" y="371"/>
                  </a:lnTo>
                  <a:lnTo>
                    <a:pt x="282" y="373"/>
                  </a:lnTo>
                  <a:lnTo>
                    <a:pt x="276" y="373"/>
                  </a:lnTo>
                  <a:lnTo>
                    <a:pt x="270" y="376"/>
                  </a:lnTo>
                  <a:lnTo>
                    <a:pt x="264" y="376"/>
                  </a:lnTo>
                  <a:lnTo>
                    <a:pt x="259" y="378"/>
                  </a:lnTo>
                  <a:lnTo>
                    <a:pt x="251" y="380"/>
                  </a:lnTo>
                  <a:lnTo>
                    <a:pt x="245" y="380"/>
                  </a:lnTo>
                  <a:lnTo>
                    <a:pt x="238" y="382"/>
                  </a:lnTo>
                  <a:lnTo>
                    <a:pt x="232" y="384"/>
                  </a:lnTo>
                  <a:lnTo>
                    <a:pt x="225" y="384"/>
                  </a:lnTo>
                  <a:lnTo>
                    <a:pt x="217" y="384"/>
                  </a:lnTo>
                  <a:lnTo>
                    <a:pt x="211" y="386"/>
                  </a:lnTo>
                  <a:lnTo>
                    <a:pt x="204" y="388"/>
                  </a:lnTo>
                  <a:lnTo>
                    <a:pt x="196" y="388"/>
                  </a:lnTo>
                  <a:lnTo>
                    <a:pt x="190" y="388"/>
                  </a:lnTo>
                  <a:lnTo>
                    <a:pt x="183" y="388"/>
                  </a:lnTo>
                  <a:lnTo>
                    <a:pt x="175" y="390"/>
                  </a:lnTo>
                  <a:lnTo>
                    <a:pt x="168" y="390"/>
                  </a:lnTo>
                  <a:lnTo>
                    <a:pt x="160" y="390"/>
                  </a:lnTo>
                  <a:lnTo>
                    <a:pt x="152" y="390"/>
                  </a:lnTo>
                  <a:lnTo>
                    <a:pt x="147" y="390"/>
                  </a:lnTo>
                  <a:lnTo>
                    <a:pt x="137" y="390"/>
                  </a:lnTo>
                  <a:lnTo>
                    <a:pt x="130" y="390"/>
                  </a:lnTo>
                  <a:lnTo>
                    <a:pt x="122" y="390"/>
                  </a:lnTo>
                  <a:lnTo>
                    <a:pt x="114" y="390"/>
                  </a:lnTo>
                  <a:lnTo>
                    <a:pt x="107" y="388"/>
                  </a:lnTo>
                  <a:lnTo>
                    <a:pt x="99" y="388"/>
                  </a:lnTo>
                  <a:lnTo>
                    <a:pt x="91" y="386"/>
                  </a:lnTo>
                  <a:lnTo>
                    <a:pt x="84" y="386"/>
                  </a:lnTo>
                  <a:lnTo>
                    <a:pt x="74" y="384"/>
                  </a:lnTo>
                  <a:lnTo>
                    <a:pt x="67" y="384"/>
                  </a:lnTo>
                  <a:lnTo>
                    <a:pt x="59" y="382"/>
                  </a:lnTo>
                  <a:lnTo>
                    <a:pt x="52" y="380"/>
                  </a:lnTo>
                  <a:lnTo>
                    <a:pt x="44" y="378"/>
                  </a:lnTo>
                  <a:lnTo>
                    <a:pt x="36" y="376"/>
                  </a:lnTo>
                  <a:lnTo>
                    <a:pt x="27" y="375"/>
                  </a:lnTo>
                  <a:lnTo>
                    <a:pt x="19" y="373"/>
                  </a:lnTo>
                  <a:lnTo>
                    <a:pt x="0" y="325"/>
                  </a:lnTo>
                  <a:lnTo>
                    <a:pt x="2" y="327"/>
                  </a:lnTo>
                  <a:lnTo>
                    <a:pt x="10" y="329"/>
                  </a:lnTo>
                  <a:lnTo>
                    <a:pt x="14" y="331"/>
                  </a:lnTo>
                  <a:lnTo>
                    <a:pt x="21" y="333"/>
                  </a:lnTo>
                  <a:lnTo>
                    <a:pt x="25" y="333"/>
                  </a:lnTo>
                  <a:lnTo>
                    <a:pt x="29" y="335"/>
                  </a:lnTo>
                  <a:lnTo>
                    <a:pt x="33" y="337"/>
                  </a:lnTo>
                  <a:lnTo>
                    <a:pt x="38" y="338"/>
                  </a:lnTo>
                  <a:lnTo>
                    <a:pt x="42" y="338"/>
                  </a:lnTo>
                  <a:lnTo>
                    <a:pt x="46" y="338"/>
                  </a:lnTo>
                  <a:lnTo>
                    <a:pt x="52" y="338"/>
                  </a:lnTo>
                  <a:lnTo>
                    <a:pt x="57" y="340"/>
                  </a:lnTo>
                  <a:lnTo>
                    <a:pt x="61" y="342"/>
                  </a:lnTo>
                  <a:lnTo>
                    <a:pt x="69" y="342"/>
                  </a:lnTo>
                  <a:lnTo>
                    <a:pt x="74" y="344"/>
                  </a:lnTo>
                  <a:lnTo>
                    <a:pt x="80" y="344"/>
                  </a:lnTo>
                  <a:lnTo>
                    <a:pt x="86" y="344"/>
                  </a:lnTo>
                  <a:lnTo>
                    <a:pt x="93" y="346"/>
                  </a:lnTo>
                  <a:lnTo>
                    <a:pt x="101" y="346"/>
                  </a:lnTo>
                  <a:lnTo>
                    <a:pt x="107" y="346"/>
                  </a:lnTo>
                  <a:lnTo>
                    <a:pt x="114" y="346"/>
                  </a:lnTo>
                  <a:lnTo>
                    <a:pt x="122" y="346"/>
                  </a:lnTo>
                  <a:lnTo>
                    <a:pt x="130" y="346"/>
                  </a:lnTo>
                  <a:lnTo>
                    <a:pt x="139" y="348"/>
                  </a:lnTo>
                  <a:lnTo>
                    <a:pt x="147" y="346"/>
                  </a:lnTo>
                  <a:lnTo>
                    <a:pt x="154" y="344"/>
                  </a:lnTo>
                  <a:lnTo>
                    <a:pt x="162" y="344"/>
                  </a:lnTo>
                  <a:lnTo>
                    <a:pt x="171" y="344"/>
                  </a:lnTo>
                  <a:lnTo>
                    <a:pt x="179" y="342"/>
                  </a:lnTo>
                  <a:lnTo>
                    <a:pt x="188" y="340"/>
                  </a:lnTo>
                  <a:lnTo>
                    <a:pt x="198" y="338"/>
                  </a:lnTo>
                  <a:lnTo>
                    <a:pt x="207" y="338"/>
                  </a:lnTo>
                  <a:lnTo>
                    <a:pt x="217" y="335"/>
                  </a:lnTo>
                  <a:lnTo>
                    <a:pt x="225" y="333"/>
                  </a:lnTo>
                  <a:lnTo>
                    <a:pt x="234" y="329"/>
                  </a:lnTo>
                  <a:lnTo>
                    <a:pt x="245" y="327"/>
                  </a:lnTo>
                  <a:lnTo>
                    <a:pt x="255" y="323"/>
                  </a:lnTo>
                  <a:lnTo>
                    <a:pt x="264" y="319"/>
                  </a:lnTo>
                  <a:lnTo>
                    <a:pt x="276" y="316"/>
                  </a:lnTo>
                  <a:lnTo>
                    <a:pt x="285" y="312"/>
                  </a:lnTo>
                  <a:lnTo>
                    <a:pt x="295" y="306"/>
                  </a:lnTo>
                  <a:lnTo>
                    <a:pt x="306" y="300"/>
                  </a:lnTo>
                  <a:lnTo>
                    <a:pt x="316" y="295"/>
                  </a:lnTo>
                  <a:lnTo>
                    <a:pt x="327" y="291"/>
                  </a:lnTo>
                  <a:lnTo>
                    <a:pt x="339" y="283"/>
                  </a:lnTo>
                  <a:lnTo>
                    <a:pt x="350" y="278"/>
                  </a:lnTo>
                  <a:lnTo>
                    <a:pt x="360" y="270"/>
                  </a:lnTo>
                  <a:lnTo>
                    <a:pt x="373" y="264"/>
                  </a:lnTo>
                  <a:lnTo>
                    <a:pt x="382" y="255"/>
                  </a:lnTo>
                  <a:lnTo>
                    <a:pt x="394" y="247"/>
                  </a:lnTo>
                  <a:lnTo>
                    <a:pt x="405" y="240"/>
                  </a:lnTo>
                  <a:lnTo>
                    <a:pt x="418" y="230"/>
                  </a:lnTo>
                  <a:lnTo>
                    <a:pt x="430" y="221"/>
                  </a:lnTo>
                  <a:lnTo>
                    <a:pt x="441" y="211"/>
                  </a:lnTo>
                  <a:lnTo>
                    <a:pt x="453" y="200"/>
                  </a:lnTo>
                  <a:lnTo>
                    <a:pt x="464" y="190"/>
                  </a:lnTo>
                  <a:lnTo>
                    <a:pt x="476" y="179"/>
                  </a:lnTo>
                  <a:lnTo>
                    <a:pt x="485" y="167"/>
                  </a:lnTo>
                  <a:lnTo>
                    <a:pt x="496" y="156"/>
                  </a:lnTo>
                  <a:lnTo>
                    <a:pt x="506" y="148"/>
                  </a:lnTo>
                  <a:lnTo>
                    <a:pt x="514" y="139"/>
                  </a:lnTo>
                  <a:lnTo>
                    <a:pt x="521" y="129"/>
                  </a:lnTo>
                  <a:lnTo>
                    <a:pt x="529" y="120"/>
                  </a:lnTo>
                  <a:lnTo>
                    <a:pt x="536" y="112"/>
                  </a:lnTo>
                  <a:lnTo>
                    <a:pt x="542" y="105"/>
                  </a:lnTo>
                  <a:lnTo>
                    <a:pt x="548" y="97"/>
                  </a:lnTo>
                  <a:lnTo>
                    <a:pt x="553" y="89"/>
                  </a:lnTo>
                  <a:lnTo>
                    <a:pt x="557" y="84"/>
                  </a:lnTo>
                  <a:lnTo>
                    <a:pt x="561" y="78"/>
                  </a:lnTo>
                  <a:lnTo>
                    <a:pt x="565" y="72"/>
                  </a:lnTo>
                  <a:lnTo>
                    <a:pt x="569" y="68"/>
                  </a:lnTo>
                  <a:lnTo>
                    <a:pt x="571" y="63"/>
                  </a:lnTo>
                  <a:lnTo>
                    <a:pt x="572" y="57"/>
                  </a:lnTo>
                  <a:lnTo>
                    <a:pt x="574" y="51"/>
                  </a:lnTo>
                  <a:lnTo>
                    <a:pt x="574" y="48"/>
                  </a:lnTo>
                  <a:lnTo>
                    <a:pt x="576" y="46"/>
                  </a:lnTo>
                  <a:lnTo>
                    <a:pt x="576" y="36"/>
                  </a:lnTo>
                  <a:lnTo>
                    <a:pt x="576" y="32"/>
                  </a:lnTo>
                  <a:lnTo>
                    <a:pt x="574" y="27"/>
                  </a:lnTo>
                  <a:lnTo>
                    <a:pt x="572" y="23"/>
                  </a:lnTo>
                  <a:lnTo>
                    <a:pt x="567" y="19"/>
                  </a:lnTo>
                  <a:lnTo>
                    <a:pt x="563" y="17"/>
                  </a:lnTo>
                  <a:lnTo>
                    <a:pt x="557" y="15"/>
                  </a:lnTo>
                  <a:lnTo>
                    <a:pt x="550" y="15"/>
                  </a:lnTo>
                  <a:lnTo>
                    <a:pt x="542" y="15"/>
                  </a:lnTo>
                  <a:lnTo>
                    <a:pt x="536" y="15"/>
                  </a:lnTo>
                  <a:lnTo>
                    <a:pt x="529" y="15"/>
                  </a:lnTo>
                  <a:lnTo>
                    <a:pt x="521" y="17"/>
                  </a:lnTo>
                  <a:lnTo>
                    <a:pt x="514" y="17"/>
                  </a:lnTo>
                  <a:lnTo>
                    <a:pt x="508" y="19"/>
                  </a:lnTo>
                  <a:lnTo>
                    <a:pt x="500" y="21"/>
                  </a:lnTo>
                  <a:lnTo>
                    <a:pt x="495" y="23"/>
                  </a:lnTo>
                  <a:lnTo>
                    <a:pt x="489" y="23"/>
                  </a:lnTo>
                  <a:lnTo>
                    <a:pt x="483" y="25"/>
                  </a:lnTo>
                  <a:lnTo>
                    <a:pt x="476" y="27"/>
                  </a:lnTo>
                  <a:lnTo>
                    <a:pt x="476" y="29"/>
                  </a:lnTo>
                  <a:lnTo>
                    <a:pt x="451" y="15"/>
                  </a:lnTo>
                  <a:lnTo>
                    <a:pt x="453" y="13"/>
                  </a:lnTo>
                  <a:lnTo>
                    <a:pt x="456" y="13"/>
                  </a:lnTo>
                  <a:lnTo>
                    <a:pt x="460" y="11"/>
                  </a:lnTo>
                  <a:lnTo>
                    <a:pt x="464" y="10"/>
                  </a:lnTo>
                  <a:lnTo>
                    <a:pt x="470" y="8"/>
                  </a:lnTo>
                  <a:lnTo>
                    <a:pt x="476" y="8"/>
                  </a:lnTo>
                  <a:lnTo>
                    <a:pt x="481" y="6"/>
                  </a:lnTo>
                  <a:lnTo>
                    <a:pt x="489" y="6"/>
                  </a:lnTo>
                  <a:lnTo>
                    <a:pt x="495" y="4"/>
                  </a:lnTo>
                  <a:lnTo>
                    <a:pt x="502" y="2"/>
                  </a:lnTo>
                  <a:lnTo>
                    <a:pt x="510" y="2"/>
                  </a:lnTo>
                  <a:lnTo>
                    <a:pt x="517" y="0"/>
                  </a:lnTo>
                  <a:lnTo>
                    <a:pt x="525" y="0"/>
                  </a:lnTo>
                  <a:lnTo>
                    <a:pt x="534" y="2"/>
                  </a:lnTo>
                  <a:lnTo>
                    <a:pt x="542" y="2"/>
                  </a:lnTo>
                  <a:lnTo>
                    <a:pt x="550" y="2"/>
                  </a:lnTo>
                  <a:lnTo>
                    <a:pt x="557" y="2"/>
                  </a:lnTo>
                  <a:lnTo>
                    <a:pt x="567" y="6"/>
                  </a:lnTo>
                  <a:lnTo>
                    <a:pt x="574" y="6"/>
                  </a:lnTo>
                  <a:lnTo>
                    <a:pt x="582" y="10"/>
                  </a:lnTo>
                  <a:lnTo>
                    <a:pt x="590" y="13"/>
                  </a:lnTo>
                  <a:lnTo>
                    <a:pt x="595" y="17"/>
                  </a:lnTo>
                  <a:lnTo>
                    <a:pt x="601" y="21"/>
                  </a:lnTo>
                  <a:lnTo>
                    <a:pt x="609" y="27"/>
                  </a:lnTo>
                  <a:lnTo>
                    <a:pt x="612" y="34"/>
                  </a:lnTo>
                  <a:lnTo>
                    <a:pt x="618" y="40"/>
                  </a:lnTo>
                  <a:lnTo>
                    <a:pt x="620" y="44"/>
                  </a:lnTo>
                  <a:lnTo>
                    <a:pt x="624" y="48"/>
                  </a:lnTo>
                  <a:lnTo>
                    <a:pt x="624" y="51"/>
                  </a:lnTo>
                  <a:lnTo>
                    <a:pt x="628" y="57"/>
                  </a:lnTo>
                  <a:lnTo>
                    <a:pt x="628" y="61"/>
                  </a:lnTo>
                  <a:lnTo>
                    <a:pt x="629" y="67"/>
                  </a:lnTo>
                  <a:lnTo>
                    <a:pt x="631" y="72"/>
                  </a:lnTo>
                  <a:lnTo>
                    <a:pt x="633" y="78"/>
                  </a:lnTo>
                  <a:lnTo>
                    <a:pt x="633" y="82"/>
                  </a:lnTo>
                  <a:lnTo>
                    <a:pt x="633" y="88"/>
                  </a:lnTo>
                  <a:lnTo>
                    <a:pt x="633" y="93"/>
                  </a:lnTo>
                  <a:lnTo>
                    <a:pt x="633" y="99"/>
                  </a:lnTo>
                  <a:lnTo>
                    <a:pt x="633" y="103"/>
                  </a:lnTo>
                  <a:lnTo>
                    <a:pt x="633" y="108"/>
                  </a:lnTo>
                  <a:lnTo>
                    <a:pt x="631" y="112"/>
                  </a:lnTo>
                  <a:lnTo>
                    <a:pt x="631" y="118"/>
                  </a:lnTo>
                  <a:lnTo>
                    <a:pt x="629" y="122"/>
                  </a:lnTo>
                  <a:lnTo>
                    <a:pt x="629" y="127"/>
                  </a:lnTo>
                  <a:lnTo>
                    <a:pt x="628" y="133"/>
                  </a:lnTo>
                  <a:lnTo>
                    <a:pt x="628" y="137"/>
                  </a:lnTo>
                  <a:lnTo>
                    <a:pt x="626" y="143"/>
                  </a:lnTo>
                  <a:lnTo>
                    <a:pt x="624" y="146"/>
                  </a:lnTo>
                  <a:lnTo>
                    <a:pt x="622" y="152"/>
                  </a:lnTo>
                  <a:lnTo>
                    <a:pt x="620" y="156"/>
                  </a:lnTo>
                  <a:lnTo>
                    <a:pt x="616" y="165"/>
                  </a:lnTo>
                  <a:lnTo>
                    <a:pt x="610" y="173"/>
                  </a:lnTo>
                  <a:lnTo>
                    <a:pt x="605" y="181"/>
                  </a:lnTo>
                  <a:lnTo>
                    <a:pt x="601" y="190"/>
                  </a:lnTo>
                  <a:lnTo>
                    <a:pt x="593" y="198"/>
                  </a:lnTo>
                  <a:lnTo>
                    <a:pt x="586" y="205"/>
                  </a:lnTo>
                  <a:lnTo>
                    <a:pt x="578" y="213"/>
                  </a:lnTo>
                  <a:lnTo>
                    <a:pt x="572" y="222"/>
                  </a:lnTo>
                  <a:lnTo>
                    <a:pt x="563" y="228"/>
                  </a:lnTo>
                  <a:lnTo>
                    <a:pt x="555" y="236"/>
                  </a:lnTo>
                  <a:lnTo>
                    <a:pt x="548" y="241"/>
                  </a:lnTo>
                  <a:lnTo>
                    <a:pt x="540" y="249"/>
                  </a:lnTo>
                  <a:lnTo>
                    <a:pt x="534" y="251"/>
                  </a:lnTo>
                  <a:lnTo>
                    <a:pt x="531" y="255"/>
                  </a:lnTo>
                  <a:lnTo>
                    <a:pt x="525" y="259"/>
                  </a:lnTo>
                  <a:lnTo>
                    <a:pt x="521" y="261"/>
                  </a:lnTo>
                  <a:lnTo>
                    <a:pt x="515" y="264"/>
                  </a:lnTo>
                  <a:lnTo>
                    <a:pt x="512" y="268"/>
                  </a:lnTo>
                  <a:lnTo>
                    <a:pt x="508" y="270"/>
                  </a:lnTo>
                  <a:lnTo>
                    <a:pt x="502" y="274"/>
                  </a:lnTo>
                  <a:lnTo>
                    <a:pt x="498" y="278"/>
                  </a:lnTo>
                  <a:lnTo>
                    <a:pt x="493" y="280"/>
                  </a:lnTo>
                  <a:lnTo>
                    <a:pt x="489" y="283"/>
                  </a:lnTo>
                  <a:lnTo>
                    <a:pt x="485" y="285"/>
                  </a:lnTo>
                  <a:lnTo>
                    <a:pt x="479" y="289"/>
                  </a:lnTo>
                  <a:lnTo>
                    <a:pt x="476" y="291"/>
                  </a:lnTo>
                  <a:lnTo>
                    <a:pt x="470" y="295"/>
                  </a:lnTo>
                  <a:lnTo>
                    <a:pt x="466" y="299"/>
                  </a:lnTo>
                  <a:lnTo>
                    <a:pt x="460" y="300"/>
                  </a:lnTo>
                  <a:lnTo>
                    <a:pt x="456" y="304"/>
                  </a:lnTo>
                  <a:lnTo>
                    <a:pt x="451" y="306"/>
                  </a:lnTo>
                  <a:lnTo>
                    <a:pt x="447" y="310"/>
                  </a:lnTo>
                  <a:lnTo>
                    <a:pt x="441" y="312"/>
                  </a:lnTo>
                  <a:lnTo>
                    <a:pt x="437" y="316"/>
                  </a:lnTo>
                  <a:lnTo>
                    <a:pt x="432" y="318"/>
                  </a:lnTo>
                  <a:lnTo>
                    <a:pt x="428" y="321"/>
                  </a:lnTo>
                  <a:lnTo>
                    <a:pt x="464" y="430"/>
                  </a:lnTo>
                  <a:lnTo>
                    <a:pt x="464" y="430"/>
                  </a:lnTo>
                  <a:lnTo>
                    <a:pt x="460" y="430"/>
                  </a:lnTo>
                  <a:lnTo>
                    <a:pt x="456" y="432"/>
                  </a:lnTo>
                  <a:lnTo>
                    <a:pt x="451" y="434"/>
                  </a:lnTo>
                  <a:lnTo>
                    <a:pt x="443" y="435"/>
                  </a:lnTo>
                  <a:lnTo>
                    <a:pt x="437" y="437"/>
                  </a:lnTo>
                  <a:lnTo>
                    <a:pt x="430" y="439"/>
                  </a:lnTo>
                  <a:lnTo>
                    <a:pt x="422" y="441"/>
                  </a:lnTo>
                  <a:lnTo>
                    <a:pt x="415" y="443"/>
                  </a:lnTo>
                  <a:lnTo>
                    <a:pt x="405" y="445"/>
                  </a:lnTo>
                  <a:lnTo>
                    <a:pt x="398" y="447"/>
                  </a:lnTo>
                  <a:lnTo>
                    <a:pt x="394" y="451"/>
                  </a:lnTo>
                  <a:lnTo>
                    <a:pt x="388" y="451"/>
                  </a:lnTo>
                  <a:lnTo>
                    <a:pt x="382" y="453"/>
                  </a:lnTo>
                  <a:lnTo>
                    <a:pt x="380" y="453"/>
                  </a:lnTo>
                  <a:lnTo>
                    <a:pt x="380" y="454"/>
                  </a:lnTo>
                  <a:lnTo>
                    <a:pt x="380" y="454"/>
                  </a:lnTo>
                  <a:close/>
                </a:path>
              </a:pathLst>
            </a:custGeom>
            <a:solidFill>
              <a:srgbClr val="693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157" name="Группа 156"/>
            <p:cNvGrpSpPr/>
            <p:nvPr/>
          </p:nvGrpSpPr>
          <p:grpSpPr>
            <a:xfrm>
              <a:off x="1385888" y="593725"/>
              <a:ext cx="561976" cy="288925"/>
              <a:chOff x="1385888" y="593725"/>
              <a:chExt cx="561976" cy="288925"/>
            </a:xfrm>
          </p:grpSpPr>
          <p:sp>
            <p:nvSpPr>
              <p:cNvPr id="54" name="Freeform 56"/>
              <p:cNvSpPr>
                <a:spLocks/>
              </p:cNvSpPr>
              <p:nvPr/>
            </p:nvSpPr>
            <p:spPr bwMode="auto">
              <a:xfrm>
                <a:off x="1385888" y="593725"/>
                <a:ext cx="482600" cy="288925"/>
              </a:xfrm>
              <a:custGeom>
                <a:avLst/>
                <a:gdLst>
                  <a:gd name="T0" fmla="*/ 496 w 608"/>
                  <a:gd name="T1" fmla="*/ 241 h 363"/>
                  <a:gd name="T2" fmla="*/ 471 w 608"/>
                  <a:gd name="T3" fmla="*/ 256 h 363"/>
                  <a:gd name="T4" fmla="*/ 448 w 608"/>
                  <a:gd name="T5" fmla="*/ 268 h 363"/>
                  <a:gd name="T6" fmla="*/ 422 w 608"/>
                  <a:gd name="T7" fmla="*/ 281 h 363"/>
                  <a:gd name="T8" fmla="*/ 393 w 608"/>
                  <a:gd name="T9" fmla="*/ 294 h 363"/>
                  <a:gd name="T10" fmla="*/ 361 w 608"/>
                  <a:gd name="T11" fmla="*/ 308 h 363"/>
                  <a:gd name="T12" fmla="*/ 327 w 608"/>
                  <a:gd name="T13" fmla="*/ 323 h 363"/>
                  <a:gd name="T14" fmla="*/ 290 w 608"/>
                  <a:gd name="T15" fmla="*/ 334 h 363"/>
                  <a:gd name="T16" fmla="*/ 252 w 608"/>
                  <a:gd name="T17" fmla="*/ 346 h 363"/>
                  <a:gd name="T18" fmla="*/ 214 w 608"/>
                  <a:gd name="T19" fmla="*/ 355 h 363"/>
                  <a:gd name="T20" fmla="*/ 176 w 608"/>
                  <a:gd name="T21" fmla="*/ 361 h 363"/>
                  <a:gd name="T22" fmla="*/ 138 w 608"/>
                  <a:gd name="T23" fmla="*/ 363 h 363"/>
                  <a:gd name="T24" fmla="*/ 104 w 608"/>
                  <a:gd name="T25" fmla="*/ 363 h 363"/>
                  <a:gd name="T26" fmla="*/ 72 w 608"/>
                  <a:gd name="T27" fmla="*/ 355 h 363"/>
                  <a:gd name="T28" fmla="*/ 41 w 608"/>
                  <a:gd name="T29" fmla="*/ 344 h 363"/>
                  <a:gd name="T30" fmla="*/ 19 w 608"/>
                  <a:gd name="T31" fmla="*/ 330 h 363"/>
                  <a:gd name="T32" fmla="*/ 3 w 608"/>
                  <a:gd name="T33" fmla="*/ 309 h 363"/>
                  <a:gd name="T34" fmla="*/ 0 w 608"/>
                  <a:gd name="T35" fmla="*/ 279 h 363"/>
                  <a:gd name="T36" fmla="*/ 11 w 608"/>
                  <a:gd name="T37" fmla="*/ 256 h 363"/>
                  <a:gd name="T38" fmla="*/ 26 w 608"/>
                  <a:gd name="T39" fmla="*/ 235 h 363"/>
                  <a:gd name="T40" fmla="*/ 43 w 608"/>
                  <a:gd name="T41" fmla="*/ 218 h 363"/>
                  <a:gd name="T42" fmla="*/ 62 w 608"/>
                  <a:gd name="T43" fmla="*/ 201 h 363"/>
                  <a:gd name="T44" fmla="*/ 81 w 608"/>
                  <a:gd name="T45" fmla="*/ 184 h 363"/>
                  <a:gd name="T46" fmla="*/ 100 w 608"/>
                  <a:gd name="T47" fmla="*/ 169 h 363"/>
                  <a:gd name="T48" fmla="*/ 121 w 608"/>
                  <a:gd name="T49" fmla="*/ 159 h 363"/>
                  <a:gd name="T50" fmla="*/ 146 w 608"/>
                  <a:gd name="T51" fmla="*/ 140 h 363"/>
                  <a:gd name="T52" fmla="*/ 163 w 608"/>
                  <a:gd name="T53" fmla="*/ 133 h 363"/>
                  <a:gd name="T54" fmla="*/ 256 w 608"/>
                  <a:gd name="T55" fmla="*/ 70 h 363"/>
                  <a:gd name="T56" fmla="*/ 252 w 608"/>
                  <a:gd name="T57" fmla="*/ 49 h 363"/>
                  <a:gd name="T58" fmla="*/ 254 w 608"/>
                  <a:gd name="T59" fmla="*/ 22 h 363"/>
                  <a:gd name="T60" fmla="*/ 268 w 608"/>
                  <a:gd name="T61" fmla="*/ 5 h 363"/>
                  <a:gd name="T62" fmla="*/ 294 w 608"/>
                  <a:gd name="T63" fmla="*/ 9 h 363"/>
                  <a:gd name="T64" fmla="*/ 319 w 608"/>
                  <a:gd name="T65" fmla="*/ 20 h 363"/>
                  <a:gd name="T66" fmla="*/ 342 w 608"/>
                  <a:gd name="T67" fmla="*/ 39 h 363"/>
                  <a:gd name="T68" fmla="*/ 353 w 608"/>
                  <a:gd name="T69" fmla="*/ 43 h 363"/>
                  <a:gd name="T70" fmla="*/ 376 w 608"/>
                  <a:gd name="T71" fmla="*/ 34 h 363"/>
                  <a:gd name="T72" fmla="*/ 406 w 608"/>
                  <a:gd name="T73" fmla="*/ 24 h 363"/>
                  <a:gd name="T74" fmla="*/ 425 w 608"/>
                  <a:gd name="T75" fmla="*/ 19 h 363"/>
                  <a:gd name="T76" fmla="*/ 446 w 608"/>
                  <a:gd name="T77" fmla="*/ 15 h 363"/>
                  <a:gd name="T78" fmla="*/ 465 w 608"/>
                  <a:gd name="T79" fmla="*/ 9 h 363"/>
                  <a:gd name="T80" fmla="*/ 486 w 608"/>
                  <a:gd name="T81" fmla="*/ 5 h 363"/>
                  <a:gd name="T82" fmla="*/ 505 w 608"/>
                  <a:gd name="T83" fmla="*/ 1 h 363"/>
                  <a:gd name="T84" fmla="*/ 526 w 608"/>
                  <a:gd name="T85" fmla="*/ 1 h 363"/>
                  <a:gd name="T86" fmla="*/ 543 w 608"/>
                  <a:gd name="T87" fmla="*/ 1 h 363"/>
                  <a:gd name="T88" fmla="*/ 574 w 608"/>
                  <a:gd name="T89" fmla="*/ 7 h 363"/>
                  <a:gd name="T90" fmla="*/ 595 w 608"/>
                  <a:gd name="T91" fmla="*/ 22 h 363"/>
                  <a:gd name="T92" fmla="*/ 606 w 608"/>
                  <a:gd name="T93" fmla="*/ 43 h 363"/>
                  <a:gd name="T94" fmla="*/ 608 w 608"/>
                  <a:gd name="T95" fmla="*/ 68 h 363"/>
                  <a:gd name="T96" fmla="*/ 604 w 608"/>
                  <a:gd name="T97" fmla="*/ 95 h 363"/>
                  <a:gd name="T98" fmla="*/ 595 w 608"/>
                  <a:gd name="T99" fmla="*/ 121 h 363"/>
                  <a:gd name="T100" fmla="*/ 579 w 608"/>
                  <a:gd name="T101" fmla="*/ 150 h 363"/>
                  <a:gd name="T102" fmla="*/ 560 w 608"/>
                  <a:gd name="T103" fmla="*/ 176 h 363"/>
                  <a:gd name="T104" fmla="*/ 540 w 608"/>
                  <a:gd name="T105" fmla="*/ 201 h 363"/>
                  <a:gd name="T106" fmla="*/ 505 w 608"/>
                  <a:gd name="T107" fmla="*/ 239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08" h="363">
                    <a:moveTo>
                      <a:pt x="505" y="239"/>
                    </a:moveTo>
                    <a:lnTo>
                      <a:pt x="503" y="239"/>
                    </a:lnTo>
                    <a:lnTo>
                      <a:pt x="500" y="241"/>
                    </a:lnTo>
                    <a:lnTo>
                      <a:pt x="496" y="241"/>
                    </a:lnTo>
                    <a:lnTo>
                      <a:pt x="490" y="247"/>
                    </a:lnTo>
                    <a:lnTo>
                      <a:pt x="483" y="249"/>
                    </a:lnTo>
                    <a:lnTo>
                      <a:pt x="475" y="254"/>
                    </a:lnTo>
                    <a:lnTo>
                      <a:pt x="471" y="256"/>
                    </a:lnTo>
                    <a:lnTo>
                      <a:pt x="465" y="258"/>
                    </a:lnTo>
                    <a:lnTo>
                      <a:pt x="460" y="262"/>
                    </a:lnTo>
                    <a:lnTo>
                      <a:pt x="454" y="266"/>
                    </a:lnTo>
                    <a:lnTo>
                      <a:pt x="448" y="268"/>
                    </a:lnTo>
                    <a:lnTo>
                      <a:pt x="443" y="269"/>
                    </a:lnTo>
                    <a:lnTo>
                      <a:pt x="435" y="273"/>
                    </a:lnTo>
                    <a:lnTo>
                      <a:pt x="429" y="277"/>
                    </a:lnTo>
                    <a:lnTo>
                      <a:pt x="422" y="281"/>
                    </a:lnTo>
                    <a:lnTo>
                      <a:pt x="416" y="285"/>
                    </a:lnTo>
                    <a:lnTo>
                      <a:pt x="408" y="287"/>
                    </a:lnTo>
                    <a:lnTo>
                      <a:pt x="401" y="292"/>
                    </a:lnTo>
                    <a:lnTo>
                      <a:pt x="393" y="294"/>
                    </a:lnTo>
                    <a:lnTo>
                      <a:pt x="386" y="298"/>
                    </a:lnTo>
                    <a:lnTo>
                      <a:pt x="378" y="302"/>
                    </a:lnTo>
                    <a:lnTo>
                      <a:pt x="370" y="306"/>
                    </a:lnTo>
                    <a:lnTo>
                      <a:pt x="361" y="308"/>
                    </a:lnTo>
                    <a:lnTo>
                      <a:pt x="353" y="313"/>
                    </a:lnTo>
                    <a:lnTo>
                      <a:pt x="344" y="315"/>
                    </a:lnTo>
                    <a:lnTo>
                      <a:pt x="336" y="319"/>
                    </a:lnTo>
                    <a:lnTo>
                      <a:pt x="327" y="323"/>
                    </a:lnTo>
                    <a:lnTo>
                      <a:pt x="317" y="325"/>
                    </a:lnTo>
                    <a:lnTo>
                      <a:pt x="308" y="328"/>
                    </a:lnTo>
                    <a:lnTo>
                      <a:pt x="300" y="332"/>
                    </a:lnTo>
                    <a:lnTo>
                      <a:pt x="290" y="334"/>
                    </a:lnTo>
                    <a:lnTo>
                      <a:pt x="281" y="338"/>
                    </a:lnTo>
                    <a:lnTo>
                      <a:pt x="271" y="342"/>
                    </a:lnTo>
                    <a:lnTo>
                      <a:pt x="262" y="344"/>
                    </a:lnTo>
                    <a:lnTo>
                      <a:pt x="252" y="346"/>
                    </a:lnTo>
                    <a:lnTo>
                      <a:pt x="243" y="347"/>
                    </a:lnTo>
                    <a:lnTo>
                      <a:pt x="233" y="351"/>
                    </a:lnTo>
                    <a:lnTo>
                      <a:pt x="224" y="353"/>
                    </a:lnTo>
                    <a:lnTo>
                      <a:pt x="214" y="355"/>
                    </a:lnTo>
                    <a:lnTo>
                      <a:pt x="205" y="357"/>
                    </a:lnTo>
                    <a:lnTo>
                      <a:pt x="195" y="359"/>
                    </a:lnTo>
                    <a:lnTo>
                      <a:pt x="186" y="361"/>
                    </a:lnTo>
                    <a:lnTo>
                      <a:pt x="176" y="361"/>
                    </a:lnTo>
                    <a:lnTo>
                      <a:pt x="167" y="363"/>
                    </a:lnTo>
                    <a:lnTo>
                      <a:pt x="157" y="363"/>
                    </a:lnTo>
                    <a:lnTo>
                      <a:pt x="148" y="363"/>
                    </a:lnTo>
                    <a:lnTo>
                      <a:pt x="138" y="363"/>
                    </a:lnTo>
                    <a:lnTo>
                      <a:pt x="131" y="363"/>
                    </a:lnTo>
                    <a:lnTo>
                      <a:pt x="121" y="363"/>
                    </a:lnTo>
                    <a:lnTo>
                      <a:pt x="114" y="363"/>
                    </a:lnTo>
                    <a:lnTo>
                      <a:pt x="104" y="363"/>
                    </a:lnTo>
                    <a:lnTo>
                      <a:pt x="97" y="361"/>
                    </a:lnTo>
                    <a:lnTo>
                      <a:pt x="87" y="359"/>
                    </a:lnTo>
                    <a:lnTo>
                      <a:pt x="79" y="359"/>
                    </a:lnTo>
                    <a:lnTo>
                      <a:pt x="72" y="355"/>
                    </a:lnTo>
                    <a:lnTo>
                      <a:pt x="64" y="353"/>
                    </a:lnTo>
                    <a:lnTo>
                      <a:pt x="57" y="351"/>
                    </a:lnTo>
                    <a:lnTo>
                      <a:pt x="49" y="347"/>
                    </a:lnTo>
                    <a:lnTo>
                      <a:pt x="41" y="344"/>
                    </a:lnTo>
                    <a:lnTo>
                      <a:pt x="36" y="342"/>
                    </a:lnTo>
                    <a:lnTo>
                      <a:pt x="28" y="336"/>
                    </a:lnTo>
                    <a:lnTo>
                      <a:pt x="24" y="334"/>
                    </a:lnTo>
                    <a:lnTo>
                      <a:pt x="19" y="330"/>
                    </a:lnTo>
                    <a:lnTo>
                      <a:pt x="15" y="325"/>
                    </a:lnTo>
                    <a:lnTo>
                      <a:pt x="11" y="321"/>
                    </a:lnTo>
                    <a:lnTo>
                      <a:pt x="9" y="319"/>
                    </a:lnTo>
                    <a:lnTo>
                      <a:pt x="3" y="309"/>
                    </a:lnTo>
                    <a:lnTo>
                      <a:pt x="0" y="302"/>
                    </a:lnTo>
                    <a:lnTo>
                      <a:pt x="0" y="292"/>
                    </a:lnTo>
                    <a:lnTo>
                      <a:pt x="0" y="285"/>
                    </a:lnTo>
                    <a:lnTo>
                      <a:pt x="0" y="279"/>
                    </a:lnTo>
                    <a:lnTo>
                      <a:pt x="2" y="275"/>
                    </a:lnTo>
                    <a:lnTo>
                      <a:pt x="3" y="269"/>
                    </a:lnTo>
                    <a:lnTo>
                      <a:pt x="5" y="266"/>
                    </a:lnTo>
                    <a:lnTo>
                      <a:pt x="11" y="256"/>
                    </a:lnTo>
                    <a:lnTo>
                      <a:pt x="17" y="249"/>
                    </a:lnTo>
                    <a:lnTo>
                      <a:pt x="19" y="243"/>
                    </a:lnTo>
                    <a:lnTo>
                      <a:pt x="22" y="239"/>
                    </a:lnTo>
                    <a:lnTo>
                      <a:pt x="26" y="235"/>
                    </a:lnTo>
                    <a:lnTo>
                      <a:pt x="30" y="231"/>
                    </a:lnTo>
                    <a:lnTo>
                      <a:pt x="34" y="226"/>
                    </a:lnTo>
                    <a:lnTo>
                      <a:pt x="38" y="222"/>
                    </a:lnTo>
                    <a:lnTo>
                      <a:pt x="43" y="218"/>
                    </a:lnTo>
                    <a:lnTo>
                      <a:pt x="49" y="214"/>
                    </a:lnTo>
                    <a:lnTo>
                      <a:pt x="53" y="209"/>
                    </a:lnTo>
                    <a:lnTo>
                      <a:pt x="57" y="205"/>
                    </a:lnTo>
                    <a:lnTo>
                      <a:pt x="62" y="201"/>
                    </a:lnTo>
                    <a:lnTo>
                      <a:pt x="66" y="197"/>
                    </a:lnTo>
                    <a:lnTo>
                      <a:pt x="72" y="192"/>
                    </a:lnTo>
                    <a:lnTo>
                      <a:pt x="76" y="188"/>
                    </a:lnTo>
                    <a:lnTo>
                      <a:pt x="81" y="184"/>
                    </a:lnTo>
                    <a:lnTo>
                      <a:pt x="87" y="182"/>
                    </a:lnTo>
                    <a:lnTo>
                      <a:pt x="91" y="176"/>
                    </a:lnTo>
                    <a:lnTo>
                      <a:pt x="97" y="174"/>
                    </a:lnTo>
                    <a:lnTo>
                      <a:pt x="100" y="169"/>
                    </a:lnTo>
                    <a:lnTo>
                      <a:pt x="106" y="167"/>
                    </a:lnTo>
                    <a:lnTo>
                      <a:pt x="110" y="165"/>
                    </a:lnTo>
                    <a:lnTo>
                      <a:pt x="116" y="161"/>
                    </a:lnTo>
                    <a:lnTo>
                      <a:pt x="121" y="159"/>
                    </a:lnTo>
                    <a:lnTo>
                      <a:pt x="125" y="155"/>
                    </a:lnTo>
                    <a:lnTo>
                      <a:pt x="133" y="150"/>
                    </a:lnTo>
                    <a:lnTo>
                      <a:pt x="140" y="146"/>
                    </a:lnTo>
                    <a:lnTo>
                      <a:pt x="146" y="140"/>
                    </a:lnTo>
                    <a:lnTo>
                      <a:pt x="154" y="138"/>
                    </a:lnTo>
                    <a:lnTo>
                      <a:pt x="157" y="135"/>
                    </a:lnTo>
                    <a:lnTo>
                      <a:pt x="161" y="133"/>
                    </a:lnTo>
                    <a:lnTo>
                      <a:pt x="163" y="133"/>
                    </a:lnTo>
                    <a:lnTo>
                      <a:pt x="165" y="133"/>
                    </a:lnTo>
                    <a:lnTo>
                      <a:pt x="258" y="74"/>
                    </a:lnTo>
                    <a:lnTo>
                      <a:pt x="256" y="72"/>
                    </a:lnTo>
                    <a:lnTo>
                      <a:pt x="256" y="70"/>
                    </a:lnTo>
                    <a:lnTo>
                      <a:pt x="256" y="66"/>
                    </a:lnTo>
                    <a:lnTo>
                      <a:pt x="256" y="62"/>
                    </a:lnTo>
                    <a:lnTo>
                      <a:pt x="254" y="55"/>
                    </a:lnTo>
                    <a:lnTo>
                      <a:pt x="252" y="49"/>
                    </a:lnTo>
                    <a:lnTo>
                      <a:pt x="252" y="43"/>
                    </a:lnTo>
                    <a:lnTo>
                      <a:pt x="252" y="36"/>
                    </a:lnTo>
                    <a:lnTo>
                      <a:pt x="252" y="28"/>
                    </a:lnTo>
                    <a:lnTo>
                      <a:pt x="254" y="22"/>
                    </a:lnTo>
                    <a:lnTo>
                      <a:pt x="256" y="17"/>
                    </a:lnTo>
                    <a:lnTo>
                      <a:pt x="258" y="13"/>
                    </a:lnTo>
                    <a:lnTo>
                      <a:pt x="262" y="7"/>
                    </a:lnTo>
                    <a:lnTo>
                      <a:pt x="268" y="5"/>
                    </a:lnTo>
                    <a:lnTo>
                      <a:pt x="273" y="3"/>
                    </a:lnTo>
                    <a:lnTo>
                      <a:pt x="281" y="5"/>
                    </a:lnTo>
                    <a:lnTo>
                      <a:pt x="287" y="7"/>
                    </a:lnTo>
                    <a:lnTo>
                      <a:pt x="294" y="9"/>
                    </a:lnTo>
                    <a:lnTo>
                      <a:pt x="302" y="11"/>
                    </a:lnTo>
                    <a:lnTo>
                      <a:pt x="308" y="15"/>
                    </a:lnTo>
                    <a:lnTo>
                      <a:pt x="313" y="17"/>
                    </a:lnTo>
                    <a:lnTo>
                      <a:pt x="319" y="20"/>
                    </a:lnTo>
                    <a:lnTo>
                      <a:pt x="323" y="24"/>
                    </a:lnTo>
                    <a:lnTo>
                      <a:pt x="329" y="28"/>
                    </a:lnTo>
                    <a:lnTo>
                      <a:pt x="336" y="34"/>
                    </a:lnTo>
                    <a:lnTo>
                      <a:pt x="342" y="39"/>
                    </a:lnTo>
                    <a:lnTo>
                      <a:pt x="346" y="43"/>
                    </a:lnTo>
                    <a:lnTo>
                      <a:pt x="346" y="45"/>
                    </a:lnTo>
                    <a:lnTo>
                      <a:pt x="348" y="43"/>
                    </a:lnTo>
                    <a:lnTo>
                      <a:pt x="353" y="43"/>
                    </a:lnTo>
                    <a:lnTo>
                      <a:pt x="357" y="39"/>
                    </a:lnTo>
                    <a:lnTo>
                      <a:pt x="363" y="38"/>
                    </a:lnTo>
                    <a:lnTo>
                      <a:pt x="368" y="36"/>
                    </a:lnTo>
                    <a:lnTo>
                      <a:pt x="376" y="34"/>
                    </a:lnTo>
                    <a:lnTo>
                      <a:pt x="382" y="32"/>
                    </a:lnTo>
                    <a:lnTo>
                      <a:pt x="389" y="28"/>
                    </a:lnTo>
                    <a:lnTo>
                      <a:pt x="399" y="26"/>
                    </a:lnTo>
                    <a:lnTo>
                      <a:pt x="406" y="24"/>
                    </a:lnTo>
                    <a:lnTo>
                      <a:pt x="412" y="22"/>
                    </a:lnTo>
                    <a:lnTo>
                      <a:pt x="416" y="20"/>
                    </a:lnTo>
                    <a:lnTo>
                      <a:pt x="422" y="20"/>
                    </a:lnTo>
                    <a:lnTo>
                      <a:pt x="425" y="19"/>
                    </a:lnTo>
                    <a:lnTo>
                      <a:pt x="431" y="17"/>
                    </a:lnTo>
                    <a:lnTo>
                      <a:pt x="435" y="17"/>
                    </a:lnTo>
                    <a:lnTo>
                      <a:pt x="441" y="15"/>
                    </a:lnTo>
                    <a:lnTo>
                      <a:pt x="446" y="15"/>
                    </a:lnTo>
                    <a:lnTo>
                      <a:pt x="450" y="13"/>
                    </a:lnTo>
                    <a:lnTo>
                      <a:pt x="456" y="11"/>
                    </a:lnTo>
                    <a:lnTo>
                      <a:pt x="460" y="9"/>
                    </a:lnTo>
                    <a:lnTo>
                      <a:pt x="465" y="9"/>
                    </a:lnTo>
                    <a:lnTo>
                      <a:pt x="471" y="7"/>
                    </a:lnTo>
                    <a:lnTo>
                      <a:pt x="477" y="7"/>
                    </a:lnTo>
                    <a:lnTo>
                      <a:pt x="481" y="5"/>
                    </a:lnTo>
                    <a:lnTo>
                      <a:pt x="486" y="5"/>
                    </a:lnTo>
                    <a:lnTo>
                      <a:pt x="492" y="3"/>
                    </a:lnTo>
                    <a:lnTo>
                      <a:pt x="496" y="3"/>
                    </a:lnTo>
                    <a:lnTo>
                      <a:pt x="502" y="1"/>
                    </a:lnTo>
                    <a:lnTo>
                      <a:pt x="505" y="1"/>
                    </a:lnTo>
                    <a:lnTo>
                      <a:pt x="511" y="1"/>
                    </a:lnTo>
                    <a:lnTo>
                      <a:pt x="515" y="1"/>
                    </a:lnTo>
                    <a:lnTo>
                      <a:pt x="521" y="1"/>
                    </a:lnTo>
                    <a:lnTo>
                      <a:pt x="526" y="1"/>
                    </a:lnTo>
                    <a:lnTo>
                      <a:pt x="530" y="0"/>
                    </a:lnTo>
                    <a:lnTo>
                      <a:pt x="534" y="0"/>
                    </a:lnTo>
                    <a:lnTo>
                      <a:pt x="538" y="0"/>
                    </a:lnTo>
                    <a:lnTo>
                      <a:pt x="543" y="1"/>
                    </a:lnTo>
                    <a:lnTo>
                      <a:pt x="551" y="1"/>
                    </a:lnTo>
                    <a:lnTo>
                      <a:pt x="560" y="3"/>
                    </a:lnTo>
                    <a:lnTo>
                      <a:pt x="566" y="5"/>
                    </a:lnTo>
                    <a:lnTo>
                      <a:pt x="574" y="7"/>
                    </a:lnTo>
                    <a:lnTo>
                      <a:pt x="579" y="9"/>
                    </a:lnTo>
                    <a:lnTo>
                      <a:pt x="585" y="15"/>
                    </a:lnTo>
                    <a:lnTo>
                      <a:pt x="591" y="19"/>
                    </a:lnTo>
                    <a:lnTo>
                      <a:pt x="595" y="22"/>
                    </a:lnTo>
                    <a:lnTo>
                      <a:pt x="598" y="28"/>
                    </a:lnTo>
                    <a:lnTo>
                      <a:pt x="600" y="32"/>
                    </a:lnTo>
                    <a:lnTo>
                      <a:pt x="602" y="38"/>
                    </a:lnTo>
                    <a:lnTo>
                      <a:pt x="606" y="43"/>
                    </a:lnTo>
                    <a:lnTo>
                      <a:pt x="606" y="49"/>
                    </a:lnTo>
                    <a:lnTo>
                      <a:pt x="608" y="55"/>
                    </a:lnTo>
                    <a:lnTo>
                      <a:pt x="608" y="60"/>
                    </a:lnTo>
                    <a:lnTo>
                      <a:pt x="608" y="68"/>
                    </a:lnTo>
                    <a:lnTo>
                      <a:pt x="608" y="74"/>
                    </a:lnTo>
                    <a:lnTo>
                      <a:pt x="608" y="81"/>
                    </a:lnTo>
                    <a:lnTo>
                      <a:pt x="606" y="87"/>
                    </a:lnTo>
                    <a:lnTo>
                      <a:pt x="604" y="95"/>
                    </a:lnTo>
                    <a:lnTo>
                      <a:pt x="602" y="102"/>
                    </a:lnTo>
                    <a:lnTo>
                      <a:pt x="600" y="108"/>
                    </a:lnTo>
                    <a:lnTo>
                      <a:pt x="598" y="115"/>
                    </a:lnTo>
                    <a:lnTo>
                      <a:pt x="595" y="121"/>
                    </a:lnTo>
                    <a:lnTo>
                      <a:pt x="591" y="129"/>
                    </a:lnTo>
                    <a:lnTo>
                      <a:pt x="587" y="136"/>
                    </a:lnTo>
                    <a:lnTo>
                      <a:pt x="583" y="142"/>
                    </a:lnTo>
                    <a:lnTo>
                      <a:pt x="579" y="150"/>
                    </a:lnTo>
                    <a:lnTo>
                      <a:pt x="576" y="155"/>
                    </a:lnTo>
                    <a:lnTo>
                      <a:pt x="570" y="163"/>
                    </a:lnTo>
                    <a:lnTo>
                      <a:pt x="564" y="169"/>
                    </a:lnTo>
                    <a:lnTo>
                      <a:pt x="560" y="176"/>
                    </a:lnTo>
                    <a:lnTo>
                      <a:pt x="555" y="182"/>
                    </a:lnTo>
                    <a:lnTo>
                      <a:pt x="551" y="190"/>
                    </a:lnTo>
                    <a:lnTo>
                      <a:pt x="545" y="195"/>
                    </a:lnTo>
                    <a:lnTo>
                      <a:pt x="540" y="201"/>
                    </a:lnTo>
                    <a:lnTo>
                      <a:pt x="534" y="207"/>
                    </a:lnTo>
                    <a:lnTo>
                      <a:pt x="528" y="212"/>
                    </a:lnTo>
                    <a:lnTo>
                      <a:pt x="505" y="239"/>
                    </a:lnTo>
                    <a:lnTo>
                      <a:pt x="505" y="239"/>
                    </a:lnTo>
                    <a:close/>
                  </a:path>
                </a:pathLst>
              </a:custGeom>
              <a:solidFill>
                <a:srgbClr val="F5DB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34" name="Freeform 72"/>
              <p:cNvSpPr>
                <a:spLocks/>
              </p:cNvSpPr>
              <p:nvPr/>
            </p:nvSpPr>
            <p:spPr bwMode="auto">
              <a:xfrm>
                <a:off x="1406526" y="622300"/>
                <a:ext cx="301625" cy="260350"/>
              </a:xfrm>
              <a:custGeom>
                <a:avLst/>
                <a:gdLst>
                  <a:gd name="T0" fmla="*/ 50 w 381"/>
                  <a:gd name="T1" fmla="*/ 321 h 327"/>
                  <a:gd name="T2" fmla="*/ 23 w 381"/>
                  <a:gd name="T3" fmla="*/ 310 h 327"/>
                  <a:gd name="T4" fmla="*/ 10 w 381"/>
                  <a:gd name="T5" fmla="*/ 285 h 327"/>
                  <a:gd name="T6" fmla="*/ 16 w 381"/>
                  <a:gd name="T7" fmla="*/ 266 h 327"/>
                  <a:gd name="T8" fmla="*/ 36 w 381"/>
                  <a:gd name="T9" fmla="*/ 237 h 327"/>
                  <a:gd name="T10" fmla="*/ 57 w 381"/>
                  <a:gd name="T11" fmla="*/ 216 h 327"/>
                  <a:gd name="T12" fmla="*/ 80 w 381"/>
                  <a:gd name="T13" fmla="*/ 199 h 327"/>
                  <a:gd name="T14" fmla="*/ 99 w 381"/>
                  <a:gd name="T15" fmla="*/ 182 h 327"/>
                  <a:gd name="T16" fmla="*/ 118 w 381"/>
                  <a:gd name="T17" fmla="*/ 167 h 327"/>
                  <a:gd name="T18" fmla="*/ 137 w 381"/>
                  <a:gd name="T19" fmla="*/ 156 h 327"/>
                  <a:gd name="T20" fmla="*/ 166 w 381"/>
                  <a:gd name="T21" fmla="*/ 137 h 327"/>
                  <a:gd name="T22" fmla="*/ 194 w 381"/>
                  <a:gd name="T23" fmla="*/ 119 h 327"/>
                  <a:gd name="T24" fmla="*/ 217 w 381"/>
                  <a:gd name="T25" fmla="*/ 108 h 327"/>
                  <a:gd name="T26" fmla="*/ 236 w 381"/>
                  <a:gd name="T27" fmla="*/ 100 h 327"/>
                  <a:gd name="T28" fmla="*/ 251 w 381"/>
                  <a:gd name="T29" fmla="*/ 97 h 327"/>
                  <a:gd name="T30" fmla="*/ 249 w 381"/>
                  <a:gd name="T31" fmla="*/ 83 h 327"/>
                  <a:gd name="T32" fmla="*/ 247 w 381"/>
                  <a:gd name="T33" fmla="*/ 64 h 327"/>
                  <a:gd name="T34" fmla="*/ 253 w 381"/>
                  <a:gd name="T35" fmla="*/ 43 h 327"/>
                  <a:gd name="T36" fmla="*/ 274 w 381"/>
                  <a:gd name="T37" fmla="*/ 47 h 327"/>
                  <a:gd name="T38" fmla="*/ 287 w 381"/>
                  <a:gd name="T39" fmla="*/ 68 h 327"/>
                  <a:gd name="T40" fmla="*/ 299 w 381"/>
                  <a:gd name="T41" fmla="*/ 87 h 327"/>
                  <a:gd name="T42" fmla="*/ 308 w 381"/>
                  <a:gd name="T43" fmla="*/ 106 h 327"/>
                  <a:gd name="T44" fmla="*/ 316 w 381"/>
                  <a:gd name="T45" fmla="*/ 127 h 327"/>
                  <a:gd name="T46" fmla="*/ 325 w 381"/>
                  <a:gd name="T47" fmla="*/ 148 h 327"/>
                  <a:gd name="T48" fmla="*/ 377 w 381"/>
                  <a:gd name="T49" fmla="*/ 100 h 327"/>
                  <a:gd name="T50" fmla="*/ 358 w 381"/>
                  <a:gd name="T51" fmla="*/ 74 h 327"/>
                  <a:gd name="T52" fmla="*/ 344 w 381"/>
                  <a:gd name="T53" fmla="*/ 57 h 327"/>
                  <a:gd name="T54" fmla="*/ 325 w 381"/>
                  <a:gd name="T55" fmla="*/ 36 h 327"/>
                  <a:gd name="T56" fmla="*/ 305 w 381"/>
                  <a:gd name="T57" fmla="*/ 21 h 327"/>
                  <a:gd name="T58" fmla="*/ 284 w 381"/>
                  <a:gd name="T59" fmla="*/ 7 h 327"/>
                  <a:gd name="T60" fmla="*/ 259 w 381"/>
                  <a:gd name="T61" fmla="*/ 2 h 327"/>
                  <a:gd name="T62" fmla="*/ 236 w 381"/>
                  <a:gd name="T63" fmla="*/ 2 h 327"/>
                  <a:gd name="T64" fmla="*/ 215 w 381"/>
                  <a:gd name="T65" fmla="*/ 26 h 327"/>
                  <a:gd name="T66" fmla="*/ 211 w 381"/>
                  <a:gd name="T67" fmla="*/ 43 h 327"/>
                  <a:gd name="T68" fmla="*/ 213 w 381"/>
                  <a:gd name="T69" fmla="*/ 76 h 327"/>
                  <a:gd name="T70" fmla="*/ 217 w 381"/>
                  <a:gd name="T71" fmla="*/ 91 h 327"/>
                  <a:gd name="T72" fmla="*/ 206 w 381"/>
                  <a:gd name="T73" fmla="*/ 97 h 327"/>
                  <a:gd name="T74" fmla="*/ 177 w 381"/>
                  <a:gd name="T75" fmla="*/ 114 h 327"/>
                  <a:gd name="T76" fmla="*/ 156 w 381"/>
                  <a:gd name="T77" fmla="*/ 123 h 327"/>
                  <a:gd name="T78" fmla="*/ 137 w 381"/>
                  <a:gd name="T79" fmla="*/ 138 h 327"/>
                  <a:gd name="T80" fmla="*/ 114 w 381"/>
                  <a:gd name="T81" fmla="*/ 152 h 327"/>
                  <a:gd name="T82" fmla="*/ 93 w 381"/>
                  <a:gd name="T83" fmla="*/ 169 h 327"/>
                  <a:gd name="T84" fmla="*/ 71 w 381"/>
                  <a:gd name="T85" fmla="*/ 184 h 327"/>
                  <a:gd name="T86" fmla="*/ 52 w 381"/>
                  <a:gd name="T87" fmla="*/ 203 h 327"/>
                  <a:gd name="T88" fmla="*/ 33 w 381"/>
                  <a:gd name="T89" fmla="*/ 220 h 327"/>
                  <a:gd name="T90" fmla="*/ 19 w 381"/>
                  <a:gd name="T91" fmla="*/ 239 h 327"/>
                  <a:gd name="T92" fmla="*/ 2 w 381"/>
                  <a:gd name="T93" fmla="*/ 266 h 327"/>
                  <a:gd name="T94" fmla="*/ 2 w 381"/>
                  <a:gd name="T95" fmla="*/ 291 h 327"/>
                  <a:gd name="T96" fmla="*/ 16 w 381"/>
                  <a:gd name="T97" fmla="*/ 313 h 327"/>
                  <a:gd name="T98" fmla="*/ 40 w 381"/>
                  <a:gd name="T99" fmla="*/ 327 h 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81" h="327">
                    <a:moveTo>
                      <a:pt x="61" y="323"/>
                    </a:moveTo>
                    <a:lnTo>
                      <a:pt x="59" y="323"/>
                    </a:lnTo>
                    <a:lnTo>
                      <a:pt x="55" y="323"/>
                    </a:lnTo>
                    <a:lnTo>
                      <a:pt x="50" y="321"/>
                    </a:lnTo>
                    <a:lnTo>
                      <a:pt x="44" y="319"/>
                    </a:lnTo>
                    <a:lnTo>
                      <a:pt x="36" y="315"/>
                    </a:lnTo>
                    <a:lnTo>
                      <a:pt x="29" y="313"/>
                    </a:lnTo>
                    <a:lnTo>
                      <a:pt x="23" y="310"/>
                    </a:lnTo>
                    <a:lnTo>
                      <a:pt x="19" y="306"/>
                    </a:lnTo>
                    <a:lnTo>
                      <a:pt x="14" y="298"/>
                    </a:lnTo>
                    <a:lnTo>
                      <a:pt x="12" y="291"/>
                    </a:lnTo>
                    <a:lnTo>
                      <a:pt x="10" y="285"/>
                    </a:lnTo>
                    <a:lnTo>
                      <a:pt x="10" y="281"/>
                    </a:lnTo>
                    <a:lnTo>
                      <a:pt x="12" y="277"/>
                    </a:lnTo>
                    <a:lnTo>
                      <a:pt x="14" y="272"/>
                    </a:lnTo>
                    <a:lnTo>
                      <a:pt x="16" y="266"/>
                    </a:lnTo>
                    <a:lnTo>
                      <a:pt x="19" y="260"/>
                    </a:lnTo>
                    <a:lnTo>
                      <a:pt x="23" y="252"/>
                    </a:lnTo>
                    <a:lnTo>
                      <a:pt x="29" y="245"/>
                    </a:lnTo>
                    <a:lnTo>
                      <a:pt x="36" y="237"/>
                    </a:lnTo>
                    <a:lnTo>
                      <a:pt x="44" y="230"/>
                    </a:lnTo>
                    <a:lnTo>
                      <a:pt x="48" y="226"/>
                    </a:lnTo>
                    <a:lnTo>
                      <a:pt x="54" y="222"/>
                    </a:lnTo>
                    <a:lnTo>
                      <a:pt x="57" y="216"/>
                    </a:lnTo>
                    <a:lnTo>
                      <a:pt x="63" y="213"/>
                    </a:lnTo>
                    <a:lnTo>
                      <a:pt x="69" y="209"/>
                    </a:lnTo>
                    <a:lnTo>
                      <a:pt x="74" y="203"/>
                    </a:lnTo>
                    <a:lnTo>
                      <a:pt x="80" y="199"/>
                    </a:lnTo>
                    <a:lnTo>
                      <a:pt x="84" y="195"/>
                    </a:lnTo>
                    <a:lnTo>
                      <a:pt x="90" y="190"/>
                    </a:lnTo>
                    <a:lnTo>
                      <a:pt x="95" y="186"/>
                    </a:lnTo>
                    <a:lnTo>
                      <a:pt x="99" y="182"/>
                    </a:lnTo>
                    <a:lnTo>
                      <a:pt x="105" y="178"/>
                    </a:lnTo>
                    <a:lnTo>
                      <a:pt x="109" y="175"/>
                    </a:lnTo>
                    <a:lnTo>
                      <a:pt x="114" y="171"/>
                    </a:lnTo>
                    <a:lnTo>
                      <a:pt x="118" y="167"/>
                    </a:lnTo>
                    <a:lnTo>
                      <a:pt x="124" y="165"/>
                    </a:lnTo>
                    <a:lnTo>
                      <a:pt x="128" y="161"/>
                    </a:lnTo>
                    <a:lnTo>
                      <a:pt x="133" y="157"/>
                    </a:lnTo>
                    <a:lnTo>
                      <a:pt x="137" y="156"/>
                    </a:lnTo>
                    <a:lnTo>
                      <a:pt x="143" y="152"/>
                    </a:lnTo>
                    <a:lnTo>
                      <a:pt x="151" y="146"/>
                    </a:lnTo>
                    <a:lnTo>
                      <a:pt x="158" y="140"/>
                    </a:lnTo>
                    <a:lnTo>
                      <a:pt x="166" y="137"/>
                    </a:lnTo>
                    <a:lnTo>
                      <a:pt x="173" y="133"/>
                    </a:lnTo>
                    <a:lnTo>
                      <a:pt x="181" y="127"/>
                    </a:lnTo>
                    <a:lnTo>
                      <a:pt x="189" y="123"/>
                    </a:lnTo>
                    <a:lnTo>
                      <a:pt x="194" y="119"/>
                    </a:lnTo>
                    <a:lnTo>
                      <a:pt x="202" y="118"/>
                    </a:lnTo>
                    <a:lnTo>
                      <a:pt x="208" y="114"/>
                    </a:lnTo>
                    <a:lnTo>
                      <a:pt x="213" y="112"/>
                    </a:lnTo>
                    <a:lnTo>
                      <a:pt x="217" y="108"/>
                    </a:lnTo>
                    <a:lnTo>
                      <a:pt x="223" y="106"/>
                    </a:lnTo>
                    <a:lnTo>
                      <a:pt x="228" y="104"/>
                    </a:lnTo>
                    <a:lnTo>
                      <a:pt x="232" y="102"/>
                    </a:lnTo>
                    <a:lnTo>
                      <a:pt x="236" y="100"/>
                    </a:lnTo>
                    <a:lnTo>
                      <a:pt x="240" y="100"/>
                    </a:lnTo>
                    <a:lnTo>
                      <a:pt x="244" y="99"/>
                    </a:lnTo>
                    <a:lnTo>
                      <a:pt x="249" y="97"/>
                    </a:lnTo>
                    <a:lnTo>
                      <a:pt x="251" y="97"/>
                    </a:lnTo>
                    <a:lnTo>
                      <a:pt x="253" y="97"/>
                    </a:lnTo>
                    <a:lnTo>
                      <a:pt x="251" y="95"/>
                    </a:lnTo>
                    <a:lnTo>
                      <a:pt x="251" y="89"/>
                    </a:lnTo>
                    <a:lnTo>
                      <a:pt x="249" y="83"/>
                    </a:lnTo>
                    <a:lnTo>
                      <a:pt x="249" y="79"/>
                    </a:lnTo>
                    <a:lnTo>
                      <a:pt x="249" y="74"/>
                    </a:lnTo>
                    <a:lnTo>
                      <a:pt x="249" y="70"/>
                    </a:lnTo>
                    <a:lnTo>
                      <a:pt x="247" y="64"/>
                    </a:lnTo>
                    <a:lnTo>
                      <a:pt x="247" y="59"/>
                    </a:lnTo>
                    <a:lnTo>
                      <a:pt x="247" y="55"/>
                    </a:lnTo>
                    <a:lnTo>
                      <a:pt x="249" y="51"/>
                    </a:lnTo>
                    <a:lnTo>
                      <a:pt x="253" y="43"/>
                    </a:lnTo>
                    <a:lnTo>
                      <a:pt x="261" y="40"/>
                    </a:lnTo>
                    <a:lnTo>
                      <a:pt x="265" y="40"/>
                    </a:lnTo>
                    <a:lnTo>
                      <a:pt x="268" y="41"/>
                    </a:lnTo>
                    <a:lnTo>
                      <a:pt x="274" y="47"/>
                    </a:lnTo>
                    <a:lnTo>
                      <a:pt x="280" y="55"/>
                    </a:lnTo>
                    <a:lnTo>
                      <a:pt x="282" y="57"/>
                    </a:lnTo>
                    <a:lnTo>
                      <a:pt x="284" y="62"/>
                    </a:lnTo>
                    <a:lnTo>
                      <a:pt x="287" y="68"/>
                    </a:lnTo>
                    <a:lnTo>
                      <a:pt x="289" y="72"/>
                    </a:lnTo>
                    <a:lnTo>
                      <a:pt x="293" y="78"/>
                    </a:lnTo>
                    <a:lnTo>
                      <a:pt x="295" y="81"/>
                    </a:lnTo>
                    <a:lnTo>
                      <a:pt x="299" y="87"/>
                    </a:lnTo>
                    <a:lnTo>
                      <a:pt x="301" y="93"/>
                    </a:lnTo>
                    <a:lnTo>
                      <a:pt x="303" y="97"/>
                    </a:lnTo>
                    <a:lnTo>
                      <a:pt x="305" y="102"/>
                    </a:lnTo>
                    <a:lnTo>
                      <a:pt x="308" y="106"/>
                    </a:lnTo>
                    <a:lnTo>
                      <a:pt x="310" y="112"/>
                    </a:lnTo>
                    <a:lnTo>
                      <a:pt x="312" y="118"/>
                    </a:lnTo>
                    <a:lnTo>
                      <a:pt x="314" y="121"/>
                    </a:lnTo>
                    <a:lnTo>
                      <a:pt x="316" y="127"/>
                    </a:lnTo>
                    <a:lnTo>
                      <a:pt x="318" y="131"/>
                    </a:lnTo>
                    <a:lnTo>
                      <a:pt x="322" y="138"/>
                    </a:lnTo>
                    <a:lnTo>
                      <a:pt x="324" y="144"/>
                    </a:lnTo>
                    <a:lnTo>
                      <a:pt x="325" y="148"/>
                    </a:lnTo>
                    <a:lnTo>
                      <a:pt x="325" y="150"/>
                    </a:lnTo>
                    <a:lnTo>
                      <a:pt x="381" y="106"/>
                    </a:lnTo>
                    <a:lnTo>
                      <a:pt x="379" y="104"/>
                    </a:lnTo>
                    <a:lnTo>
                      <a:pt x="377" y="100"/>
                    </a:lnTo>
                    <a:lnTo>
                      <a:pt x="373" y="95"/>
                    </a:lnTo>
                    <a:lnTo>
                      <a:pt x="371" y="89"/>
                    </a:lnTo>
                    <a:lnTo>
                      <a:pt x="365" y="81"/>
                    </a:lnTo>
                    <a:lnTo>
                      <a:pt x="358" y="74"/>
                    </a:lnTo>
                    <a:lnTo>
                      <a:pt x="354" y="68"/>
                    </a:lnTo>
                    <a:lnTo>
                      <a:pt x="350" y="64"/>
                    </a:lnTo>
                    <a:lnTo>
                      <a:pt x="348" y="60"/>
                    </a:lnTo>
                    <a:lnTo>
                      <a:pt x="344" y="57"/>
                    </a:lnTo>
                    <a:lnTo>
                      <a:pt x="339" y="51"/>
                    </a:lnTo>
                    <a:lnTo>
                      <a:pt x="335" y="45"/>
                    </a:lnTo>
                    <a:lnTo>
                      <a:pt x="329" y="41"/>
                    </a:lnTo>
                    <a:lnTo>
                      <a:pt x="325" y="36"/>
                    </a:lnTo>
                    <a:lnTo>
                      <a:pt x="320" y="32"/>
                    </a:lnTo>
                    <a:lnTo>
                      <a:pt x="316" y="28"/>
                    </a:lnTo>
                    <a:lnTo>
                      <a:pt x="310" y="24"/>
                    </a:lnTo>
                    <a:lnTo>
                      <a:pt x="305" y="21"/>
                    </a:lnTo>
                    <a:lnTo>
                      <a:pt x="299" y="17"/>
                    </a:lnTo>
                    <a:lnTo>
                      <a:pt x="293" y="13"/>
                    </a:lnTo>
                    <a:lnTo>
                      <a:pt x="287" y="9"/>
                    </a:lnTo>
                    <a:lnTo>
                      <a:pt x="284" y="7"/>
                    </a:lnTo>
                    <a:lnTo>
                      <a:pt x="276" y="5"/>
                    </a:lnTo>
                    <a:lnTo>
                      <a:pt x="270" y="3"/>
                    </a:lnTo>
                    <a:lnTo>
                      <a:pt x="265" y="2"/>
                    </a:lnTo>
                    <a:lnTo>
                      <a:pt x="259" y="2"/>
                    </a:lnTo>
                    <a:lnTo>
                      <a:pt x="251" y="0"/>
                    </a:lnTo>
                    <a:lnTo>
                      <a:pt x="246" y="2"/>
                    </a:lnTo>
                    <a:lnTo>
                      <a:pt x="240" y="2"/>
                    </a:lnTo>
                    <a:lnTo>
                      <a:pt x="236" y="2"/>
                    </a:lnTo>
                    <a:lnTo>
                      <a:pt x="228" y="7"/>
                    </a:lnTo>
                    <a:lnTo>
                      <a:pt x="223" y="11"/>
                    </a:lnTo>
                    <a:lnTo>
                      <a:pt x="217" y="19"/>
                    </a:lnTo>
                    <a:lnTo>
                      <a:pt x="215" y="26"/>
                    </a:lnTo>
                    <a:lnTo>
                      <a:pt x="213" y="30"/>
                    </a:lnTo>
                    <a:lnTo>
                      <a:pt x="211" y="34"/>
                    </a:lnTo>
                    <a:lnTo>
                      <a:pt x="211" y="40"/>
                    </a:lnTo>
                    <a:lnTo>
                      <a:pt x="211" y="43"/>
                    </a:lnTo>
                    <a:lnTo>
                      <a:pt x="211" y="51"/>
                    </a:lnTo>
                    <a:lnTo>
                      <a:pt x="211" y="60"/>
                    </a:lnTo>
                    <a:lnTo>
                      <a:pt x="211" y="68"/>
                    </a:lnTo>
                    <a:lnTo>
                      <a:pt x="213" y="76"/>
                    </a:lnTo>
                    <a:lnTo>
                      <a:pt x="213" y="81"/>
                    </a:lnTo>
                    <a:lnTo>
                      <a:pt x="215" y="87"/>
                    </a:lnTo>
                    <a:lnTo>
                      <a:pt x="217" y="89"/>
                    </a:lnTo>
                    <a:lnTo>
                      <a:pt x="217" y="91"/>
                    </a:lnTo>
                    <a:lnTo>
                      <a:pt x="215" y="91"/>
                    </a:lnTo>
                    <a:lnTo>
                      <a:pt x="213" y="93"/>
                    </a:lnTo>
                    <a:lnTo>
                      <a:pt x="209" y="95"/>
                    </a:lnTo>
                    <a:lnTo>
                      <a:pt x="206" y="97"/>
                    </a:lnTo>
                    <a:lnTo>
                      <a:pt x="200" y="100"/>
                    </a:lnTo>
                    <a:lnTo>
                      <a:pt x="192" y="104"/>
                    </a:lnTo>
                    <a:lnTo>
                      <a:pt x="185" y="108"/>
                    </a:lnTo>
                    <a:lnTo>
                      <a:pt x="177" y="114"/>
                    </a:lnTo>
                    <a:lnTo>
                      <a:pt x="171" y="116"/>
                    </a:lnTo>
                    <a:lnTo>
                      <a:pt x="168" y="118"/>
                    </a:lnTo>
                    <a:lnTo>
                      <a:pt x="162" y="121"/>
                    </a:lnTo>
                    <a:lnTo>
                      <a:pt x="156" y="123"/>
                    </a:lnTo>
                    <a:lnTo>
                      <a:pt x="151" y="127"/>
                    </a:lnTo>
                    <a:lnTo>
                      <a:pt x="147" y="131"/>
                    </a:lnTo>
                    <a:lnTo>
                      <a:pt x="141" y="133"/>
                    </a:lnTo>
                    <a:lnTo>
                      <a:pt x="137" y="138"/>
                    </a:lnTo>
                    <a:lnTo>
                      <a:pt x="132" y="140"/>
                    </a:lnTo>
                    <a:lnTo>
                      <a:pt x="126" y="144"/>
                    </a:lnTo>
                    <a:lnTo>
                      <a:pt x="120" y="148"/>
                    </a:lnTo>
                    <a:lnTo>
                      <a:pt x="114" y="152"/>
                    </a:lnTo>
                    <a:lnTo>
                      <a:pt x="109" y="156"/>
                    </a:lnTo>
                    <a:lnTo>
                      <a:pt x="103" y="159"/>
                    </a:lnTo>
                    <a:lnTo>
                      <a:pt x="97" y="163"/>
                    </a:lnTo>
                    <a:lnTo>
                      <a:pt x="93" y="169"/>
                    </a:lnTo>
                    <a:lnTo>
                      <a:pt x="88" y="173"/>
                    </a:lnTo>
                    <a:lnTo>
                      <a:pt x="82" y="176"/>
                    </a:lnTo>
                    <a:lnTo>
                      <a:pt x="76" y="180"/>
                    </a:lnTo>
                    <a:lnTo>
                      <a:pt x="71" y="184"/>
                    </a:lnTo>
                    <a:lnTo>
                      <a:pt x="65" y="190"/>
                    </a:lnTo>
                    <a:lnTo>
                      <a:pt x="61" y="194"/>
                    </a:lnTo>
                    <a:lnTo>
                      <a:pt x="55" y="197"/>
                    </a:lnTo>
                    <a:lnTo>
                      <a:pt x="52" y="203"/>
                    </a:lnTo>
                    <a:lnTo>
                      <a:pt x="46" y="207"/>
                    </a:lnTo>
                    <a:lnTo>
                      <a:pt x="42" y="211"/>
                    </a:lnTo>
                    <a:lnTo>
                      <a:pt x="36" y="216"/>
                    </a:lnTo>
                    <a:lnTo>
                      <a:pt x="33" y="220"/>
                    </a:lnTo>
                    <a:lnTo>
                      <a:pt x="29" y="224"/>
                    </a:lnTo>
                    <a:lnTo>
                      <a:pt x="25" y="230"/>
                    </a:lnTo>
                    <a:lnTo>
                      <a:pt x="21" y="233"/>
                    </a:lnTo>
                    <a:lnTo>
                      <a:pt x="19" y="239"/>
                    </a:lnTo>
                    <a:lnTo>
                      <a:pt x="12" y="247"/>
                    </a:lnTo>
                    <a:lnTo>
                      <a:pt x="8" y="256"/>
                    </a:lnTo>
                    <a:lnTo>
                      <a:pt x="4" y="260"/>
                    </a:lnTo>
                    <a:lnTo>
                      <a:pt x="2" y="266"/>
                    </a:lnTo>
                    <a:lnTo>
                      <a:pt x="2" y="270"/>
                    </a:lnTo>
                    <a:lnTo>
                      <a:pt x="2" y="273"/>
                    </a:lnTo>
                    <a:lnTo>
                      <a:pt x="0" y="283"/>
                    </a:lnTo>
                    <a:lnTo>
                      <a:pt x="2" y="291"/>
                    </a:lnTo>
                    <a:lnTo>
                      <a:pt x="2" y="300"/>
                    </a:lnTo>
                    <a:lnTo>
                      <a:pt x="8" y="308"/>
                    </a:lnTo>
                    <a:lnTo>
                      <a:pt x="10" y="308"/>
                    </a:lnTo>
                    <a:lnTo>
                      <a:pt x="16" y="313"/>
                    </a:lnTo>
                    <a:lnTo>
                      <a:pt x="19" y="315"/>
                    </a:lnTo>
                    <a:lnTo>
                      <a:pt x="25" y="319"/>
                    </a:lnTo>
                    <a:lnTo>
                      <a:pt x="31" y="323"/>
                    </a:lnTo>
                    <a:lnTo>
                      <a:pt x="40" y="327"/>
                    </a:lnTo>
                    <a:lnTo>
                      <a:pt x="61" y="323"/>
                    </a:lnTo>
                    <a:lnTo>
                      <a:pt x="61" y="323"/>
                    </a:lnTo>
                    <a:close/>
                  </a:path>
                </a:pathLst>
              </a:custGeom>
              <a:solidFill>
                <a:srgbClr val="7D4D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55" name="Freeform 92"/>
              <p:cNvSpPr>
                <a:spLocks/>
              </p:cNvSpPr>
              <p:nvPr/>
            </p:nvSpPr>
            <p:spPr bwMode="auto">
              <a:xfrm>
                <a:off x="1819276" y="668338"/>
                <a:ext cx="128588" cy="192088"/>
              </a:xfrm>
              <a:custGeom>
                <a:avLst/>
                <a:gdLst>
                  <a:gd name="T0" fmla="*/ 128 w 162"/>
                  <a:gd name="T1" fmla="*/ 47 h 241"/>
                  <a:gd name="T2" fmla="*/ 130 w 162"/>
                  <a:gd name="T3" fmla="*/ 57 h 241"/>
                  <a:gd name="T4" fmla="*/ 130 w 162"/>
                  <a:gd name="T5" fmla="*/ 62 h 241"/>
                  <a:gd name="T6" fmla="*/ 130 w 162"/>
                  <a:gd name="T7" fmla="*/ 72 h 241"/>
                  <a:gd name="T8" fmla="*/ 126 w 162"/>
                  <a:gd name="T9" fmla="*/ 81 h 241"/>
                  <a:gd name="T10" fmla="*/ 124 w 162"/>
                  <a:gd name="T11" fmla="*/ 95 h 241"/>
                  <a:gd name="T12" fmla="*/ 116 w 162"/>
                  <a:gd name="T13" fmla="*/ 108 h 241"/>
                  <a:gd name="T14" fmla="*/ 109 w 162"/>
                  <a:gd name="T15" fmla="*/ 123 h 241"/>
                  <a:gd name="T16" fmla="*/ 97 w 162"/>
                  <a:gd name="T17" fmla="*/ 138 h 241"/>
                  <a:gd name="T18" fmla="*/ 90 w 162"/>
                  <a:gd name="T19" fmla="*/ 148 h 241"/>
                  <a:gd name="T20" fmla="*/ 84 w 162"/>
                  <a:gd name="T21" fmla="*/ 159 h 241"/>
                  <a:gd name="T22" fmla="*/ 74 w 162"/>
                  <a:gd name="T23" fmla="*/ 169 h 241"/>
                  <a:gd name="T24" fmla="*/ 65 w 162"/>
                  <a:gd name="T25" fmla="*/ 178 h 241"/>
                  <a:gd name="T26" fmla="*/ 53 w 162"/>
                  <a:gd name="T27" fmla="*/ 190 h 241"/>
                  <a:gd name="T28" fmla="*/ 42 w 162"/>
                  <a:gd name="T29" fmla="*/ 203 h 241"/>
                  <a:gd name="T30" fmla="*/ 31 w 162"/>
                  <a:gd name="T31" fmla="*/ 215 h 241"/>
                  <a:gd name="T32" fmla="*/ 15 w 162"/>
                  <a:gd name="T33" fmla="*/ 226 h 241"/>
                  <a:gd name="T34" fmla="*/ 0 w 162"/>
                  <a:gd name="T35" fmla="*/ 239 h 241"/>
                  <a:gd name="T36" fmla="*/ 12 w 162"/>
                  <a:gd name="T37" fmla="*/ 237 h 241"/>
                  <a:gd name="T38" fmla="*/ 23 w 162"/>
                  <a:gd name="T39" fmla="*/ 232 h 241"/>
                  <a:gd name="T40" fmla="*/ 36 w 162"/>
                  <a:gd name="T41" fmla="*/ 222 h 241"/>
                  <a:gd name="T42" fmla="*/ 50 w 162"/>
                  <a:gd name="T43" fmla="*/ 215 h 241"/>
                  <a:gd name="T44" fmla="*/ 63 w 162"/>
                  <a:gd name="T45" fmla="*/ 205 h 241"/>
                  <a:gd name="T46" fmla="*/ 78 w 162"/>
                  <a:gd name="T47" fmla="*/ 192 h 241"/>
                  <a:gd name="T48" fmla="*/ 91 w 162"/>
                  <a:gd name="T49" fmla="*/ 180 h 241"/>
                  <a:gd name="T50" fmla="*/ 107 w 162"/>
                  <a:gd name="T51" fmla="*/ 165 h 241"/>
                  <a:gd name="T52" fmla="*/ 120 w 162"/>
                  <a:gd name="T53" fmla="*/ 152 h 241"/>
                  <a:gd name="T54" fmla="*/ 131 w 162"/>
                  <a:gd name="T55" fmla="*/ 137 h 241"/>
                  <a:gd name="T56" fmla="*/ 143 w 162"/>
                  <a:gd name="T57" fmla="*/ 119 h 241"/>
                  <a:gd name="T58" fmla="*/ 150 w 162"/>
                  <a:gd name="T59" fmla="*/ 102 h 241"/>
                  <a:gd name="T60" fmla="*/ 156 w 162"/>
                  <a:gd name="T61" fmla="*/ 89 h 241"/>
                  <a:gd name="T62" fmla="*/ 158 w 162"/>
                  <a:gd name="T63" fmla="*/ 80 h 241"/>
                  <a:gd name="T64" fmla="*/ 162 w 162"/>
                  <a:gd name="T65" fmla="*/ 68 h 241"/>
                  <a:gd name="T66" fmla="*/ 162 w 162"/>
                  <a:gd name="T67" fmla="*/ 55 h 241"/>
                  <a:gd name="T68" fmla="*/ 162 w 162"/>
                  <a:gd name="T69" fmla="*/ 43 h 241"/>
                  <a:gd name="T70" fmla="*/ 162 w 162"/>
                  <a:gd name="T71" fmla="*/ 32 h 241"/>
                  <a:gd name="T72" fmla="*/ 158 w 162"/>
                  <a:gd name="T73" fmla="*/ 24 h 241"/>
                  <a:gd name="T74" fmla="*/ 150 w 162"/>
                  <a:gd name="T75" fmla="*/ 15 h 241"/>
                  <a:gd name="T76" fmla="*/ 139 w 162"/>
                  <a:gd name="T77" fmla="*/ 7 h 241"/>
                  <a:gd name="T78" fmla="*/ 128 w 162"/>
                  <a:gd name="T79" fmla="*/ 2 h 241"/>
                  <a:gd name="T80" fmla="*/ 118 w 162"/>
                  <a:gd name="T81" fmla="*/ 0 h 241"/>
                  <a:gd name="T82" fmla="*/ 111 w 162"/>
                  <a:gd name="T83" fmla="*/ 0 h 241"/>
                  <a:gd name="T84" fmla="*/ 126 w 162"/>
                  <a:gd name="T85" fmla="*/ 45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62" h="241">
                    <a:moveTo>
                      <a:pt x="126" y="45"/>
                    </a:moveTo>
                    <a:lnTo>
                      <a:pt x="128" y="47"/>
                    </a:lnTo>
                    <a:lnTo>
                      <a:pt x="128" y="51"/>
                    </a:lnTo>
                    <a:lnTo>
                      <a:pt x="130" y="57"/>
                    </a:lnTo>
                    <a:lnTo>
                      <a:pt x="130" y="59"/>
                    </a:lnTo>
                    <a:lnTo>
                      <a:pt x="130" y="62"/>
                    </a:lnTo>
                    <a:lnTo>
                      <a:pt x="130" y="66"/>
                    </a:lnTo>
                    <a:lnTo>
                      <a:pt x="130" y="72"/>
                    </a:lnTo>
                    <a:lnTo>
                      <a:pt x="128" y="76"/>
                    </a:lnTo>
                    <a:lnTo>
                      <a:pt x="126" y="81"/>
                    </a:lnTo>
                    <a:lnTo>
                      <a:pt x="124" y="87"/>
                    </a:lnTo>
                    <a:lnTo>
                      <a:pt x="124" y="95"/>
                    </a:lnTo>
                    <a:lnTo>
                      <a:pt x="120" y="100"/>
                    </a:lnTo>
                    <a:lnTo>
                      <a:pt x="116" y="108"/>
                    </a:lnTo>
                    <a:lnTo>
                      <a:pt x="112" y="114"/>
                    </a:lnTo>
                    <a:lnTo>
                      <a:pt x="109" y="123"/>
                    </a:lnTo>
                    <a:lnTo>
                      <a:pt x="103" y="131"/>
                    </a:lnTo>
                    <a:lnTo>
                      <a:pt x="97" y="138"/>
                    </a:lnTo>
                    <a:lnTo>
                      <a:pt x="93" y="144"/>
                    </a:lnTo>
                    <a:lnTo>
                      <a:pt x="90" y="148"/>
                    </a:lnTo>
                    <a:lnTo>
                      <a:pt x="86" y="154"/>
                    </a:lnTo>
                    <a:lnTo>
                      <a:pt x="84" y="159"/>
                    </a:lnTo>
                    <a:lnTo>
                      <a:pt x="78" y="163"/>
                    </a:lnTo>
                    <a:lnTo>
                      <a:pt x="74" y="169"/>
                    </a:lnTo>
                    <a:lnTo>
                      <a:pt x="69" y="173"/>
                    </a:lnTo>
                    <a:lnTo>
                      <a:pt x="65" y="178"/>
                    </a:lnTo>
                    <a:lnTo>
                      <a:pt x="59" y="184"/>
                    </a:lnTo>
                    <a:lnTo>
                      <a:pt x="53" y="190"/>
                    </a:lnTo>
                    <a:lnTo>
                      <a:pt x="48" y="195"/>
                    </a:lnTo>
                    <a:lnTo>
                      <a:pt x="42" y="203"/>
                    </a:lnTo>
                    <a:lnTo>
                      <a:pt x="36" y="207"/>
                    </a:lnTo>
                    <a:lnTo>
                      <a:pt x="31" y="215"/>
                    </a:lnTo>
                    <a:lnTo>
                      <a:pt x="23" y="220"/>
                    </a:lnTo>
                    <a:lnTo>
                      <a:pt x="15" y="226"/>
                    </a:lnTo>
                    <a:lnTo>
                      <a:pt x="8" y="232"/>
                    </a:lnTo>
                    <a:lnTo>
                      <a:pt x="0" y="239"/>
                    </a:lnTo>
                    <a:lnTo>
                      <a:pt x="6" y="241"/>
                    </a:lnTo>
                    <a:lnTo>
                      <a:pt x="12" y="237"/>
                    </a:lnTo>
                    <a:lnTo>
                      <a:pt x="17" y="235"/>
                    </a:lnTo>
                    <a:lnTo>
                      <a:pt x="23" y="232"/>
                    </a:lnTo>
                    <a:lnTo>
                      <a:pt x="29" y="228"/>
                    </a:lnTo>
                    <a:lnTo>
                      <a:pt x="36" y="222"/>
                    </a:lnTo>
                    <a:lnTo>
                      <a:pt x="42" y="218"/>
                    </a:lnTo>
                    <a:lnTo>
                      <a:pt x="50" y="215"/>
                    </a:lnTo>
                    <a:lnTo>
                      <a:pt x="57" y="209"/>
                    </a:lnTo>
                    <a:lnTo>
                      <a:pt x="63" y="205"/>
                    </a:lnTo>
                    <a:lnTo>
                      <a:pt x="71" y="199"/>
                    </a:lnTo>
                    <a:lnTo>
                      <a:pt x="78" y="192"/>
                    </a:lnTo>
                    <a:lnTo>
                      <a:pt x="86" y="186"/>
                    </a:lnTo>
                    <a:lnTo>
                      <a:pt x="91" y="180"/>
                    </a:lnTo>
                    <a:lnTo>
                      <a:pt x="99" y="173"/>
                    </a:lnTo>
                    <a:lnTo>
                      <a:pt x="107" y="165"/>
                    </a:lnTo>
                    <a:lnTo>
                      <a:pt x="114" y="159"/>
                    </a:lnTo>
                    <a:lnTo>
                      <a:pt x="120" y="152"/>
                    </a:lnTo>
                    <a:lnTo>
                      <a:pt x="126" y="144"/>
                    </a:lnTo>
                    <a:lnTo>
                      <a:pt x="131" y="137"/>
                    </a:lnTo>
                    <a:lnTo>
                      <a:pt x="137" y="127"/>
                    </a:lnTo>
                    <a:lnTo>
                      <a:pt x="143" y="119"/>
                    </a:lnTo>
                    <a:lnTo>
                      <a:pt x="147" y="110"/>
                    </a:lnTo>
                    <a:lnTo>
                      <a:pt x="150" y="102"/>
                    </a:lnTo>
                    <a:lnTo>
                      <a:pt x="156" y="93"/>
                    </a:lnTo>
                    <a:lnTo>
                      <a:pt x="156" y="89"/>
                    </a:lnTo>
                    <a:lnTo>
                      <a:pt x="158" y="83"/>
                    </a:lnTo>
                    <a:lnTo>
                      <a:pt x="158" y="80"/>
                    </a:lnTo>
                    <a:lnTo>
                      <a:pt x="160" y="76"/>
                    </a:lnTo>
                    <a:lnTo>
                      <a:pt x="162" y="68"/>
                    </a:lnTo>
                    <a:lnTo>
                      <a:pt x="162" y="61"/>
                    </a:lnTo>
                    <a:lnTo>
                      <a:pt x="162" y="55"/>
                    </a:lnTo>
                    <a:lnTo>
                      <a:pt x="162" y="49"/>
                    </a:lnTo>
                    <a:lnTo>
                      <a:pt x="162" y="43"/>
                    </a:lnTo>
                    <a:lnTo>
                      <a:pt x="162" y="38"/>
                    </a:lnTo>
                    <a:lnTo>
                      <a:pt x="162" y="32"/>
                    </a:lnTo>
                    <a:lnTo>
                      <a:pt x="160" y="28"/>
                    </a:lnTo>
                    <a:lnTo>
                      <a:pt x="158" y="24"/>
                    </a:lnTo>
                    <a:lnTo>
                      <a:pt x="156" y="21"/>
                    </a:lnTo>
                    <a:lnTo>
                      <a:pt x="150" y="15"/>
                    </a:lnTo>
                    <a:lnTo>
                      <a:pt x="147" y="11"/>
                    </a:lnTo>
                    <a:lnTo>
                      <a:pt x="139" y="7"/>
                    </a:lnTo>
                    <a:lnTo>
                      <a:pt x="133" y="5"/>
                    </a:lnTo>
                    <a:lnTo>
                      <a:pt x="128" y="2"/>
                    </a:lnTo>
                    <a:lnTo>
                      <a:pt x="122" y="2"/>
                    </a:lnTo>
                    <a:lnTo>
                      <a:pt x="118" y="0"/>
                    </a:lnTo>
                    <a:lnTo>
                      <a:pt x="114" y="0"/>
                    </a:lnTo>
                    <a:lnTo>
                      <a:pt x="111" y="0"/>
                    </a:lnTo>
                    <a:lnTo>
                      <a:pt x="111" y="2"/>
                    </a:lnTo>
                    <a:lnTo>
                      <a:pt x="126" y="45"/>
                    </a:lnTo>
                    <a:lnTo>
                      <a:pt x="126" y="45"/>
                    </a:lnTo>
                    <a:close/>
                  </a:path>
                </a:pathLst>
              </a:custGeom>
              <a:solidFill>
                <a:srgbClr val="7D4D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156" name="Freeform 93"/>
          <p:cNvSpPr>
            <a:spLocks/>
          </p:cNvSpPr>
          <p:nvPr/>
        </p:nvSpPr>
        <p:spPr bwMode="auto">
          <a:xfrm>
            <a:off x="1482726" y="1222375"/>
            <a:ext cx="849313" cy="919163"/>
          </a:xfrm>
          <a:custGeom>
            <a:avLst/>
            <a:gdLst>
              <a:gd name="T0" fmla="*/ 23 w 1071"/>
              <a:gd name="T1" fmla="*/ 953 h 1158"/>
              <a:gd name="T2" fmla="*/ 52 w 1071"/>
              <a:gd name="T3" fmla="*/ 970 h 1158"/>
              <a:gd name="T4" fmla="*/ 92 w 1071"/>
              <a:gd name="T5" fmla="*/ 991 h 1158"/>
              <a:gd name="T6" fmla="*/ 141 w 1071"/>
              <a:gd name="T7" fmla="*/ 1010 h 1158"/>
              <a:gd name="T8" fmla="*/ 204 w 1071"/>
              <a:gd name="T9" fmla="*/ 1025 h 1158"/>
              <a:gd name="T10" fmla="*/ 274 w 1071"/>
              <a:gd name="T11" fmla="*/ 1037 h 1158"/>
              <a:gd name="T12" fmla="*/ 354 w 1071"/>
              <a:gd name="T13" fmla="*/ 1042 h 1158"/>
              <a:gd name="T14" fmla="*/ 443 w 1071"/>
              <a:gd name="T15" fmla="*/ 1037 h 1158"/>
              <a:gd name="T16" fmla="*/ 542 w 1071"/>
              <a:gd name="T17" fmla="*/ 1019 h 1158"/>
              <a:gd name="T18" fmla="*/ 647 w 1071"/>
              <a:gd name="T19" fmla="*/ 985 h 1158"/>
              <a:gd name="T20" fmla="*/ 740 w 1071"/>
              <a:gd name="T21" fmla="*/ 934 h 1158"/>
              <a:gd name="T22" fmla="*/ 814 w 1071"/>
              <a:gd name="T23" fmla="*/ 864 h 1158"/>
              <a:gd name="T24" fmla="*/ 875 w 1071"/>
              <a:gd name="T25" fmla="*/ 780 h 1158"/>
              <a:gd name="T26" fmla="*/ 920 w 1071"/>
              <a:gd name="T27" fmla="*/ 689 h 1158"/>
              <a:gd name="T28" fmla="*/ 955 w 1071"/>
              <a:gd name="T29" fmla="*/ 594 h 1158"/>
              <a:gd name="T30" fmla="*/ 977 w 1071"/>
              <a:gd name="T31" fmla="*/ 499 h 1158"/>
              <a:gd name="T32" fmla="*/ 991 w 1071"/>
              <a:gd name="T33" fmla="*/ 409 h 1158"/>
              <a:gd name="T34" fmla="*/ 998 w 1071"/>
              <a:gd name="T35" fmla="*/ 327 h 1158"/>
              <a:gd name="T36" fmla="*/ 998 w 1071"/>
              <a:gd name="T37" fmla="*/ 261 h 1158"/>
              <a:gd name="T38" fmla="*/ 995 w 1071"/>
              <a:gd name="T39" fmla="*/ 213 h 1158"/>
              <a:gd name="T40" fmla="*/ 987 w 1071"/>
              <a:gd name="T41" fmla="*/ 183 h 1158"/>
              <a:gd name="T42" fmla="*/ 972 w 1071"/>
              <a:gd name="T43" fmla="*/ 135 h 1158"/>
              <a:gd name="T44" fmla="*/ 957 w 1071"/>
              <a:gd name="T45" fmla="*/ 99 h 1158"/>
              <a:gd name="T46" fmla="*/ 936 w 1071"/>
              <a:gd name="T47" fmla="*/ 65 h 1158"/>
              <a:gd name="T48" fmla="*/ 945 w 1071"/>
              <a:gd name="T49" fmla="*/ 10 h 1158"/>
              <a:gd name="T50" fmla="*/ 964 w 1071"/>
              <a:gd name="T51" fmla="*/ 38 h 1158"/>
              <a:gd name="T52" fmla="*/ 981 w 1071"/>
              <a:gd name="T53" fmla="*/ 73 h 1158"/>
              <a:gd name="T54" fmla="*/ 1004 w 1071"/>
              <a:gd name="T55" fmla="*/ 116 h 1158"/>
              <a:gd name="T56" fmla="*/ 1025 w 1071"/>
              <a:gd name="T57" fmla="*/ 168 h 1158"/>
              <a:gd name="T58" fmla="*/ 1044 w 1071"/>
              <a:gd name="T59" fmla="*/ 227 h 1158"/>
              <a:gd name="T60" fmla="*/ 1059 w 1071"/>
              <a:gd name="T61" fmla="*/ 291 h 1158"/>
              <a:gd name="T62" fmla="*/ 1069 w 1071"/>
              <a:gd name="T63" fmla="*/ 364 h 1158"/>
              <a:gd name="T64" fmla="*/ 1071 w 1071"/>
              <a:gd name="T65" fmla="*/ 441 h 1158"/>
              <a:gd name="T66" fmla="*/ 1065 w 1071"/>
              <a:gd name="T67" fmla="*/ 523 h 1158"/>
              <a:gd name="T68" fmla="*/ 1048 w 1071"/>
              <a:gd name="T69" fmla="*/ 605 h 1158"/>
              <a:gd name="T70" fmla="*/ 1027 w 1071"/>
              <a:gd name="T71" fmla="*/ 683 h 1158"/>
              <a:gd name="T72" fmla="*/ 998 w 1071"/>
              <a:gd name="T73" fmla="*/ 757 h 1158"/>
              <a:gd name="T74" fmla="*/ 966 w 1071"/>
              <a:gd name="T75" fmla="*/ 827 h 1158"/>
              <a:gd name="T76" fmla="*/ 926 w 1071"/>
              <a:gd name="T77" fmla="*/ 892 h 1158"/>
              <a:gd name="T78" fmla="*/ 881 w 1071"/>
              <a:gd name="T79" fmla="*/ 951 h 1158"/>
              <a:gd name="T80" fmla="*/ 829 w 1071"/>
              <a:gd name="T81" fmla="*/ 1002 h 1158"/>
              <a:gd name="T82" fmla="*/ 772 w 1071"/>
              <a:gd name="T83" fmla="*/ 1050 h 1158"/>
              <a:gd name="T84" fmla="*/ 709 w 1071"/>
              <a:gd name="T85" fmla="*/ 1088 h 1158"/>
              <a:gd name="T86" fmla="*/ 641 w 1071"/>
              <a:gd name="T87" fmla="*/ 1120 h 1158"/>
              <a:gd name="T88" fmla="*/ 567 w 1071"/>
              <a:gd name="T89" fmla="*/ 1143 h 1158"/>
              <a:gd name="T90" fmla="*/ 495 w 1071"/>
              <a:gd name="T91" fmla="*/ 1156 h 1158"/>
              <a:gd name="T92" fmla="*/ 422 w 1071"/>
              <a:gd name="T93" fmla="*/ 1158 h 1158"/>
              <a:gd name="T94" fmla="*/ 356 w 1071"/>
              <a:gd name="T95" fmla="*/ 1154 h 1158"/>
              <a:gd name="T96" fmla="*/ 295 w 1071"/>
              <a:gd name="T97" fmla="*/ 1145 h 1158"/>
              <a:gd name="T98" fmla="*/ 240 w 1071"/>
              <a:gd name="T99" fmla="*/ 1132 h 1158"/>
              <a:gd name="T100" fmla="*/ 190 w 1071"/>
              <a:gd name="T101" fmla="*/ 1114 h 1158"/>
              <a:gd name="T102" fmla="*/ 150 w 1071"/>
              <a:gd name="T103" fmla="*/ 1099 h 1158"/>
              <a:gd name="T104" fmla="*/ 120 w 1071"/>
              <a:gd name="T105" fmla="*/ 1086 h 1158"/>
              <a:gd name="T106" fmla="*/ 92 w 1071"/>
              <a:gd name="T107" fmla="*/ 1069 h 1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071" h="1158">
                <a:moveTo>
                  <a:pt x="0" y="938"/>
                </a:moveTo>
                <a:lnTo>
                  <a:pt x="2" y="940"/>
                </a:lnTo>
                <a:lnTo>
                  <a:pt x="4" y="941"/>
                </a:lnTo>
                <a:lnTo>
                  <a:pt x="10" y="945"/>
                </a:lnTo>
                <a:lnTo>
                  <a:pt x="16" y="947"/>
                </a:lnTo>
                <a:lnTo>
                  <a:pt x="23" y="953"/>
                </a:lnTo>
                <a:lnTo>
                  <a:pt x="27" y="955"/>
                </a:lnTo>
                <a:lnTo>
                  <a:pt x="31" y="959"/>
                </a:lnTo>
                <a:lnTo>
                  <a:pt x="36" y="960"/>
                </a:lnTo>
                <a:lnTo>
                  <a:pt x="42" y="964"/>
                </a:lnTo>
                <a:lnTo>
                  <a:pt x="46" y="966"/>
                </a:lnTo>
                <a:lnTo>
                  <a:pt x="52" y="970"/>
                </a:lnTo>
                <a:lnTo>
                  <a:pt x="57" y="974"/>
                </a:lnTo>
                <a:lnTo>
                  <a:pt x="65" y="976"/>
                </a:lnTo>
                <a:lnTo>
                  <a:pt x="71" y="980"/>
                </a:lnTo>
                <a:lnTo>
                  <a:pt x="76" y="983"/>
                </a:lnTo>
                <a:lnTo>
                  <a:pt x="84" y="985"/>
                </a:lnTo>
                <a:lnTo>
                  <a:pt x="92" y="991"/>
                </a:lnTo>
                <a:lnTo>
                  <a:pt x="99" y="993"/>
                </a:lnTo>
                <a:lnTo>
                  <a:pt x="107" y="997"/>
                </a:lnTo>
                <a:lnTo>
                  <a:pt x="114" y="999"/>
                </a:lnTo>
                <a:lnTo>
                  <a:pt x="124" y="1002"/>
                </a:lnTo>
                <a:lnTo>
                  <a:pt x="133" y="1006"/>
                </a:lnTo>
                <a:lnTo>
                  <a:pt x="141" y="1010"/>
                </a:lnTo>
                <a:lnTo>
                  <a:pt x="152" y="1012"/>
                </a:lnTo>
                <a:lnTo>
                  <a:pt x="162" y="1016"/>
                </a:lnTo>
                <a:lnTo>
                  <a:pt x="171" y="1019"/>
                </a:lnTo>
                <a:lnTo>
                  <a:pt x="181" y="1021"/>
                </a:lnTo>
                <a:lnTo>
                  <a:pt x="192" y="1023"/>
                </a:lnTo>
                <a:lnTo>
                  <a:pt x="204" y="1025"/>
                </a:lnTo>
                <a:lnTo>
                  <a:pt x="213" y="1027"/>
                </a:lnTo>
                <a:lnTo>
                  <a:pt x="225" y="1029"/>
                </a:lnTo>
                <a:lnTo>
                  <a:pt x="238" y="1033"/>
                </a:lnTo>
                <a:lnTo>
                  <a:pt x="249" y="1035"/>
                </a:lnTo>
                <a:lnTo>
                  <a:pt x="261" y="1035"/>
                </a:lnTo>
                <a:lnTo>
                  <a:pt x="274" y="1037"/>
                </a:lnTo>
                <a:lnTo>
                  <a:pt x="285" y="1038"/>
                </a:lnTo>
                <a:lnTo>
                  <a:pt x="299" y="1040"/>
                </a:lnTo>
                <a:lnTo>
                  <a:pt x="312" y="1040"/>
                </a:lnTo>
                <a:lnTo>
                  <a:pt x="325" y="1042"/>
                </a:lnTo>
                <a:lnTo>
                  <a:pt x="339" y="1042"/>
                </a:lnTo>
                <a:lnTo>
                  <a:pt x="354" y="1042"/>
                </a:lnTo>
                <a:lnTo>
                  <a:pt x="367" y="1042"/>
                </a:lnTo>
                <a:lnTo>
                  <a:pt x="382" y="1042"/>
                </a:lnTo>
                <a:lnTo>
                  <a:pt x="398" y="1040"/>
                </a:lnTo>
                <a:lnTo>
                  <a:pt x="413" y="1040"/>
                </a:lnTo>
                <a:lnTo>
                  <a:pt x="426" y="1038"/>
                </a:lnTo>
                <a:lnTo>
                  <a:pt x="443" y="1037"/>
                </a:lnTo>
                <a:lnTo>
                  <a:pt x="458" y="1035"/>
                </a:lnTo>
                <a:lnTo>
                  <a:pt x="476" y="1033"/>
                </a:lnTo>
                <a:lnTo>
                  <a:pt x="491" y="1029"/>
                </a:lnTo>
                <a:lnTo>
                  <a:pt x="508" y="1027"/>
                </a:lnTo>
                <a:lnTo>
                  <a:pt x="525" y="1023"/>
                </a:lnTo>
                <a:lnTo>
                  <a:pt x="542" y="1019"/>
                </a:lnTo>
                <a:lnTo>
                  <a:pt x="559" y="1014"/>
                </a:lnTo>
                <a:lnTo>
                  <a:pt x="576" y="1010"/>
                </a:lnTo>
                <a:lnTo>
                  <a:pt x="593" y="1004"/>
                </a:lnTo>
                <a:lnTo>
                  <a:pt x="612" y="1000"/>
                </a:lnTo>
                <a:lnTo>
                  <a:pt x="630" y="993"/>
                </a:lnTo>
                <a:lnTo>
                  <a:pt x="647" y="985"/>
                </a:lnTo>
                <a:lnTo>
                  <a:pt x="664" y="978"/>
                </a:lnTo>
                <a:lnTo>
                  <a:pt x="679" y="970"/>
                </a:lnTo>
                <a:lnTo>
                  <a:pt x="694" y="962"/>
                </a:lnTo>
                <a:lnTo>
                  <a:pt x="709" y="953"/>
                </a:lnTo>
                <a:lnTo>
                  <a:pt x="725" y="943"/>
                </a:lnTo>
                <a:lnTo>
                  <a:pt x="740" y="934"/>
                </a:lnTo>
                <a:lnTo>
                  <a:pt x="751" y="922"/>
                </a:lnTo>
                <a:lnTo>
                  <a:pt x="766" y="911"/>
                </a:lnTo>
                <a:lnTo>
                  <a:pt x="778" y="900"/>
                </a:lnTo>
                <a:lnTo>
                  <a:pt x="791" y="888"/>
                </a:lnTo>
                <a:lnTo>
                  <a:pt x="803" y="875"/>
                </a:lnTo>
                <a:lnTo>
                  <a:pt x="814" y="864"/>
                </a:lnTo>
                <a:lnTo>
                  <a:pt x="825" y="850"/>
                </a:lnTo>
                <a:lnTo>
                  <a:pt x="837" y="837"/>
                </a:lnTo>
                <a:lnTo>
                  <a:pt x="846" y="822"/>
                </a:lnTo>
                <a:lnTo>
                  <a:pt x="856" y="808"/>
                </a:lnTo>
                <a:lnTo>
                  <a:pt x="865" y="793"/>
                </a:lnTo>
                <a:lnTo>
                  <a:pt x="875" y="780"/>
                </a:lnTo>
                <a:lnTo>
                  <a:pt x="882" y="765"/>
                </a:lnTo>
                <a:lnTo>
                  <a:pt x="892" y="749"/>
                </a:lnTo>
                <a:lnTo>
                  <a:pt x="900" y="734"/>
                </a:lnTo>
                <a:lnTo>
                  <a:pt x="907" y="719"/>
                </a:lnTo>
                <a:lnTo>
                  <a:pt x="913" y="704"/>
                </a:lnTo>
                <a:lnTo>
                  <a:pt x="920" y="689"/>
                </a:lnTo>
                <a:lnTo>
                  <a:pt x="926" y="672"/>
                </a:lnTo>
                <a:lnTo>
                  <a:pt x="934" y="656"/>
                </a:lnTo>
                <a:lnTo>
                  <a:pt x="939" y="641"/>
                </a:lnTo>
                <a:lnTo>
                  <a:pt x="945" y="626"/>
                </a:lnTo>
                <a:lnTo>
                  <a:pt x="949" y="609"/>
                </a:lnTo>
                <a:lnTo>
                  <a:pt x="955" y="594"/>
                </a:lnTo>
                <a:lnTo>
                  <a:pt x="958" y="576"/>
                </a:lnTo>
                <a:lnTo>
                  <a:pt x="964" y="561"/>
                </a:lnTo>
                <a:lnTo>
                  <a:pt x="968" y="546"/>
                </a:lnTo>
                <a:lnTo>
                  <a:pt x="972" y="531"/>
                </a:lnTo>
                <a:lnTo>
                  <a:pt x="976" y="514"/>
                </a:lnTo>
                <a:lnTo>
                  <a:pt x="977" y="499"/>
                </a:lnTo>
                <a:lnTo>
                  <a:pt x="981" y="481"/>
                </a:lnTo>
                <a:lnTo>
                  <a:pt x="983" y="468"/>
                </a:lnTo>
                <a:lnTo>
                  <a:pt x="985" y="453"/>
                </a:lnTo>
                <a:lnTo>
                  <a:pt x="987" y="438"/>
                </a:lnTo>
                <a:lnTo>
                  <a:pt x="989" y="422"/>
                </a:lnTo>
                <a:lnTo>
                  <a:pt x="991" y="409"/>
                </a:lnTo>
                <a:lnTo>
                  <a:pt x="993" y="394"/>
                </a:lnTo>
                <a:lnTo>
                  <a:pt x="993" y="381"/>
                </a:lnTo>
                <a:lnTo>
                  <a:pt x="995" y="365"/>
                </a:lnTo>
                <a:lnTo>
                  <a:pt x="996" y="354"/>
                </a:lnTo>
                <a:lnTo>
                  <a:pt x="996" y="341"/>
                </a:lnTo>
                <a:lnTo>
                  <a:pt x="998" y="327"/>
                </a:lnTo>
                <a:lnTo>
                  <a:pt x="998" y="316"/>
                </a:lnTo>
                <a:lnTo>
                  <a:pt x="998" y="305"/>
                </a:lnTo>
                <a:lnTo>
                  <a:pt x="998" y="291"/>
                </a:lnTo>
                <a:lnTo>
                  <a:pt x="998" y="282"/>
                </a:lnTo>
                <a:lnTo>
                  <a:pt x="998" y="272"/>
                </a:lnTo>
                <a:lnTo>
                  <a:pt x="998" y="261"/>
                </a:lnTo>
                <a:lnTo>
                  <a:pt x="998" y="251"/>
                </a:lnTo>
                <a:lnTo>
                  <a:pt x="996" y="244"/>
                </a:lnTo>
                <a:lnTo>
                  <a:pt x="996" y="234"/>
                </a:lnTo>
                <a:lnTo>
                  <a:pt x="996" y="227"/>
                </a:lnTo>
                <a:lnTo>
                  <a:pt x="995" y="221"/>
                </a:lnTo>
                <a:lnTo>
                  <a:pt x="995" y="213"/>
                </a:lnTo>
                <a:lnTo>
                  <a:pt x="993" y="208"/>
                </a:lnTo>
                <a:lnTo>
                  <a:pt x="993" y="204"/>
                </a:lnTo>
                <a:lnTo>
                  <a:pt x="991" y="198"/>
                </a:lnTo>
                <a:lnTo>
                  <a:pt x="989" y="192"/>
                </a:lnTo>
                <a:lnTo>
                  <a:pt x="987" y="189"/>
                </a:lnTo>
                <a:lnTo>
                  <a:pt x="987" y="183"/>
                </a:lnTo>
                <a:lnTo>
                  <a:pt x="985" y="173"/>
                </a:lnTo>
                <a:lnTo>
                  <a:pt x="981" y="166"/>
                </a:lnTo>
                <a:lnTo>
                  <a:pt x="979" y="156"/>
                </a:lnTo>
                <a:lnTo>
                  <a:pt x="976" y="149"/>
                </a:lnTo>
                <a:lnTo>
                  <a:pt x="974" y="141"/>
                </a:lnTo>
                <a:lnTo>
                  <a:pt x="972" y="135"/>
                </a:lnTo>
                <a:lnTo>
                  <a:pt x="968" y="128"/>
                </a:lnTo>
                <a:lnTo>
                  <a:pt x="966" y="122"/>
                </a:lnTo>
                <a:lnTo>
                  <a:pt x="964" y="114"/>
                </a:lnTo>
                <a:lnTo>
                  <a:pt x="960" y="109"/>
                </a:lnTo>
                <a:lnTo>
                  <a:pt x="958" y="103"/>
                </a:lnTo>
                <a:lnTo>
                  <a:pt x="957" y="99"/>
                </a:lnTo>
                <a:lnTo>
                  <a:pt x="955" y="94"/>
                </a:lnTo>
                <a:lnTo>
                  <a:pt x="951" y="90"/>
                </a:lnTo>
                <a:lnTo>
                  <a:pt x="947" y="82"/>
                </a:lnTo>
                <a:lnTo>
                  <a:pt x="941" y="75"/>
                </a:lnTo>
                <a:lnTo>
                  <a:pt x="938" y="69"/>
                </a:lnTo>
                <a:lnTo>
                  <a:pt x="936" y="65"/>
                </a:lnTo>
                <a:lnTo>
                  <a:pt x="930" y="59"/>
                </a:lnTo>
                <a:lnTo>
                  <a:pt x="928" y="57"/>
                </a:lnTo>
                <a:lnTo>
                  <a:pt x="939" y="0"/>
                </a:lnTo>
                <a:lnTo>
                  <a:pt x="941" y="2"/>
                </a:lnTo>
                <a:lnTo>
                  <a:pt x="943" y="4"/>
                </a:lnTo>
                <a:lnTo>
                  <a:pt x="945" y="10"/>
                </a:lnTo>
                <a:lnTo>
                  <a:pt x="949" y="14"/>
                </a:lnTo>
                <a:lnTo>
                  <a:pt x="955" y="21"/>
                </a:lnTo>
                <a:lnTo>
                  <a:pt x="957" y="25"/>
                </a:lnTo>
                <a:lnTo>
                  <a:pt x="958" y="29"/>
                </a:lnTo>
                <a:lnTo>
                  <a:pt x="960" y="35"/>
                </a:lnTo>
                <a:lnTo>
                  <a:pt x="964" y="38"/>
                </a:lnTo>
                <a:lnTo>
                  <a:pt x="966" y="44"/>
                </a:lnTo>
                <a:lnTo>
                  <a:pt x="970" y="50"/>
                </a:lnTo>
                <a:lnTo>
                  <a:pt x="972" y="54"/>
                </a:lnTo>
                <a:lnTo>
                  <a:pt x="976" y="61"/>
                </a:lnTo>
                <a:lnTo>
                  <a:pt x="979" y="67"/>
                </a:lnTo>
                <a:lnTo>
                  <a:pt x="981" y="73"/>
                </a:lnTo>
                <a:lnTo>
                  <a:pt x="985" y="78"/>
                </a:lnTo>
                <a:lnTo>
                  <a:pt x="989" y="86"/>
                </a:lnTo>
                <a:lnTo>
                  <a:pt x="993" y="94"/>
                </a:lnTo>
                <a:lnTo>
                  <a:pt x="996" y="99"/>
                </a:lnTo>
                <a:lnTo>
                  <a:pt x="998" y="109"/>
                </a:lnTo>
                <a:lnTo>
                  <a:pt x="1004" y="116"/>
                </a:lnTo>
                <a:lnTo>
                  <a:pt x="1006" y="124"/>
                </a:lnTo>
                <a:lnTo>
                  <a:pt x="1010" y="133"/>
                </a:lnTo>
                <a:lnTo>
                  <a:pt x="1014" y="141"/>
                </a:lnTo>
                <a:lnTo>
                  <a:pt x="1017" y="151"/>
                </a:lnTo>
                <a:lnTo>
                  <a:pt x="1021" y="158"/>
                </a:lnTo>
                <a:lnTo>
                  <a:pt x="1025" y="168"/>
                </a:lnTo>
                <a:lnTo>
                  <a:pt x="1027" y="177"/>
                </a:lnTo>
                <a:lnTo>
                  <a:pt x="1031" y="187"/>
                </a:lnTo>
                <a:lnTo>
                  <a:pt x="1033" y="196"/>
                </a:lnTo>
                <a:lnTo>
                  <a:pt x="1036" y="206"/>
                </a:lnTo>
                <a:lnTo>
                  <a:pt x="1040" y="217"/>
                </a:lnTo>
                <a:lnTo>
                  <a:pt x="1044" y="227"/>
                </a:lnTo>
                <a:lnTo>
                  <a:pt x="1046" y="236"/>
                </a:lnTo>
                <a:lnTo>
                  <a:pt x="1048" y="248"/>
                </a:lnTo>
                <a:lnTo>
                  <a:pt x="1052" y="259"/>
                </a:lnTo>
                <a:lnTo>
                  <a:pt x="1053" y="270"/>
                </a:lnTo>
                <a:lnTo>
                  <a:pt x="1055" y="280"/>
                </a:lnTo>
                <a:lnTo>
                  <a:pt x="1059" y="291"/>
                </a:lnTo>
                <a:lnTo>
                  <a:pt x="1061" y="305"/>
                </a:lnTo>
                <a:lnTo>
                  <a:pt x="1063" y="316"/>
                </a:lnTo>
                <a:lnTo>
                  <a:pt x="1065" y="327"/>
                </a:lnTo>
                <a:lnTo>
                  <a:pt x="1065" y="339"/>
                </a:lnTo>
                <a:lnTo>
                  <a:pt x="1067" y="352"/>
                </a:lnTo>
                <a:lnTo>
                  <a:pt x="1069" y="364"/>
                </a:lnTo>
                <a:lnTo>
                  <a:pt x="1069" y="377"/>
                </a:lnTo>
                <a:lnTo>
                  <a:pt x="1071" y="388"/>
                </a:lnTo>
                <a:lnTo>
                  <a:pt x="1071" y="402"/>
                </a:lnTo>
                <a:lnTo>
                  <a:pt x="1071" y="415"/>
                </a:lnTo>
                <a:lnTo>
                  <a:pt x="1071" y="426"/>
                </a:lnTo>
                <a:lnTo>
                  <a:pt x="1071" y="441"/>
                </a:lnTo>
                <a:lnTo>
                  <a:pt x="1071" y="455"/>
                </a:lnTo>
                <a:lnTo>
                  <a:pt x="1071" y="468"/>
                </a:lnTo>
                <a:lnTo>
                  <a:pt x="1069" y="481"/>
                </a:lnTo>
                <a:lnTo>
                  <a:pt x="1069" y="495"/>
                </a:lnTo>
                <a:lnTo>
                  <a:pt x="1067" y="510"/>
                </a:lnTo>
                <a:lnTo>
                  <a:pt x="1065" y="523"/>
                </a:lnTo>
                <a:lnTo>
                  <a:pt x="1063" y="537"/>
                </a:lnTo>
                <a:lnTo>
                  <a:pt x="1059" y="550"/>
                </a:lnTo>
                <a:lnTo>
                  <a:pt x="1057" y="565"/>
                </a:lnTo>
                <a:lnTo>
                  <a:pt x="1055" y="578"/>
                </a:lnTo>
                <a:lnTo>
                  <a:pt x="1052" y="592"/>
                </a:lnTo>
                <a:lnTo>
                  <a:pt x="1048" y="605"/>
                </a:lnTo>
                <a:lnTo>
                  <a:pt x="1046" y="618"/>
                </a:lnTo>
                <a:lnTo>
                  <a:pt x="1042" y="632"/>
                </a:lnTo>
                <a:lnTo>
                  <a:pt x="1038" y="643"/>
                </a:lnTo>
                <a:lnTo>
                  <a:pt x="1034" y="656"/>
                </a:lnTo>
                <a:lnTo>
                  <a:pt x="1031" y="670"/>
                </a:lnTo>
                <a:lnTo>
                  <a:pt x="1027" y="683"/>
                </a:lnTo>
                <a:lnTo>
                  <a:pt x="1023" y="694"/>
                </a:lnTo>
                <a:lnTo>
                  <a:pt x="1019" y="708"/>
                </a:lnTo>
                <a:lnTo>
                  <a:pt x="1014" y="721"/>
                </a:lnTo>
                <a:lnTo>
                  <a:pt x="1010" y="734"/>
                </a:lnTo>
                <a:lnTo>
                  <a:pt x="1004" y="746"/>
                </a:lnTo>
                <a:lnTo>
                  <a:pt x="998" y="757"/>
                </a:lnTo>
                <a:lnTo>
                  <a:pt x="993" y="768"/>
                </a:lnTo>
                <a:lnTo>
                  <a:pt x="989" y="780"/>
                </a:lnTo>
                <a:lnTo>
                  <a:pt x="983" y="791"/>
                </a:lnTo>
                <a:lnTo>
                  <a:pt x="977" y="803"/>
                </a:lnTo>
                <a:lnTo>
                  <a:pt x="972" y="814"/>
                </a:lnTo>
                <a:lnTo>
                  <a:pt x="966" y="827"/>
                </a:lnTo>
                <a:lnTo>
                  <a:pt x="958" y="837"/>
                </a:lnTo>
                <a:lnTo>
                  <a:pt x="953" y="848"/>
                </a:lnTo>
                <a:lnTo>
                  <a:pt x="947" y="860"/>
                </a:lnTo>
                <a:lnTo>
                  <a:pt x="939" y="871"/>
                </a:lnTo>
                <a:lnTo>
                  <a:pt x="934" y="881"/>
                </a:lnTo>
                <a:lnTo>
                  <a:pt x="926" y="892"/>
                </a:lnTo>
                <a:lnTo>
                  <a:pt x="919" y="902"/>
                </a:lnTo>
                <a:lnTo>
                  <a:pt x="913" y="913"/>
                </a:lnTo>
                <a:lnTo>
                  <a:pt x="905" y="921"/>
                </a:lnTo>
                <a:lnTo>
                  <a:pt x="896" y="930"/>
                </a:lnTo>
                <a:lnTo>
                  <a:pt x="888" y="941"/>
                </a:lnTo>
                <a:lnTo>
                  <a:pt x="881" y="951"/>
                </a:lnTo>
                <a:lnTo>
                  <a:pt x="871" y="959"/>
                </a:lnTo>
                <a:lnTo>
                  <a:pt x="863" y="968"/>
                </a:lnTo>
                <a:lnTo>
                  <a:pt x="856" y="978"/>
                </a:lnTo>
                <a:lnTo>
                  <a:pt x="846" y="985"/>
                </a:lnTo>
                <a:lnTo>
                  <a:pt x="839" y="995"/>
                </a:lnTo>
                <a:lnTo>
                  <a:pt x="829" y="1002"/>
                </a:lnTo>
                <a:lnTo>
                  <a:pt x="820" y="1010"/>
                </a:lnTo>
                <a:lnTo>
                  <a:pt x="810" y="1019"/>
                </a:lnTo>
                <a:lnTo>
                  <a:pt x="801" y="1025"/>
                </a:lnTo>
                <a:lnTo>
                  <a:pt x="791" y="1035"/>
                </a:lnTo>
                <a:lnTo>
                  <a:pt x="782" y="1040"/>
                </a:lnTo>
                <a:lnTo>
                  <a:pt x="772" y="1050"/>
                </a:lnTo>
                <a:lnTo>
                  <a:pt x="763" y="1056"/>
                </a:lnTo>
                <a:lnTo>
                  <a:pt x="751" y="1063"/>
                </a:lnTo>
                <a:lnTo>
                  <a:pt x="740" y="1069"/>
                </a:lnTo>
                <a:lnTo>
                  <a:pt x="730" y="1075"/>
                </a:lnTo>
                <a:lnTo>
                  <a:pt x="719" y="1080"/>
                </a:lnTo>
                <a:lnTo>
                  <a:pt x="709" y="1088"/>
                </a:lnTo>
                <a:lnTo>
                  <a:pt x="698" y="1094"/>
                </a:lnTo>
                <a:lnTo>
                  <a:pt x="687" y="1099"/>
                </a:lnTo>
                <a:lnTo>
                  <a:pt x="675" y="1105"/>
                </a:lnTo>
                <a:lnTo>
                  <a:pt x="664" y="1109"/>
                </a:lnTo>
                <a:lnTo>
                  <a:pt x="652" y="1114"/>
                </a:lnTo>
                <a:lnTo>
                  <a:pt x="641" y="1120"/>
                </a:lnTo>
                <a:lnTo>
                  <a:pt x="630" y="1124"/>
                </a:lnTo>
                <a:lnTo>
                  <a:pt x="616" y="1130"/>
                </a:lnTo>
                <a:lnTo>
                  <a:pt x="605" y="1133"/>
                </a:lnTo>
                <a:lnTo>
                  <a:pt x="592" y="1137"/>
                </a:lnTo>
                <a:lnTo>
                  <a:pt x="580" y="1139"/>
                </a:lnTo>
                <a:lnTo>
                  <a:pt x="567" y="1143"/>
                </a:lnTo>
                <a:lnTo>
                  <a:pt x="554" y="1145"/>
                </a:lnTo>
                <a:lnTo>
                  <a:pt x="542" y="1149"/>
                </a:lnTo>
                <a:lnTo>
                  <a:pt x="531" y="1151"/>
                </a:lnTo>
                <a:lnTo>
                  <a:pt x="517" y="1153"/>
                </a:lnTo>
                <a:lnTo>
                  <a:pt x="506" y="1154"/>
                </a:lnTo>
                <a:lnTo>
                  <a:pt x="495" y="1156"/>
                </a:lnTo>
                <a:lnTo>
                  <a:pt x="481" y="1156"/>
                </a:lnTo>
                <a:lnTo>
                  <a:pt x="470" y="1158"/>
                </a:lnTo>
                <a:lnTo>
                  <a:pt x="458" y="1158"/>
                </a:lnTo>
                <a:lnTo>
                  <a:pt x="447" y="1158"/>
                </a:lnTo>
                <a:lnTo>
                  <a:pt x="434" y="1158"/>
                </a:lnTo>
                <a:lnTo>
                  <a:pt x="422" y="1158"/>
                </a:lnTo>
                <a:lnTo>
                  <a:pt x="411" y="1158"/>
                </a:lnTo>
                <a:lnTo>
                  <a:pt x="401" y="1158"/>
                </a:lnTo>
                <a:lnTo>
                  <a:pt x="388" y="1158"/>
                </a:lnTo>
                <a:lnTo>
                  <a:pt x="379" y="1156"/>
                </a:lnTo>
                <a:lnTo>
                  <a:pt x="367" y="1156"/>
                </a:lnTo>
                <a:lnTo>
                  <a:pt x="356" y="1154"/>
                </a:lnTo>
                <a:lnTo>
                  <a:pt x="344" y="1153"/>
                </a:lnTo>
                <a:lnTo>
                  <a:pt x="335" y="1151"/>
                </a:lnTo>
                <a:lnTo>
                  <a:pt x="325" y="1151"/>
                </a:lnTo>
                <a:lnTo>
                  <a:pt x="316" y="1149"/>
                </a:lnTo>
                <a:lnTo>
                  <a:pt x="304" y="1147"/>
                </a:lnTo>
                <a:lnTo>
                  <a:pt x="295" y="1145"/>
                </a:lnTo>
                <a:lnTo>
                  <a:pt x="285" y="1143"/>
                </a:lnTo>
                <a:lnTo>
                  <a:pt x="276" y="1141"/>
                </a:lnTo>
                <a:lnTo>
                  <a:pt x="266" y="1139"/>
                </a:lnTo>
                <a:lnTo>
                  <a:pt x="257" y="1135"/>
                </a:lnTo>
                <a:lnTo>
                  <a:pt x="249" y="1133"/>
                </a:lnTo>
                <a:lnTo>
                  <a:pt x="240" y="1132"/>
                </a:lnTo>
                <a:lnTo>
                  <a:pt x="230" y="1130"/>
                </a:lnTo>
                <a:lnTo>
                  <a:pt x="223" y="1126"/>
                </a:lnTo>
                <a:lnTo>
                  <a:pt x="213" y="1124"/>
                </a:lnTo>
                <a:lnTo>
                  <a:pt x="208" y="1120"/>
                </a:lnTo>
                <a:lnTo>
                  <a:pt x="198" y="1118"/>
                </a:lnTo>
                <a:lnTo>
                  <a:pt x="190" y="1114"/>
                </a:lnTo>
                <a:lnTo>
                  <a:pt x="183" y="1113"/>
                </a:lnTo>
                <a:lnTo>
                  <a:pt x="177" y="1111"/>
                </a:lnTo>
                <a:lnTo>
                  <a:pt x="169" y="1107"/>
                </a:lnTo>
                <a:lnTo>
                  <a:pt x="162" y="1105"/>
                </a:lnTo>
                <a:lnTo>
                  <a:pt x="156" y="1103"/>
                </a:lnTo>
                <a:lnTo>
                  <a:pt x="150" y="1099"/>
                </a:lnTo>
                <a:lnTo>
                  <a:pt x="145" y="1097"/>
                </a:lnTo>
                <a:lnTo>
                  <a:pt x="139" y="1095"/>
                </a:lnTo>
                <a:lnTo>
                  <a:pt x="133" y="1092"/>
                </a:lnTo>
                <a:lnTo>
                  <a:pt x="130" y="1090"/>
                </a:lnTo>
                <a:lnTo>
                  <a:pt x="124" y="1088"/>
                </a:lnTo>
                <a:lnTo>
                  <a:pt x="120" y="1086"/>
                </a:lnTo>
                <a:lnTo>
                  <a:pt x="114" y="1082"/>
                </a:lnTo>
                <a:lnTo>
                  <a:pt x="111" y="1080"/>
                </a:lnTo>
                <a:lnTo>
                  <a:pt x="103" y="1076"/>
                </a:lnTo>
                <a:lnTo>
                  <a:pt x="99" y="1075"/>
                </a:lnTo>
                <a:lnTo>
                  <a:pt x="93" y="1071"/>
                </a:lnTo>
                <a:lnTo>
                  <a:pt x="92" y="1069"/>
                </a:lnTo>
                <a:lnTo>
                  <a:pt x="88" y="1069"/>
                </a:lnTo>
                <a:lnTo>
                  <a:pt x="0" y="938"/>
                </a:lnTo>
                <a:lnTo>
                  <a:pt x="0" y="938"/>
                </a:lnTo>
                <a:close/>
              </a:path>
            </a:pathLst>
          </a:custGeom>
          <a:solidFill>
            <a:srgbClr val="4D4D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87" name="Freeform 139"/>
          <p:cNvSpPr>
            <a:spLocks/>
          </p:cNvSpPr>
          <p:nvPr/>
        </p:nvSpPr>
        <p:spPr bwMode="auto">
          <a:xfrm>
            <a:off x="5786446" y="4143380"/>
            <a:ext cx="336542" cy="330208"/>
          </a:xfrm>
          <a:custGeom>
            <a:avLst/>
            <a:gdLst/>
            <a:ahLst/>
            <a:cxnLst>
              <a:cxn ang="0">
                <a:pos x="40" y="0"/>
              </a:cxn>
              <a:cxn ang="0">
                <a:pos x="55" y="3"/>
              </a:cxn>
              <a:cxn ang="0">
                <a:pos x="67" y="12"/>
              </a:cxn>
              <a:cxn ang="0">
                <a:pos x="75" y="26"/>
              </a:cxn>
              <a:cxn ang="0">
                <a:pos x="78" y="42"/>
              </a:cxn>
              <a:cxn ang="0">
                <a:pos x="75" y="57"/>
              </a:cxn>
              <a:cxn ang="0">
                <a:pos x="67" y="70"/>
              </a:cxn>
              <a:cxn ang="0">
                <a:pos x="55" y="80"/>
              </a:cxn>
              <a:cxn ang="0">
                <a:pos x="40" y="82"/>
              </a:cxn>
              <a:cxn ang="0">
                <a:pos x="25" y="80"/>
              </a:cxn>
              <a:cxn ang="0">
                <a:pos x="13" y="70"/>
              </a:cxn>
              <a:cxn ang="0">
                <a:pos x="3" y="57"/>
              </a:cxn>
              <a:cxn ang="0">
                <a:pos x="0" y="42"/>
              </a:cxn>
              <a:cxn ang="0">
                <a:pos x="3" y="26"/>
              </a:cxn>
              <a:cxn ang="0">
                <a:pos x="13" y="12"/>
              </a:cxn>
              <a:cxn ang="0">
                <a:pos x="25" y="3"/>
              </a:cxn>
              <a:cxn ang="0">
                <a:pos x="40" y="0"/>
              </a:cxn>
            </a:cxnLst>
            <a:rect l="0" t="0" r="r" b="b"/>
            <a:pathLst>
              <a:path w="78" h="82">
                <a:moveTo>
                  <a:pt x="40" y="0"/>
                </a:moveTo>
                <a:lnTo>
                  <a:pt x="55" y="3"/>
                </a:lnTo>
                <a:lnTo>
                  <a:pt x="67" y="12"/>
                </a:lnTo>
                <a:lnTo>
                  <a:pt x="75" y="26"/>
                </a:lnTo>
                <a:lnTo>
                  <a:pt x="78" y="42"/>
                </a:lnTo>
                <a:lnTo>
                  <a:pt x="75" y="57"/>
                </a:lnTo>
                <a:lnTo>
                  <a:pt x="67" y="70"/>
                </a:lnTo>
                <a:lnTo>
                  <a:pt x="55" y="80"/>
                </a:lnTo>
                <a:lnTo>
                  <a:pt x="40" y="82"/>
                </a:lnTo>
                <a:lnTo>
                  <a:pt x="25" y="80"/>
                </a:lnTo>
                <a:lnTo>
                  <a:pt x="13" y="70"/>
                </a:lnTo>
                <a:lnTo>
                  <a:pt x="3" y="57"/>
                </a:lnTo>
                <a:lnTo>
                  <a:pt x="0" y="42"/>
                </a:lnTo>
                <a:lnTo>
                  <a:pt x="3" y="26"/>
                </a:lnTo>
                <a:lnTo>
                  <a:pt x="13" y="12"/>
                </a:lnTo>
                <a:lnTo>
                  <a:pt x="25" y="3"/>
                </a:lnTo>
                <a:lnTo>
                  <a:pt x="4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remove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96296E-6 C 0.00277 0.0118 -0.00452 0.025 -0.00938 0.03403 C -0.01112 0.0375 -0.01285 0.04097 -0.01511 0.04398 C -0.01737 0.04699 -0.02032 0.04907 -0.02171 0.05278 C -0.02622 0.06481 -0.03403 0.07083 -0.0415 0.07916 C -0.0448 0.08287 -0.04757 0.08703 -0.05105 0.09051 C -0.05504 0.09444 -0.06025 0.09676 -0.06424 0.10069 C -0.0698 0.10578 -0.07414 0.11157 -0.08108 0.11319 C -0.10643 0.14491 -0.16389 0.13912 -0.1915 0.13958 C -0.20139 0.1419 -0.2132 0.14352 -0.22257 0.14838 C -0.22674 0.15046 -0.23073 0.15393 -0.2349 0.15602 C -0.24636 0.16157 -0.23438 0.1537 -0.24254 0.15856 C -0.24601 0.16065 -0.24931 0.16389 -0.25278 0.16597 C -0.25695 0.16852 -0.26181 0.16852 -0.26598 0.17106 C -0.27049 0.17384 -0.27275 0.17592 -0.27743 0.17731 C -0.2783 0.17824 -0.28438 0.18495 -0.28594 0.18611 C -0.28837 0.18773 -0.29341 0.19004 -0.29341 0.19004 C -0.29914 0.19768 -0.3066 0.19977 -0.3132 0.20509 C -0.32223 0.2125 -0.33421 0.22569 -0.34428 0.22893 C -0.34705 0.23241 -0.34966 0.23379 -0.35278 0.23657 C -0.35712 0.24514 -0.35452 0.24282 -0.35938 0.24537 C -0.36042 0.24653 -0.36112 0.24815 -0.36233 0.24907 C -0.3632 0.24977 -0.36424 0.24953 -0.36511 0.25023 C -0.37171 0.25648 -0.37865 0.26528 -0.38594 0.27037 C -0.38803 0.27176 -0.39046 0.27268 -0.39254 0.2743 C -0.40278 0.28241 -0.39549 0.27916 -0.40191 0.28171 C -0.4066 0.28657 -0.4158 0.29421 -0.42171 0.29676 C -0.42275 0.30162 -0.42257 0.2993 -0.42257 0.30324 " pathEditMode="relative" ptsTypes="fffffffffffffffffffffffffffA">
                                      <p:cBhvr>
                                        <p:cTn id="19" dur="1000" fill="hold"/>
                                        <p:tgtEl>
                                          <p:spTgt spid="21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7" grpId="0" animBg="1"/>
      <p:bldP spid="218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B3EC-F14A-4859-8B65-FEA6856DA593}" type="slidenum">
              <a:rPr lang="ru-RU"/>
              <a:pPr/>
              <a:t>3</a:t>
            </a:fld>
            <a:endParaRPr lang="ru-RU"/>
          </a:p>
        </p:txBody>
      </p:sp>
      <p:sp>
        <p:nvSpPr>
          <p:cNvPr id="24" name="Сердце 23"/>
          <p:cNvSpPr/>
          <p:nvPr/>
        </p:nvSpPr>
        <p:spPr>
          <a:xfrm>
            <a:off x="2857488" y="1214422"/>
            <a:ext cx="4214810" cy="3929090"/>
          </a:xfrm>
          <a:prstGeom prst="heart">
            <a:avLst/>
          </a:prstGeom>
          <a:gradFill flip="none" rotWithShape="1">
            <a:gsLst>
              <a:gs pos="29000">
                <a:srgbClr val="FCB4A6">
                  <a:alpha val="97000"/>
                </a:srgbClr>
              </a:gs>
              <a:gs pos="89999">
                <a:srgbClr val="FF0000"/>
              </a:gs>
            </a:gsLst>
            <a:lin ang="18900000" scaled="1"/>
            <a:tileRect/>
          </a:gradFill>
          <a:ln>
            <a:noFill/>
          </a:ln>
          <a:scene3d>
            <a:camera prst="perspectiveBelow" fov="3900000">
              <a:rot lat="600000" lon="0" rev="0"/>
            </a:camera>
            <a:lightRig rig="sunset" dir="t">
              <a:rot lat="0" lon="0" rev="6600000"/>
            </a:lightRig>
          </a:scene3d>
          <a:sp3d extrusionH="3810000" prstMaterial="matte">
            <a:bevelT w="184150" h="3175000" prst="coolSlant"/>
            <a:bevelB w="1143000" h="762000" prst="softRound"/>
            <a:extrusionClr>
              <a:srgbClr val="FF0000"/>
            </a:extrusionClr>
            <a:contourClr>
              <a:srgbClr val="FF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 rot="-11756653">
            <a:off x="6245561" y="4049657"/>
            <a:ext cx="1565275" cy="1371600"/>
            <a:chOff x="4609" y="57"/>
            <a:chExt cx="1373" cy="1204"/>
          </a:xfrm>
        </p:grpSpPr>
        <p:sp>
          <p:nvSpPr>
            <p:cNvPr id="2087" name="Freeform 39"/>
            <p:cNvSpPr>
              <a:spLocks/>
            </p:cNvSpPr>
            <p:nvPr/>
          </p:nvSpPr>
          <p:spPr bwMode="auto">
            <a:xfrm rot="-3172564">
              <a:off x="4900" y="-10"/>
              <a:ext cx="732" cy="1313"/>
            </a:xfrm>
            <a:custGeom>
              <a:avLst/>
              <a:gdLst/>
              <a:ahLst/>
              <a:cxnLst>
                <a:cxn ang="0">
                  <a:pos x="2903" y="433"/>
                </a:cxn>
                <a:cxn ang="0">
                  <a:pos x="2565" y="80"/>
                </a:cxn>
                <a:cxn ang="0">
                  <a:pos x="2241" y="0"/>
                </a:cxn>
                <a:cxn ang="0">
                  <a:pos x="110" y="2811"/>
                </a:cxn>
                <a:cxn ang="0">
                  <a:pos x="110" y="3228"/>
                </a:cxn>
                <a:cxn ang="0">
                  <a:pos x="0" y="3631"/>
                </a:cxn>
                <a:cxn ang="0">
                  <a:pos x="72" y="3686"/>
                </a:cxn>
                <a:cxn ang="0">
                  <a:pos x="441" y="3355"/>
                </a:cxn>
                <a:cxn ang="0">
                  <a:pos x="740" y="3228"/>
                </a:cxn>
                <a:cxn ang="0">
                  <a:pos x="2903" y="433"/>
                </a:cxn>
                <a:cxn ang="0">
                  <a:pos x="2903" y="433"/>
                </a:cxn>
              </a:cxnLst>
              <a:rect l="0" t="0" r="r" b="b"/>
              <a:pathLst>
                <a:path w="2903" h="3686">
                  <a:moveTo>
                    <a:pt x="2903" y="433"/>
                  </a:moveTo>
                  <a:lnTo>
                    <a:pt x="2565" y="80"/>
                  </a:lnTo>
                  <a:lnTo>
                    <a:pt x="2241" y="0"/>
                  </a:lnTo>
                  <a:lnTo>
                    <a:pt x="110" y="2811"/>
                  </a:lnTo>
                  <a:lnTo>
                    <a:pt x="110" y="3228"/>
                  </a:lnTo>
                  <a:lnTo>
                    <a:pt x="0" y="3631"/>
                  </a:lnTo>
                  <a:lnTo>
                    <a:pt x="72" y="3686"/>
                  </a:lnTo>
                  <a:lnTo>
                    <a:pt x="441" y="3355"/>
                  </a:lnTo>
                  <a:lnTo>
                    <a:pt x="740" y="3228"/>
                  </a:lnTo>
                  <a:lnTo>
                    <a:pt x="2903" y="433"/>
                  </a:lnTo>
                  <a:lnTo>
                    <a:pt x="2903" y="43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88" name="Freeform 40"/>
            <p:cNvSpPr>
              <a:spLocks/>
            </p:cNvSpPr>
            <p:nvPr/>
          </p:nvSpPr>
          <p:spPr bwMode="auto">
            <a:xfrm rot="-3172564">
              <a:off x="4955" y="15"/>
              <a:ext cx="734" cy="1321"/>
            </a:xfrm>
            <a:custGeom>
              <a:avLst/>
              <a:gdLst/>
              <a:ahLst/>
              <a:cxnLst>
                <a:cxn ang="0">
                  <a:pos x="2293" y="0"/>
                </a:cxn>
                <a:cxn ang="0">
                  <a:pos x="130" y="2835"/>
                </a:cxn>
                <a:cxn ang="0">
                  <a:pos x="131" y="3201"/>
                </a:cxn>
                <a:cxn ang="0">
                  <a:pos x="0" y="3633"/>
                </a:cxn>
                <a:cxn ang="0">
                  <a:pos x="50" y="3703"/>
                </a:cxn>
                <a:cxn ang="0">
                  <a:pos x="422" y="3352"/>
                </a:cxn>
                <a:cxn ang="0">
                  <a:pos x="763" y="3220"/>
                </a:cxn>
                <a:cxn ang="0">
                  <a:pos x="2911" y="428"/>
                </a:cxn>
                <a:cxn ang="0">
                  <a:pos x="2589" y="96"/>
                </a:cxn>
                <a:cxn ang="0">
                  <a:pos x="2293" y="0"/>
                </a:cxn>
                <a:cxn ang="0">
                  <a:pos x="2293" y="0"/>
                </a:cxn>
              </a:cxnLst>
              <a:rect l="0" t="0" r="r" b="b"/>
              <a:pathLst>
                <a:path w="2911" h="3703">
                  <a:moveTo>
                    <a:pt x="2293" y="0"/>
                  </a:moveTo>
                  <a:lnTo>
                    <a:pt x="130" y="2835"/>
                  </a:lnTo>
                  <a:lnTo>
                    <a:pt x="131" y="3201"/>
                  </a:lnTo>
                  <a:lnTo>
                    <a:pt x="0" y="3633"/>
                  </a:lnTo>
                  <a:lnTo>
                    <a:pt x="50" y="3703"/>
                  </a:lnTo>
                  <a:lnTo>
                    <a:pt x="422" y="3352"/>
                  </a:lnTo>
                  <a:lnTo>
                    <a:pt x="763" y="3220"/>
                  </a:lnTo>
                  <a:lnTo>
                    <a:pt x="2911" y="428"/>
                  </a:lnTo>
                  <a:lnTo>
                    <a:pt x="2589" y="96"/>
                  </a:lnTo>
                  <a:lnTo>
                    <a:pt x="2293" y="0"/>
                  </a:lnTo>
                  <a:lnTo>
                    <a:pt x="2293" y="0"/>
                  </a:lnTo>
                  <a:close/>
                </a:path>
              </a:pathLst>
            </a:custGeom>
            <a:solidFill>
              <a:srgbClr val="703D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89" name="Freeform 41"/>
            <p:cNvSpPr>
              <a:spLocks/>
            </p:cNvSpPr>
            <p:nvPr/>
          </p:nvSpPr>
          <p:spPr bwMode="auto">
            <a:xfrm rot="-3172564">
              <a:off x="4933" y="121"/>
              <a:ext cx="646" cy="990"/>
            </a:xfrm>
            <a:custGeom>
              <a:avLst/>
              <a:gdLst/>
              <a:ahLst/>
              <a:cxnLst>
                <a:cxn ang="0">
                  <a:pos x="0" y="2485"/>
                </a:cxn>
                <a:cxn ang="0">
                  <a:pos x="432" y="2553"/>
                </a:cxn>
                <a:cxn ang="0">
                  <a:pos x="736" y="2777"/>
                </a:cxn>
                <a:cxn ang="0">
                  <a:pos x="2561" y="399"/>
                </a:cxn>
                <a:cxn ang="0">
                  <a:pos x="2118" y="82"/>
                </a:cxn>
                <a:cxn ang="0">
                  <a:pos x="1898" y="0"/>
                </a:cxn>
                <a:cxn ang="0">
                  <a:pos x="0" y="2485"/>
                </a:cxn>
                <a:cxn ang="0">
                  <a:pos x="0" y="2485"/>
                </a:cxn>
              </a:cxnLst>
              <a:rect l="0" t="0" r="r" b="b"/>
              <a:pathLst>
                <a:path w="2561" h="2777">
                  <a:moveTo>
                    <a:pt x="0" y="2485"/>
                  </a:moveTo>
                  <a:lnTo>
                    <a:pt x="432" y="2553"/>
                  </a:lnTo>
                  <a:lnTo>
                    <a:pt x="736" y="2777"/>
                  </a:lnTo>
                  <a:lnTo>
                    <a:pt x="2561" y="399"/>
                  </a:lnTo>
                  <a:lnTo>
                    <a:pt x="2118" y="82"/>
                  </a:lnTo>
                  <a:lnTo>
                    <a:pt x="1898" y="0"/>
                  </a:lnTo>
                  <a:lnTo>
                    <a:pt x="0" y="2485"/>
                  </a:lnTo>
                  <a:lnTo>
                    <a:pt x="0" y="2485"/>
                  </a:lnTo>
                  <a:close/>
                </a:path>
              </a:pathLst>
            </a:custGeom>
            <a:solidFill>
              <a:srgbClr val="FFB8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3" name="Group 42"/>
            <p:cNvGrpSpPr>
              <a:grpSpLocks/>
            </p:cNvGrpSpPr>
            <p:nvPr/>
          </p:nvGrpSpPr>
          <p:grpSpPr bwMode="auto">
            <a:xfrm>
              <a:off x="4610" y="57"/>
              <a:ext cx="1344" cy="1204"/>
              <a:chOff x="4610" y="57"/>
              <a:chExt cx="1344" cy="1204"/>
            </a:xfrm>
          </p:grpSpPr>
          <p:grpSp>
            <p:nvGrpSpPr>
              <p:cNvPr id="4" name="Group 43"/>
              <p:cNvGrpSpPr>
                <a:grpSpLocks/>
              </p:cNvGrpSpPr>
              <p:nvPr/>
            </p:nvGrpSpPr>
            <p:grpSpPr bwMode="auto">
              <a:xfrm>
                <a:off x="4610" y="57"/>
                <a:ext cx="1344" cy="1204"/>
                <a:chOff x="4610" y="57"/>
                <a:chExt cx="1344" cy="1204"/>
              </a:xfrm>
            </p:grpSpPr>
            <p:sp>
              <p:nvSpPr>
                <p:cNvPr id="2092" name="Freeform 44"/>
                <p:cNvSpPr>
                  <a:spLocks/>
                </p:cNvSpPr>
                <p:nvPr/>
              </p:nvSpPr>
              <p:spPr bwMode="auto">
                <a:xfrm rot="-3172564">
                  <a:off x="5430" y="1086"/>
                  <a:ext cx="62" cy="288"/>
                </a:xfrm>
                <a:custGeom>
                  <a:avLst/>
                  <a:gdLst/>
                  <a:ahLst/>
                  <a:cxnLst>
                    <a:cxn ang="0">
                      <a:pos x="123" y="9"/>
                    </a:cxn>
                    <a:cxn ang="0">
                      <a:pos x="131" y="342"/>
                    </a:cxn>
                    <a:cxn ang="0">
                      <a:pos x="0" y="806"/>
                    </a:cxn>
                    <a:cxn ang="0">
                      <a:pos x="79" y="789"/>
                    </a:cxn>
                    <a:cxn ang="0">
                      <a:pos x="218" y="376"/>
                    </a:cxn>
                    <a:cxn ang="0">
                      <a:pos x="245" y="0"/>
                    </a:cxn>
                    <a:cxn ang="0">
                      <a:pos x="123" y="9"/>
                    </a:cxn>
                    <a:cxn ang="0">
                      <a:pos x="123" y="9"/>
                    </a:cxn>
                  </a:cxnLst>
                  <a:rect l="0" t="0" r="r" b="b"/>
                  <a:pathLst>
                    <a:path w="245" h="806">
                      <a:moveTo>
                        <a:pt x="123" y="9"/>
                      </a:moveTo>
                      <a:lnTo>
                        <a:pt x="131" y="342"/>
                      </a:lnTo>
                      <a:lnTo>
                        <a:pt x="0" y="806"/>
                      </a:lnTo>
                      <a:lnTo>
                        <a:pt x="79" y="789"/>
                      </a:lnTo>
                      <a:lnTo>
                        <a:pt x="218" y="376"/>
                      </a:lnTo>
                      <a:lnTo>
                        <a:pt x="245" y="0"/>
                      </a:lnTo>
                      <a:lnTo>
                        <a:pt x="123" y="9"/>
                      </a:lnTo>
                      <a:lnTo>
                        <a:pt x="123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grpSp>
              <p:nvGrpSpPr>
                <p:cNvPr id="5" name="Group 45"/>
                <p:cNvGrpSpPr>
                  <a:grpSpLocks/>
                </p:cNvGrpSpPr>
                <p:nvPr/>
              </p:nvGrpSpPr>
              <p:grpSpPr bwMode="auto">
                <a:xfrm>
                  <a:off x="4610" y="57"/>
                  <a:ext cx="1344" cy="985"/>
                  <a:chOff x="4610" y="57"/>
                  <a:chExt cx="1344" cy="985"/>
                </a:xfrm>
              </p:grpSpPr>
              <p:sp>
                <p:nvSpPr>
                  <p:cNvPr id="2094" name="Freeform 46"/>
                  <p:cNvSpPr>
                    <a:spLocks/>
                  </p:cNvSpPr>
                  <p:nvPr/>
                </p:nvSpPr>
                <p:spPr bwMode="auto">
                  <a:xfrm rot="-3172564">
                    <a:off x="4966" y="71"/>
                    <a:ext cx="153" cy="125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298" y="184"/>
                      </a:cxn>
                      <a:cxn ang="0">
                        <a:pos x="500" y="349"/>
                      </a:cxn>
                      <a:cxn ang="0">
                        <a:pos x="604" y="140"/>
                      </a:cxn>
                      <a:cxn ang="0">
                        <a:pos x="359" y="9"/>
                      </a:cxn>
                      <a:cxn ang="0">
                        <a:pos x="464" y="184"/>
                      </a:cxn>
                      <a:cxn ang="0">
                        <a:pos x="131" y="17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604" h="349">
                        <a:moveTo>
                          <a:pt x="0" y="0"/>
                        </a:moveTo>
                        <a:lnTo>
                          <a:pt x="298" y="184"/>
                        </a:lnTo>
                        <a:lnTo>
                          <a:pt x="500" y="349"/>
                        </a:lnTo>
                        <a:lnTo>
                          <a:pt x="604" y="140"/>
                        </a:lnTo>
                        <a:lnTo>
                          <a:pt x="359" y="9"/>
                        </a:lnTo>
                        <a:lnTo>
                          <a:pt x="464" y="184"/>
                        </a:lnTo>
                        <a:lnTo>
                          <a:pt x="131" y="17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2095" name="Freeform 47"/>
                  <p:cNvSpPr>
                    <a:spLocks/>
                  </p:cNvSpPr>
                  <p:nvPr/>
                </p:nvSpPr>
                <p:spPr bwMode="auto">
                  <a:xfrm rot="-3172564">
                    <a:off x="5048" y="332"/>
                    <a:ext cx="269" cy="438"/>
                  </a:xfrm>
                  <a:custGeom>
                    <a:avLst/>
                    <a:gdLst/>
                    <a:ahLst/>
                    <a:cxnLst>
                      <a:cxn ang="0">
                        <a:pos x="741" y="129"/>
                      </a:cxn>
                      <a:cxn ang="0">
                        <a:pos x="485" y="352"/>
                      </a:cxn>
                      <a:cxn ang="0">
                        <a:pos x="163" y="762"/>
                      </a:cxn>
                      <a:cxn ang="0">
                        <a:pos x="0" y="1101"/>
                      </a:cxn>
                      <a:cxn ang="0">
                        <a:pos x="59" y="1230"/>
                      </a:cxn>
                      <a:cxn ang="0">
                        <a:pos x="262" y="1201"/>
                      </a:cxn>
                      <a:cxn ang="0">
                        <a:pos x="578" y="914"/>
                      </a:cxn>
                      <a:cxn ang="0">
                        <a:pos x="876" y="534"/>
                      </a:cxn>
                      <a:cxn ang="0">
                        <a:pos x="1034" y="270"/>
                      </a:cxn>
                      <a:cxn ang="0">
                        <a:pos x="1064" y="84"/>
                      </a:cxn>
                      <a:cxn ang="0">
                        <a:pos x="977" y="0"/>
                      </a:cxn>
                      <a:cxn ang="0">
                        <a:pos x="836" y="65"/>
                      </a:cxn>
                      <a:cxn ang="0">
                        <a:pos x="969" y="107"/>
                      </a:cxn>
                      <a:cxn ang="0">
                        <a:pos x="876" y="352"/>
                      </a:cxn>
                      <a:cxn ang="0">
                        <a:pos x="690" y="656"/>
                      </a:cxn>
                      <a:cxn ang="0">
                        <a:pos x="350" y="1008"/>
                      </a:cxn>
                      <a:cxn ang="0">
                        <a:pos x="116" y="1114"/>
                      </a:cxn>
                      <a:cxn ang="0">
                        <a:pos x="135" y="943"/>
                      </a:cxn>
                      <a:cxn ang="0">
                        <a:pos x="437" y="504"/>
                      </a:cxn>
                      <a:cxn ang="0">
                        <a:pos x="831" y="118"/>
                      </a:cxn>
                      <a:cxn ang="0">
                        <a:pos x="741" y="129"/>
                      </a:cxn>
                      <a:cxn ang="0">
                        <a:pos x="741" y="129"/>
                      </a:cxn>
                    </a:cxnLst>
                    <a:rect l="0" t="0" r="r" b="b"/>
                    <a:pathLst>
                      <a:path w="1064" h="1230">
                        <a:moveTo>
                          <a:pt x="741" y="129"/>
                        </a:moveTo>
                        <a:lnTo>
                          <a:pt x="485" y="352"/>
                        </a:lnTo>
                        <a:lnTo>
                          <a:pt x="163" y="762"/>
                        </a:lnTo>
                        <a:lnTo>
                          <a:pt x="0" y="1101"/>
                        </a:lnTo>
                        <a:lnTo>
                          <a:pt x="59" y="1230"/>
                        </a:lnTo>
                        <a:lnTo>
                          <a:pt x="262" y="1201"/>
                        </a:lnTo>
                        <a:lnTo>
                          <a:pt x="578" y="914"/>
                        </a:lnTo>
                        <a:lnTo>
                          <a:pt x="876" y="534"/>
                        </a:lnTo>
                        <a:lnTo>
                          <a:pt x="1034" y="270"/>
                        </a:lnTo>
                        <a:lnTo>
                          <a:pt x="1064" y="84"/>
                        </a:lnTo>
                        <a:lnTo>
                          <a:pt x="977" y="0"/>
                        </a:lnTo>
                        <a:lnTo>
                          <a:pt x="836" y="65"/>
                        </a:lnTo>
                        <a:lnTo>
                          <a:pt x="969" y="107"/>
                        </a:lnTo>
                        <a:lnTo>
                          <a:pt x="876" y="352"/>
                        </a:lnTo>
                        <a:lnTo>
                          <a:pt x="690" y="656"/>
                        </a:lnTo>
                        <a:lnTo>
                          <a:pt x="350" y="1008"/>
                        </a:lnTo>
                        <a:lnTo>
                          <a:pt x="116" y="1114"/>
                        </a:lnTo>
                        <a:lnTo>
                          <a:pt x="135" y="943"/>
                        </a:lnTo>
                        <a:lnTo>
                          <a:pt x="437" y="504"/>
                        </a:lnTo>
                        <a:lnTo>
                          <a:pt x="831" y="118"/>
                        </a:lnTo>
                        <a:lnTo>
                          <a:pt x="741" y="129"/>
                        </a:lnTo>
                        <a:lnTo>
                          <a:pt x="741" y="1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2096" name="Freeform 48"/>
                  <p:cNvSpPr>
                    <a:spLocks/>
                  </p:cNvSpPr>
                  <p:nvPr/>
                </p:nvSpPr>
                <p:spPr bwMode="auto">
                  <a:xfrm rot="-3172564">
                    <a:off x="4858" y="182"/>
                    <a:ext cx="505" cy="898"/>
                  </a:xfrm>
                  <a:custGeom>
                    <a:avLst/>
                    <a:gdLst/>
                    <a:ahLst/>
                    <a:cxnLst>
                      <a:cxn ang="0">
                        <a:pos x="1941" y="0"/>
                      </a:cxn>
                      <a:cxn ang="0">
                        <a:pos x="0" y="2521"/>
                      </a:cxn>
                      <a:cxn ang="0">
                        <a:pos x="192" y="2450"/>
                      </a:cxn>
                      <a:cxn ang="0">
                        <a:pos x="2002" y="61"/>
                      </a:cxn>
                      <a:cxn ang="0">
                        <a:pos x="1941" y="0"/>
                      </a:cxn>
                      <a:cxn ang="0">
                        <a:pos x="1941" y="0"/>
                      </a:cxn>
                    </a:cxnLst>
                    <a:rect l="0" t="0" r="r" b="b"/>
                    <a:pathLst>
                      <a:path w="2002" h="2521">
                        <a:moveTo>
                          <a:pt x="1941" y="0"/>
                        </a:moveTo>
                        <a:lnTo>
                          <a:pt x="0" y="2521"/>
                        </a:lnTo>
                        <a:lnTo>
                          <a:pt x="192" y="2450"/>
                        </a:lnTo>
                        <a:lnTo>
                          <a:pt x="2002" y="61"/>
                        </a:lnTo>
                        <a:lnTo>
                          <a:pt x="1941" y="0"/>
                        </a:lnTo>
                        <a:lnTo>
                          <a:pt x="1941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2097" name="Freeform 49"/>
                  <p:cNvSpPr>
                    <a:spLocks/>
                  </p:cNvSpPr>
                  <p:nvPr/>
                </p:nvSpPr>
                <p:spPr bwMode="auto">
                  <a:xfrm rot="-3172564">
                    <a:off x="4903" y="-19"/>
                    <a:ext cx="758" cy="1344"/>
                  </a:xfrm>
                  <a:custGeom>
                    <a:avLst/>
                    <a:gdLst/>
                    <a:ahLst/>
                    <a:cxnLst>
                      <a:cxn ang="0">
                        <a:pos x="95" y="2844"/>
                      </a:cxn>
                      <a:cxn ang="0">
                        <a:pos x="394" y="2834"/>
                      </a:cxn>
                      <a:cxn ang="0">
                        <a:pos x="821" y="3009"/>
                      </a:cxn>
                      <a:cxn ang="0">
                        <a:pos x="681" y="2817"/>
                      </a:cxn>
                      <a:cxn ang="0">
                        <a:pos x="367" y="2703"/>
                      </a:cxn>
                      <a:cxn ang="0">
                        <a:pos x="637" y="2720"/>
                      </a:cxn>
                      <a:cxn ang="0">
                        <a:pos x="979" y="2870"/>
                      </a:cxn>
                      <a:cxn ang="0">
                        <a:pos x="2859" y="420"/>
                      </a:cxn>
                      <a:cxn ang="0">
                        <a:pos x="2578" y="148"/>
                      </a:cxn>
                      <a:cxn ang="0">
                        <a:pos x="2308" y="0"/>
                      </a:cxn>
                      <a:cxn ang="0">
                        <a:pos x="2692" y="78"/>
                      </a:cxn>
                      <a:cxn ang="0">
                        <a:pos x="3007" y="428"/>
                      </a:cxn>
                      <a:cxn ang="0">
                        <a:pos x="831" y="3273"/>
                      </a:cxn>
                      <a:cxn ang="0">
                        <a:pos x="481" y="3412"/>
                      </a:cxn>
                      <a:cxn ang="0">
                        <a:pos x="105" y="3771"/>
                      </a:cxn>
                      <a:cxn ang="0">
                        <a:pos x="0" y="3667"/>
                      </a:cxn>
                      <a:cxn ang="0">
                        <a:pos x="131" y="3631"/>
                      </a:cxn>
                      <a:cxn ang="0">
                        <a:pos x="376" y="3385"/>
                      </a:cxn>
                      <a:cxn ang="0">
                        <a:pos x="165" y="3273"/>
                      </a:cxn>
                      <a:cxn ang="0">
                        <a:pos x="165" y="3176"/>
                      </a:cxn>
                      <a:cxn ang="0">
                        <a:pos x="411" y="3298"/>
                      </a:cxn>
                      <a:cxn ang="0">
                        <a:pos x="411" y="3186"/>
                      </a:cxn>
                      <a:cxn ang="0">
                        <a:pos x="603" y="3220"/>
                      </a:cxn>
                      <a:cxn ang="0">
                        <a:pos x="428" y="3079"/>
                      </a:cxn>
                      <a:cxn ang="0">
                        <a:pos x="629" y="3062"/>
                      </a:cxn>
                      <a:cxn ang="0">
                        <a:pos x="95" y="2844"/>
                      </a:cxn>
                      <a:cxn ang="0">
                        <a:pos x="95" y="2844"/>
                      </a:cxn>
                    </a:cxnLst>
                    <a:rect l="0" t="0" r="r" b="b"/>
                    <a:pathLst>
                      <a:path w="3007" h="3771">
                        <a:moveTo>
                          <a:pt x="95" y="2844"/>
                        </a:moveTo>
                        <a:lnTo>
                          <a:pt x="394" y="2834"/>
                        </a:lnTo>
                        <a:lnTo>
                          <a:pt x="821" y="3009"/>
                        </a:lnTo>
                        <a:lnTo>
                          <a:pt x="681" y="2817"/>
                        </a:lnTo>
                        <a:lnTo>
                          <a:pt x="367" y="2703"/>
                        </a:lnTo>
                        <a:lnTo>
                          <a:pt x="637" y="2720"/>
                        </a:lnTo>
                        <a:lnTo>
                          <a:pt x="979" y="2870"/>
                        </a:lnTo>
                        <a:lnTo>
                          <a:pt x="2859" y="420"/>
                        </a:lnTo>
                        <a:lnTo>
                          <a:pt x="2578" y="148"/>
                        </a:lnTo>
                        <a:lnTo>
                          <a:pt x="2308" y="0"/>
                        </a:lnTo>
                        <a:lnTo>
                          <a:pt x="2692" y="78"/>
                        </a:lnTo>
                        <a:lnTo>
                          <a:pt x="3007" y="428"/>
                        </a:lnTo>
                        <a:lnTo>
                          <a:pt x="831" y="3273"/>
                        </a:lnTo>
                        <a:lnTo>
                          <a:pt x="481" y="3412"/>
                        </a:lnTo>
                        <a:lnTo>
                          <a:pt x="105" y="3771"/>
                        </a:lnTo>
                        <a:lnTo>
                          <a:pt x="0" y="3667"/>
                        </a:lnTo>
                        <a:lnTo>
                          <a:pt x="131" y="3631"/>
                        </a:lnTo>
                        <a:lnTo>
                          <a:pt x="376" y="3385"/>
                        </a:lnTo>
                        <a:lnTo>
                          <a:pt x="165" y="3273"/>
                        </a:lnTo>
                        <a:lnTo>
                          <a:pt x="165" y="3176"/>
                        </a:lnTo>
                        <a:lnTo>
                          <a:pt x="411" y="3298"/>
                        </a:lnTo>
                        <a:lnTo>
                          <a:pt x="411" y="3186"/>
                        </a:lnTo>
                        <a:lnTo>
                          <a:pt x="603" y="3220"/>
                        </a:lnTo>
                        <a:lnTo>
                          <a:pt x="428" y="3079"/>
                        </a:lnTo>
                        <a:lnTo>
                          <a:pt x="629" y="3062"/>
                        </a:lnTo>
                        <a:lnTo>
                          <a:pt x="95" y="2844"/>
                        </a:lnTo>
                        <a:lnTo>
                          <a:pt x="95" y="284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2098" name="Freeform 50"/>
                  <p:cNvSpPr>
                    <a:spLocks/>
                  </p:cNvSpPr>
                  <p:nvPr/>
                </p:nvSpPr>
                <p:spPr bwMode="auto">
                  <a:xfrm rot="-3172564">
                    <a:off x="5297" y="897"/>
                    <a:ext cx="169" cy="122"/>
                  </a:xfrm>
                  <a:custGeom>
                    <a:avLst/>
                    <a:gdLst/>
                    <a:ahLst/>
                    <a:cxnLst>
                      <a:cxn ang="0">
                        <a:pos x="0" y="80"/>
                      </a:cxn>
                      <a:cxn ang="0">
                        <a:pos x="255" y="106"/>
                      </a:cxn>
                      <a:cxn ang="0">
                        <a:pos x="639" y="342"/>
                      </a:cxn>
                      <a:cxn ang="0">
                        <a:pos x="673" y="289"/>
                      </a:cxn>
                      <a:cxn ang="0">
                        <a:pos x="447" y="114"/>
                      </a:cxn>
                      <a:cxn ang="0">
                        <a:pos x="26" y="0"/>
                      </a:cxn>
                      <a:cxn ang="0">
                        <a:pos x="0" y="80"/>
                      </a:cxn>
                      <a:cxn ang="0">
                        <a:pos x="0" y="80"/>
                      </a:cxn>
                    </a:cxnLst>
                    <a:rect l="0" t="0" r="r" b="b"/>
                    <a:pathLst>
                      <a:path w="673" h="342">
                        <a:moveTo>
                          <a:pt x="0" y="80"/>
                        </a:moveTo>
                        <a:lnTo>
                          <a:pt x="255" y="106"/>
                        </a:lnTo>
                        <a:lnTo>
                          <a:pt x="639" y="342"/>
                        </a:lnTo>
                        <a:lnTo>
                          <a:pt x="673" y="289"/>
                        </a:lnTo>
                        <a:lnTo>
                          <a:pt x="447" y="114"/>
                        </a:lnTo>
                        <a:lnTo>
                          <a:pt x="26" y="0"/>
                        </a:lnTo>
                        <a:lnTo>
                          <a:pt x="0" y="80"/>
                        </a:lnTo>
                        <a:lnTo>
                          <a:pt x="0" y="8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2099" name="Freeform 51"/>
                  <p:cNvSpPr>
                    <a:spLocks/>
                  </p:cNvSpPr>
                  <p:nvPr/>
                </p:nvSpPr>
                <p:spPr bwMode="auto">
                  <a:xfrm rot="-3172564">
                    <a:off x="5253" y="806"/>
                    <a:ext cx="181" cy="144"/>
                  </a:xfrm>
                  <a:custGeom>
                    <a:avLst/>
                    <a:gdLst/>
                    <a:ahLst/>
                    <a:cxnLst>
                      <a:cxn ang="0">
                        <a:pos x="0" y="78"/>
                      </a:cxn>
                      <a:cxn ang="0">
                        <a:pos x="340" y="148"/>
                      </a:cxn>
                      <a:cxn ang="0">
                        <a:pos x="638" y="403"/>
                      </a:cxn>
                      <a:cxn ang="0">
                        <a:pos x="716" y="296"/>
                      </a:cxn>
                      <a:cxn ang="0">
                        <a:pos x="420" y="114"/>
                      </a:cxn>
                      <a:cxn ang="0">
                        <a:pos x="70" y="0"/>
                      </a:cxn>
                      <a:cxn ang="0">
                        <a:pos x="0" y="78"/>
                      </a:cxn>
                      <a:cxn ang="0">
                        <a:pos x="0" y="78"/>
                      </a:cxn>
                    </a:cxnLst>
                    <a:rect l="0" t="0" r="r" b="b"/>
                    <a:pathLst>
                      <a:path w="716" h="403">
                        <a:moveTo>
                          <a:pt x="0" y="78"/>
                        </a:moveTo>
                        <a:lnTo>
                          <a:pt x="340" y="148"/>
                        </a:lnTo>
                        <a:lnTo>
                          <a:pt x="638" y="403"/>
                        </a:lnTo>
                        <a:lnTo>
                          <a:pt x="716" y="296"/>
                        </a:lnTo>
                        <a:lnTo>
                          <a:pt x="420" y="114"/>
                        </a:lnTo>
                        <a:lnTo>
                          <a:pt x="70" y="0"/>
                        </a:lnTo>
                        <a:lnTo>
                          <a:pt x="0" y="78"/>
                        </a:lnTo>
                        <a:lnTo>
                          <a:pt x="0" y="7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2100" name="Freeform 52"/>
                  <p:cNvSpPr>
                    <a:spLocks/>
                  </p:cNvSpPr>
                  <p:nvPr/>
                </p:nvSpPr>
                <p:spPr bwMode="auto">
                  <a:xfrm rot="-3172564">
                    <a:off x="4985" y="210"/>
                    <a:ext cx="181" cy="147"/>
                  </a:xfrm>
                  <a:custGeom>
                    <a:avLst/>
                    <a:gdLst/>
                    <a:ahLst/>
                    <a:cxnLst>
                      <a:cxn ang="0">
                        <a:pos x="0" y="78"/>
                      </a:cxn>
                      <a:cxn ang="0">
                        <a:pos x="316" y="139"/>
                      </a:cxn>
                      <a:cxn ang="0">
                        <a:pos x="649" y="411"/>
                      </a:cxn>
                      <a:cxn ang="0">
                        <a:pos x="717" y="314"/>
                      </a:cxn>
                      <a:cxn ang="0">
                        <a:pos x="394" y="87"/>
                      </a:cxn>
                      <a:cxn ang="0">
                        <a:pos x="54" y="0"/>
                      </a:cxn>
                      <a:cxn ang="0">
                        <a:pos x="0" y="78"/>
                      </a:cxn>
                      <a:cxn ang="0">
                        <a:pos x="0" y="78"/>
                      </a:cxn>
                    </a:cxnLst>
                    <a:rect l="0" t="0" r="r" b="b"/>
                    <a:pathLst>
                      <a:path w="717" h="411">
                        <a:moveTo>
                          <a:pt x="0" y="78"/>
                        </a:moveTo>
                        <a:lnTo>
                          <a:pt x="316" y="139"/>
                        </a:lnTo>
                        <a:lnTo>
                          <a:pt x="649" y="411"/>
                        </a:lnTo>
                        <a:lnTo>
                          <a:pt x="717" y="314"/>
                        </a:lnTo>
                        <a:lnTo>
                          <a:pt x="394" y="87"/>
                        </a:lnTo>
                        <a:lnTo>
                          <a:pt x="54" y="0"/>
                        </a:lnTo>
                        <a:lnTo>
                          <a:pt x="0" y="78"/>
                        </a:lnTo>
                        <a:lnTo>
                          <a:pt x="0" y="7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2101" name="Freeform 53"/>
                  <p:cNvSpPr>
                    <a:spLocks/>
                  </p:cNvSpPr>
                  <p:nvPr/>
                </p:nvSpPr>
                <p:spPr bwMode="auto">
                  <a:xfrm rot="-3172564">
                    <a:off x="4948" y="142"/>
                    <a:ext cx="179" cy="138"/>
                  </a:xfrm>
                  <a:custGeom>
                    <a:avLst/>
                    <a:gdLst/>
                    <a:ahLst/>
                    <a:cxnLst>
                      <a:cxn ang="0">
                        <a:pos x="0" y="88"/>
                      </a:cxn>
                      <a:cxn ang="0">
                        <a:pos x="272" y="131"/>
                      </a:cxn>
                      <a:cxn ang="0">
                        <a:pos x="665" y="386"/>
                      </a:cxn>
                      <a:cxn ang="0">
                        <a:pos x="709" y="308"/>
                      </a:cxn>
                      <a:cxn ang="0">
                        <a:pos x="306" y="53"/>
                      </a:cxn>
                      <a:cxn ang="0">
                        <a:pos x="43" y="0"/>
                      </a:cxn>
                      <a:cxn ang="0">
                        <a:pos x="0" y="88"/>
                      </a:cxn>
                      <a:cxn ang="0">
                        <a:pos x="0" y="88"/>
                      </a:cxn>
                    </a:cxnLst>
                    <a:rect l="0" t="0" r="r" b="b"/>
                    <a:pathLst>
                      <a:path w="709" h="386">
                        <a:moveTo>
                          <a:pt x="0" y="88"/>
                        </a:moveTo>
                        <a:lnTo>
                          <a:pt x="272" y="131"/>
                        </a:lnTo>
                        <a:lnTo>
                          <a:pt x="665" y="386"/>
                        </a:lnTo>
                        <a:lnTo>
                          <a:pt x="709" y="308"/>
                        </a:lnTo>
                        <a:lnTo>
                          <a:pt x="306" y="53"/>
                        </a:lnTo>
                        <a:lnTo>
                          <a:pt x="43" y="0"/>
                        </a:lnTo>
                        <a:lnTo>
                          <a:pt x="0" y="88"/>
                        </a:lnTo>
                        <a:lnTo>
                          <a:pt x="0" y="8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  <p:sp>
            <p:nvSpPr>
              <p:cNvPr id="2102" name="Line 54"/>
              <p:cNvSpPr>
                <a:spLocks noChangeShapeType="1"/>
              </p:cNvSpPr>
              <p:nvPr/>
            </p:nvSpPr>
            <p:spPr bwMode="auto">
              <a:xfrm>
                <a:off x="4870" y="84"/>
                <a:ext cx="42" cy="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ru-RU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2934 -0.3956 C -0.20764 -0.43657 -0.16927 -0.49491 -0.12361 -0.49491 C -0.05591 -0.49491 -0.00087 -0.4338 -0.00087 -0.35741 C -0.00087 -0.33218 -0.0066 -0.30949 -0.01771 -0.28912 C -0.01563 -0.28912 -0.22934 0.01667 -0.22934 0.01944 C -0.22934 0.01667 -0.44341 -0.28912 -0.4415 -0.28912 C -0.45243 -0.30949 -0.45764 -0.33218 -0.45764 -0.35741 C -0.45764 -0.4338 -0.40313 -0.49491 -0.33351 -0.49491 C -0.28976 -0.49491 -0.25139 -0.43657 -0.22934 -0.3956 Z " pathEditMode="relative" rAng="0" ptsTypes="fffffffff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Волна 105"/>
          <p:cNvSpPr/>
          <p:nvPr/>
        </p:nvSpPr>
        <p:spPr>
          <a:xfrm>
            <a:off x="357158" y="2714620"/>
            <a:ext cx="7786742" cy="1928826"/>
          </a:xfrm>
          <a:prstGeom prst="wave">
            <a:avLst>
              <a:gd name="adj1" fmla="val 20000"/>
              <a:gd name="adj2" fmla="val 0"/>
            </a:avLst>
          </a:prstGeom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5" name="Волна 104"/>
          <p:cNvSpPr/>
          <p:nvPr/>
        </p:nvSpPr>
        <p:spPr>
          <a:xfrm>
            <a:off x="285720" y="285728"/>
            <a:ext cx="7643866" cy="1928826"/>
          </a:xfrm>
          <a:prstGeom prst="wave">
            <a:avLst>
              <a:gd name="adj1" fmla="val 2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4" name="Picture 2" descr="C:\Program Files\Microsoft Office\MEDIA\CAGCAT10\j0212957.wm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00760" y="785794"/>
            <a:ext cx="1830629" cy="1149401"/>
          </a:xfrm>
          <a:prstGeom prst="rect">
            <a:avLst/>
          </a:prstGeom>
          <a:noFill/>
        </p:spPr>
      </p:pic>
      <p:grpSp>
        <p:nvGrpSpPr>
          <p:cNvPr id="81" name="Группа 80"/>
          <p:cNvGrpSpPr/>
          <p:nvPr/>
        </p:nvGrpSpPr>
        <p:grpSpPr>
          <a:xfrm>
            <a:off x="6143636" y="3571876"/>
            <a:ext cx="1827212" cy="833438"/>
            <a:chOff x="6215063" y="2714625"/>
            <a:chExt cx="1827212" cy="833438"/>
          </a:xfrm>
        </p:grpSpPr>
        <p:sp>
          <p:nvSpPr>
            <p:cNvPr id="3077" name="AutoShape 5"/>
            <p:cNvSpPr>
              <a:spLocks noChangeAspect="1" noChangeArrowheads="1" noTextEdit="1"/>
            </p:cNvSpPr>
            <p:nvPr/>
          </p:nvSpPr>
          <p:spPr bwMode="auto">
            <a:xfrm>
              <a:off x="6215063" y="2714625"/>
              <a:ext cx="1827212" cy="833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80" name="Freeform 8"/>
            <p:cNvSpPr>
              <a:spLocks/>
            </p:cNvSpPr>
            <p:nvPr/>
          </p:nvSpPr>
          <p:spPr bwMode="auto">
            <a:xfrm>
              <a:off x="6234113" y="3057525"/>
              <a:ext cx="1782762" cy="404813"/>
            </a:xfrm>
            <a:custGeom>
              <a:avLst/>
              <a:gdLst/>
              <a:ahLst/>
              <a:cxnLst>
                <a:cxn ang="0">
                  <a:pos x="211" y="274"/>
                </a:cxn>
                <a:cxn ang="0">
                  <a:pos x="120" y="297"/>
                </a:cxn>
                <a:cxn ang="0">
                  <a:pos x="0" y="335"/>
                </a:cxn>
                <a:cxn ang="0">
                  <a:pos x="37" y="335"/>
                </a:cxn>
                <a:cxn ang="0">
                  <a:pos x="98" y="335"/>
                </a:cxn>
                <a:cxn ang="0">
                  <a:pos x="302" y="388"/>
                </a:cxn>
                <a:cxn ang="0">
                  <a:pos x="203" y="411"/>
                </a:cxn>
                <a:cxn ang="0">
                  <a:pos x="279" y="442"/>
                </a:cxn>
                <a:cxn ang="0">
                  <a:pos x="385" y="457"/>
                </a:cxn>
                <a:cxn ang="0">
                  <a:pos x="528" y="425"/>
                </a:cxn>
                <a:cxn ang="0">
                  <a:pos x="717" y="472"/>
                </a:cxn>
                <a:cxn ang="0">
                  <a:pos x="671" y="502"/>
                </a:cxn>
                <a:cxn ang="0">
                  <a:pos x="739" y="510"/>
                </a:cxn>
                <a:cxn ang="0">
                  <a:pos x="1034" y="442"/>
                </a:cxn>
                <a:cxn ang="0">
                  <a:pos x="934" y="411"/>
                </a:cxn>
                <a:cxn ang="0">
                  <a:pos x="1010" y="403"/>
                </a:cxn>
                <a:cxn ang="0">
                  <a:pos x="1100" y="442"/>
                </a:cxn>
                <a:cxn ang="0">
                  <a:pos x="1229" y="425"/>
                </a:cxn>
                <a:cxn ang="0">
                  <a:pos x="1372" y="365"/>
                </a:cxn>
                <a:cxn ang="0">
                  <a:pos x="1282" y="326"/>
                </a:cxn>
                <a:cxn ang="0">
                  <a:pos x="1380" y="312"/>
                </a:cxn>
                <a:cxn ang="0">
                  <a:pos x="1727" y="244"/>
                </a:cxn>
                <a:cxn ang="0">
                  <a:pos x="1923" y="182"/>
                </a:cxn>
                <a:cxn ang="0">
                  <a:pos x="2014" y="206"/>
                </a:cxn>
                <a:cxn ang="0">
                  <a:pos x="2074" y="206"/>
                </a:cxn>
                <a:cxn ang="0">
                  <a:pos x="2247" y="152"/>
                </a:cxn>
                <a:cxn ang="0">
                  <a:pos x="1998" y="0"/>
                </a:cxn>
                <a:cxn ang="0">
                  <a:pos x="1244" y="99"/>
                </a:cxn>
                <a:cxn ang="0">
                  <a:pos x="219" y="206"/>
                </a:cxn>
                <a:cxn ang="0">
                  <a:pos x="211" y="274"/>
                </a:cxn>
              </a:cxnLst>
              <a:rect l="0" t="0" r="r" b="b"/>
              <a:pathLst>
                <a:path w="2247" h="510">
                  <a:moveTo>
                    <a:pt x="211" y="274"/>
                  </a:moveTo>
                  <a:lnTo>
                    <a:pt x="120" y="297"/>
                  </a:lnTo>
                  <a:lnTo>
                    <a:pt x="0" y="335"/>
                  </a:lnTo>
                  <a:lnTo>
                    <a:pt x="37" y="335"/>
                  </a:lnTo>
                  <a:lnTo>
                    <a:pt x="98" y="335"/>
                  </a:lnTo>
                  <a:lnTo>
                    <a:pt x="302" y="388"/>
                  </a:lnTo>
                  <a:lnTo>
                    <a:pt x="203" y="411"/>
                  </a:lnTo>
                  <a:lnTo>
                    <a:pt x="279" y="442"/>
                  </a:lnTo>
                  <a:lnTo>
                    <a:pt x="385" y="457"/>
                  </a:lnTo>
                  <a:lnTo>
                    <a:pt x="528" y="425"/>
                  </a:lnTo>
                  <a:lnTo>
                    <a:pt x="717" y="472"/>
                  </a:lnTo>
                  <a:lnTo>
                    <a:pt x="671" y="502"/>
                  </a:lnTo>
                  <a:lnTo>
                    <a:pt x="739" y="510"/>
                  </a:lnTo>
                  <a:lnTo>
                    <a:pt x="1034" y="442"/>
                  </a:lnTo>
                  <a:lnTo>
                    <a:pt x="934" y="411"/>
                  </a:lnTo>
                  <a:lnTo>
                    <a:pt x="1010" y="403"/>
                  </a:lnTo>
                  <a:lnTo>
                    <a:pt x="1100" y="442"/>
                  </a:lnTo>
                  <a:lnTo>
                    <a:pt x="1229" y="425"/>
                  </a:lnTo>
                  <a:lnTo>
                    <a:pt x="1372" y="365"/>
                  </a:lnTo>
                  <a:lnTo>
                    <a:pt x="1282" y="326"/>
                  </a:lnTo>
                  <a:lnTo>
                    <a:pt x="1380" y="312"/>
                  </a:lnTo>
                  <a:lnTo>
                    <a:pt x="1727" y="244"/>
                  </a:lnTo>
                  <a:lnTo>
                    <a:pt x="1923" y="182"/>
                  </a:lnTo>
                  <a:lnTo>
                    <a:pt x="2014" y="206"/>
                  </a:lnTo>
                  <a:lnTo>
                    <a:pt x="2074" y="206"/>
                  </a:lnTo>
                  <a:lnTo>
                    <a:pt x="2247" y="152"/>
                  </a:lnTo>
                  <a:lnTo>
                    <a:pt x="1998" y="0"/>
                  </a:lnTo>
                  <a:lnTo>
                    <a:pt x="1244" y="99"/>
                  </a:lnTo>
                  <a:lnTo>
                    <a:pt x="219" y="206"/>
                  </a:lnTo>
                  <a:lnTo>
                    <a:pt x="211" y="274"/>
                  </a:lnTo>
                  <a:close/>
                </a:path>
              </a:pathLst>
            </a:custGeom>
            <a:solidFill>
              <a:srgbClr val="007F7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81" name="Freeform 9"/>
            <p:cNvSpPr>
              <a:spLocks/>
            </p:cNvSpPr>
            <p:nvPr/>
          </p:nvSpPr>
          <p:spPr bwMode="auto">
            <a:xfrm>
              <a:off x="6496050" y="3008313"/>
              <a:ext cx="138112" cy="206375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114" y="3"/>
                </a:cxn>
                <a:cxn ang="0">
                  <a:pos x="129" y="12"/>
                </a:cxn>
                <a:cxn ang="0">
                  <a:pos x="143" y="25"/>
                </a:cxn>
                <a:cxn ang="0">
                  <a:pos x="154" y="42"/>
                </a:cxn>
                <a:cxn ang="0">
                  <a:pos x="163" y="62"/>
                </a:cxn>
                <a:cxn ang="0">
                  <a:pos x="170" y="85"/>
                </a:cxn>
                <a:cxn ang="0">
                  <a:pos x="174" y="109"/>
                </a:cxn>
                <a:cxn ang="0">
                  <a:pos x="174" y="135"/>
                </a:cxn>
                <a:cxn ang="0">
                  <a:pos x="170" y="162"/>
                </a:cxn>
                <a:cxn ang="0">
                  <a:pos x="163" y="185"/>
                </a:cxn>
                <a:cxn ang="0">
                  <a:pos x="154" y="207"/>
                </a:cxn>
                <a:cxn ang="0">
                  <a:pos x="142" y="225"/>
                </a:cxn>
                <a:cxn ang="0">
                  <a:pos x="128" y="240"/>
                </a:cxn>
                <a:cxn ang="0">
                  <a:pos x="113" y="252"/>
                </a:cxn>
                <a:cxn ang="0">
                  <a:pos x="95" y="259"/>
                </a:cxn>
                <a:cxn ang="0">
                  <a:pos x="78" y="260"/>
                </a:cxn>
                <a:cxn ang="0">
                  <a:pos x="61" y="256"/>
                </a:cxn>
                <a:cxn ang="0">
                  <a:pos x="45" y="247"/>
                </a:cxn>
                <a:cxn ang="0">
                  <a:pos x="31" y="234"/>
                </a:cxn>
                <a:cxn ang="0">
                  <a:pos x="19" y="217"/>
                </a:cxn>
                <a:cxn ang="0">
                  <a:pos x="10" y="198"/>
                </a:cxn>
                <a:cxn ang="0">
                  <a:pos x="3" y="175"/>
                </a:cxn>
                <a:cxn ang="0">
                  <a:pos x="0" y="149"/>
                </a:cxn>
                <a:cxn ang="0">
                  <a:pos x="0" y="123"/>
                </a:cxn>
                <a:cxn ang="0">
                  <a:pos x="3" y="96"/>
                </a:cxn>
                <a:cxn ang="0">
                  <a:pos x="10" y="73"/>
                </a:cxn>
                <a:cxn ang="0">
                  <a:pos x="21" y="51"/>
                </a:cxn>
                <a:cxn ang="0">
                  <a:pos x="32" y="33"/>
                </a:cxn>
                <a:cxn ang="0">
                  <a:pos x="46" y="18"/>
                </a:cxn>
                <a:cxn ang="0">
                  <a:pos x="62" y="8"/>
                </a:cxn>
                <a:cxn ang="0">
                  <a:pos x="79" y="1"/>
                </a:cxn>
                <a:cxn ang="0">
                  <a:pos x="97" y="0"/>
                </a:cxn>
              </a:cxnLst>
              <a:rect l="0" t="0" r="r" b="b"/>
              <a:pathLst>
                <a:path w="174" h="260">
                  <a:moveTo>
                    <a:pt x="97" y="0"/>
                  </a:moveTo>
                  <a:lnTo>
                    <a:pt x="114" y="3"/>
                  </a:lnTo>
                  <a:lnTo>
                    <a:pt x="129" y="12"/>
                  </a:lnTo>
                  <a:lnTo>
                    <a:pt x="143" y="25"/>
                  </a:lnTo>
                  <a:lnTo>
                    <a:pt x="154" y="42"/>
                  </a:lnTo>
                  <a:lnTo>
                    <a:pt x="163" y="62"/>
                  </a:lnTo>
                  <a:lnTo>
                    <a:pt x="170" y="85"/>
                  </a:lnTo>
                  <a:lnTo>
                    <a:pt x="174" y="109"/>
                  </a:lnTo>
                  <a:lnTo>
                    <a:pt x="174" y="135"/>
                  </a:lnTo>
                  <a:lnTo>
                    <a:pt x="170" y="162"/>
                  </a:lnTo>
                  <a:lnTo>
                    <a:pt x="163" y="185"/>
                  </a:lnTo>
                  <a:lnTo>
                    <a:pt x="154" y="207"/>
                  </a:lnTo>
                  <a:lnTo>
                    <a:pt x="142" y="225"/>
                  </a:lnTo>
                  <a:lnTo>
                    <a:pt x="128" y="240"/>
                  </a:lnTo>
                  <a:lnTo>
                    <a:pt x="113" y="252"/>
                  </a:lnTo>
                  <a:lnTo>
                    <a:pt x="95" y="259"/>
                  </a:lnTo>
                  <a:lnTo>
                    <a:pt x="78" y="260"/>
                  </a:lnTo>
                  <a:lnTo>
                    <a:pt x="61" y="256"/>
                  </a:lnTo>
                  <a:lnTo>
                    <a:pt x="45" y="247"/>
                  </a:lnTo>
                  <a:lnTo>
                    <a:pt x="31" y="234"/>
                  </a:lnTo>
                  <a:lnTo>
                    <a:pt x="19" y="217"/>
                  </a:lnTo>
                  <a:lnTo>
                    <a:pt x="10" y="198"/>
                  </a:lnTo>
                  <a:lnTo>
                    <a:pt x="3" y="175"/>
                  </a:lnTo>
                  <a:lnTo>
                    <a:pt x="0" y="149"/>
                  </a:lnTo>
                  <a:lnTo>
                    <a:pt x="0" y="123"/>
                  </a:lnTo>
                  <a:lnTo>
                    <a:pt x="3" y="96"/>
                  </a:lnTo>
                  <a:lnTo>
                    <a:pt x="10" y="73"/>
                  </a:lnTo>
                  <a:lnTo>
                    <a:pt x="21" y="51"/>
                  </a:lnTo>
                  <a:lnTo>
                    <a:pt x="32" y="33"/>
                  </a:lnTo>
                  <a:lnTo>
                    <a:pt x="46" y="18"/>
                  </a:lnTo>
                  <a:lnTo>
                    <a:pt x="62" y="8"/>
                  </a:lnTo>
                  <a:lnTo>
                    <a:pt x="79" y="1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877F6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82" name="Freeform 10"/>
            <p:cNvSpPr>
              <a:spLocks/>
            </p:cNvSpPr>
            <p:nvPr/>
          </p:nvSpPr>
          <p:spPr bwMode="auto">
            <a:xfrm>
              <a:off x="6362700" y="2928938"/>
              <a:ext cx="300037" cy="325438"/>
            </a:xfrm>
            <a:custGeom>
              <a:avLst/>
              <a:gdLst/>
              <a:ahLst/>
              <a:cxnLst>
                <a:cxn ang="0">
                  <a:pos x="143" y="0"/>
                </a:cxn>
                <a:cxn ang="0">
                  <a:pos x="290" y="23"/>
                </a:cxn>
                <a:cxn ang="0">
                  <a:pos x="310" y="36"/>
                </a:cxn>
                <a:cxn ang="0">
                  <a:pos x="328" y="50"/>
                </a:cxn>
                <a:cxn ang="0">
                  <a:pos x="342" y="66"/>
                </a:cxn>
                <a:cxn ang="0">
                  <a:pos x="354" y="83"/>
                </a:cxn>
                <a:cxn ang="0">
                  <a:pos x="363" y="103"/>
                </a:cxn>
                <a:cxn ang="0">
                  <a:pos x="371" y="122"/>
                </a:cxn>
                <a:cxn ang="0">
                  <a:pos x="376" y="145"/>
                </a:cxn>
                <a:cxn ang="0">
                  <a:pos x="380" y="169"/>
                </a:cxn>
                <a:cxn ang="0">
                  <a:pos x="380" y="196"/>
                </a:cxn>
                <a:cxn ang="0">
                  <a:pos x="378" y="221"/>
                </a:cxn>
                <a:cxn ang="0">
                  <a:pos x="376" y="247"/>
                </a:cxn>
                <a:cxn ang="0">
                  <a:pos x="371" y="270"/>
                </a:cxn>
                <a:cxn ang="0">
                  <a:pos x="366" y="292"/>
                </a:cxn>
                <a:cxn ang="0">
                  <a:pos x="358" y="312"/>
                </a:cxn>
                <a:cxn ang="0">
                  <a:pos x="350" y="331"/>
                </a:cxn>
                <a:cxn ang="0">
                  <a:pos x="338" y="348"/>
                </a:cxn>
                <a:cxn ang="0">
                  <a:pos x="327" y="363"/>
                </a:cxn>
                <a:cxn ang="0">
                  <a:pos x="312" y="376"/>
                </a:cxn>
                <a:cxn ang="0">
                  <a:pos x="297" y="387"/>
                </a:cxn>
                <a:cxn ang="0">
                  <a:pos x="279" y="396"/>
                </a:cxn>
                <a:cxn ang="0">
                  <a:pos x="260" y="403"/>
                </a:cxn>
                <a:cxn ang="0">
                  <a:pos x="239" y="409"/>
                </a:cxn>
                <a:cxn ang="0">
                  <a:pos x="216" y="411"/>
                </a:cxn>
                <a:cxn ang="0">
                  <a:pos x="192" y="411"/>
                </a:cxn>
                <a:cxn ang="0">
                  <a:pos x="39" y="372"/>
                </a:cxn>
                <a:cxn ang="0">
                  <a:pos x="24" y="350"/>
                </a:cxn>
                <a:cxn ang="0">
                  <a:pos x="13" y="327"/>
                </a:cxn>
                <a:cxn ang="0">
                  <a:pos x="6" y="306"/>
                </a:cxn>
                <a:cxn ang="0">
                  <a:pos x="3" y="282"/>
                </a:cxn>
                <a:cxn ang="0">
                  <a:pos x="0" y="259"/>
                </a:cxn>
                <a:cxn ang="0">
                  <a:pos x="2" y="235"/>
                </a:cxn>
                <a:cxn ang="0">
                  <a:pos x="3" y="210"/>
                </a:cxn>
                <a:cxn ang="0">
                  <a:pos x="4" y="183"/>
                </a:cxn>
                <a:cxn ang="0">
                  <a:pos x="14" y="152"/>
                </a:cxn>
                <a:cxn ang="0">
                  <a:pos x="25" y="124"/>
                </a:cxn>
                <a:cxn ang="0">
                  <a:pos x="37" y="98"/>
                </a:cxn>
                <a:cxn ang="0">
                  <a:pos x="51" y="74"/>
                </a:cxn>
                <a:cxn ang="0">
                  <a:pos x="68" y="52"/>
                </a:cxn>
                <a:cxn ang="0">
                  <a:pos x="89" y="33"/>
                </a:cxn>
                <a:cxn ang="0">
                  <a:pos x="113" y="15"/>
                </a:cxn>
                <a:cxn ang="0">
                  <a:pos x="143" y="0"/>
                </a:cxn>
              </a:cxnLst>
              <a:rect l="0" t="0" r="r" b="b"/>
              <a:pathLst>
                <a:path w="380" h="411">
                  <a:moveTo>
                    <a:pt x="143" y="0"/>
                  </a:moveTo>
                  <a:lnTo>
                    <a:pt x="290" y="23"/>
                  </a:lnTo>
                  <a:lnTo>
                    <a:pt x="310" y="36"/>
                  </a:lnTo>
                  <a:lnTo>
                    <a:pt x="328" y="50"/>
                  </a:lnTo>
                  <a:lnTo>
                    <a:pt x="342" y="66"/>
                  </a:lnTo>
                  <a:lnTo>
                    <a:pt x="354" y="83"/>
                  </a:lnTo>
                  <a:lnTo>
                    <a:pt x="363" y="103"/>
                  </a:lnTo>
                  <a:lnTo>
                    <a:pt x="371" y="122"/>
                  </a:lnTo>
                  <a:lnTo>
                    <a:pt x="376" y="145"/>
                  </a:lnTo>
                  <a:lnTo>
                    <a:pt x="380" y="169"/>
                  </a:lnTo>
                  <a:lnTo>
                    <a:pt x="380" y="196"/>
                  </a:lnTo>
                  <a:lnTo>
                    <a:pt x="378" y="221"/>
                  </a:lnTo>
                  <a:lnTo>
                    <a:pt x="376" y="247"/>
                  </a:lnTo>
                  <a:lnTo>
                    <a:pt x="371" y="270"/>
                  </a:lnTo>
                  <a:lnTo>
                    <a:pt x="366" y="292"/>
                  </a:lnTo>
                  <a:lnTo>
                    <a:pt x="358" y="312"/>
                  </a:lnTo>
                  <a:lnTo>
                    <a:pt x="350" y="331"/>
                  </a:lnTo>
                  <a:lnTo>
                    <a:pt x="338" y="348"/>
                  </a:lnTo>
                  <a:lnTo>
                    <a:pt x="327" y="363"/>
                  </a:lnTo>
                  <a:lnTo>
                    <a:pt x="312" y="376"/>
                  </a:lnTo>
                  <a:lnTo>
                    <a:pt x="297" y="387"/>
                  </a:lnTo>
                  <a:lnTo>
                    <a:pt x="279" y="396"/>
                  </a:lnTo>
                  <a:lnTo>
                    <a:pt x="260" y="403"/>
                  </a:lnTo>
                  <a:lnTo>
                    <a:pt x="239" y="409"/>
                  </a:lnTo>
                  <a:lnTo>
                    <a:pt x="216" y="411"/>
                  </a:lnTo>
                  <a:lnTo>
                    <a:pt x="192" y="411"/>
                  </a:lnTo>
                  <a:lnTo>
                    <a:pt x="39" y="372"/>
                  </a:lnTo>
                  <a:lnTo>
                    <a:pt x="24" y="350"/>
                  </a:lnTo>
                  <a:lnTo>
                    <a:pt x="13" y="327"/>
                  </a:lnTo>
                  <a:lnTo>
                    <a:pt x="6" y="306"/>
                  </a:lnTo>
                  <a:lnTo>
                    <a:pt x="3" y="282"/>
                  </a:lnTo>
                  <a:lnTo>
                    <a:pt x="0" y="259"/>
                  </a:lnTo>
                  <a:lnTo>
                    <a:pt x="2" y="235"/>
                  </a:lnTo>
                  <a:lnTo>
                    <a:pt x="3" y="210"/>
                  </a:lnTo>
                  <a:lnTo>
                    <a:pt x="4" y="183"/>
                  </a:lnTo>
                  <a:lnTo>
                    <a:pt x="14" y="152"/>
                  </a:lnTo>
                  <a:lnTo>
                    <a:pt x="25" y="124"/>
                  </a:lnTo>
                  <a:lnTo>
                    <a:pt x="37" y="98"/>
                  </a:lnTo>
                  <a:lnTo>
                    <a:pt x="51" y="74"/>
                  </a:lnTo>
                  <a:lnTo>
                    <a:pt x="68" y="52"/>
                  </a:lnTo>
                  <a:lnTo>
                    <a:pt x="89" y="33"/>
                  </a:lnTo>
                  <a:lnTo>
                    <a:pt x="113" y="15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140F0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83" name="Freeform 11"/>
            <p:cNvSpPr>
              <a:spLocks/>
            </p:cNvSpPr>
            <p:nvPr/>
          </p:nvSpPr>
          <p:spPr bwMode="auto">
            <a:xfrm>
              <a:off x="6518275" y="3024188"/>
              <a:ext cx="112712" cy="188913"/>
            </a:xfrm>
            <a:custGeom>
              <a:avLst/>
              <a:gdLst/>
              <a:ahLst/>
              <a:cxnLst>
                <a:cxn ang="0">
                  <a:pos x="66" y="30"/>
                </a:cxn>
                <a:cxn ang="0">
                  <a:pos x="79" y="37"/>
                </a:cxn>
                <a:cxn ang="0">
                  <a:pos x="88" y="46"/>
                </a:cxn>
                <a:cxn ang="0">
                  <a:pos x="94" y="55"/>
                </a:cxn>
                <a:cxn ang="0">
                  <a:pos x="99" y="66"/>
                </a:cxn>
                <a:cxn ang="0">
                  <a:pos x="100" y="77"/>
                </a:cxn>
                <a:cxn ang="0">
                  <a:pos x="101" y="89"/>
                </a:cxn>
                <a:cxn ang="0">
                  <a:pos x="101" y="103"/>
                </a:cxn>
                <a:cxn ang="0">
                  <a:pos x="100" y="116"/>
                </a:cxn>
                <a:cxn ang="0">
                  <a:pos x="92" y="136"/>
                </a:cxn>
                <a:cxn ang="0">
                  <a:pos x="85" y="153"/>
                </a:cxn>
                <a:cxn ang="0">
                  <a:pos x="79" y="167"/>
                </a:cxn>
                <a:cxn ang="0">
                  <a:pos x="72" y="177"/>
                </a:cxn>
                <a:cxn ang="0">
                  <a:pos x="64" y="186"/>
                </a:cxn>
                <a:cxn ang="0">
                  <a:pos x="53" y="191"/>
                </a:cxn>
                <a:cxn ang="0">
                  <a:pos x="36" y="192"/>
                </a:cxn>
                <a:cxn ang="0">
                  <a:pos x="16" y="190"/>
                </a:cxn>
                <a:cxn ang="0">
                  <a:pos x="2" y="174"/>
                </a:cxn>
                <a:cxn ang="0">
                  <a:pos x="0" y="199"/>
                </a:cxn>
                <a:cxn ang="0">
                  <a:pos x="9" y="217"/>
                </a:cxn>
                <a:cxn ang="0">
                  <a:pos x="32" y="238"/>
                </a:cxn>
                <a:cxn ang="0">
                  <a:pos x="53" y="236"/>
                </a:cxn>
                <a:cxn ang="0">
                  <a:pos x="69" y="232"/>
                </a:cxn>
                <a:cxn ang="0">
                  <a:pos x="82" y="225"/>
                </a:cxn>
                <a:cxn ang="0">
                  <a:pos x="93" y="215"/>
                </a:cxn>
                <a:cxn ang="0">
                  <a:pos x="103" y="204"/>
                </a:cxn>
                <a:cxn ang="0">
                  <a:pos x="111" y="190"/>
                </a:cxn>
                <a:cxn ang="0">
                  <a:pos x="120" y="173"/>
                </a:cxn>
                <a:cxn ang="0">
                  <a:pos x="130" y="153"/>
                </a:cxn>
                <a:cxn ang="0">
                  <a:pos x="140" y="101"/>
                </a:cxn>
                <a:cxn ang="0">
                  <a:pos x="141" y="74"/>
                </a:cxn>
                <a:cxn ang="0">
                  <a:pos x="138" y="50"/>
                </a:cxn>
                <a:cxn ang="0">
                  <a:pos x="131" y="29"/>
                </a:cxn>
                <a:cxn ang="0">
                  <a:pos x="119" y="13"/>
                </a:cxn>
                <a:cxn ang="0">
                  <a:pos x="106" y="2"/>
                </a:cxn>
                <a:cxn ang="0">
                  <a:pos x="88" y="0"/>
                </a:cxn>
                <a:cxn ang="0">
                  <a:pos x="69" y="6"/>
                </a:cxn>
                <a:cxn ang="0">
                  <a:pos x="48" y="21"/>
                </a:cxn>
                <a:cxn ang="0">
                  <a:pos x="36" y="32"/>
                </a:cxn>
                <a:cxn ang="0">
                  <a:pos x="66" y="30"/>
                </a:cxn>
              </a:cxnLst>
              <a:rect l="0" t="0" r="r" b="b"/>
              <a:pathLst>
                <a:path w="141" h="238">
                  <a:moveTo>
                    <a:pt x="66" y="30"/>
                  </a:moveTo>
                  <a:lnTo>
                    <a:pt x="79" y="37"/>
                  </a:lnTo>
                  <a:lnTo>
                    <a:pt x="88" y="46"/>
                  </a:lnTo>
                  <a:lnTo>
                    <a:pt x="94" y="55"/>
                  </a:lnTo>
                  <a:lnTo>
                    <a:pt x="99" y="66"/>
                  </a:lnTo>
                  <a:lnTo>
                    <a:pt x="100" y="77"/>
                  </a:lnTo>
                  <a:lnTo>
                    <a:pt x="101" y="89"/>
                  </a:lnTo>
                  <a:lnTo>
                    <a:pt x="101" y="103"/>
                  </a:lnTo>
                  <a:lnTo>
                    <a:pt x="100" y="116"/>
                  </a:lnTo>
                  <a:lnTo>
                    <a:pt x="92" y="136"/>
                  </a:lnTo>
                  <a:lnTo>
                    <a:pt x="85" y="153"/>
                  </a:lnTo>
                  <a:lnTo>
                    <a:pt x="79" y="167"/>
                  </a:lnTo>
                  <a:lnTo>
                    <a:pt x="72" y="177"/>
                  </a:lnTo>
                  <a:lnTo>
                    <a:pt x="64" y="186"/>
                  </a:lnTo>
                  <a:lnTo>
                    <a:pt x="53" y="191"/>
                  </a:lnTo>
                  <a:lnTo>
                    <a:pt x="36" y="192"/>
                  </a:lnTo>
                  <a:lnTo>
                    <a:pt x="16" y="190"/>
                  </a:lnTo>
                  <a:lnTo>
                    <a:pt x="2" y="174"/>
                  </a:lnTo>
                  <a:lnTo>
                    <a:pt x="0" y="199"/>
                  </a:lnTo>
                  <a:lnTo>
                    <a:pt x="9" y="217"/>
                  </a:lnTo>
                  <a:lnTo>
                    <a:pt x="32" y="238"/>
                  </a:lnTo>
                  <a:lnTo>
                    <a:pt x="53" y="236"/>
                  </a:lnTo>
                  <a:lnTo>
                    <a:pt x="69" y="232"/>
                  </a:lnTo>
                  <a:lnTo>
                    <a:pt x="82" y="225"/>
                  </a:lnTo>
                  <a:lnTo>
                    <a:pt x="93" y="215"/>
                  </a:lnTo>
                  <a:lnTo>
                    <a:pt x="103" y="204"/>
                  </a:lnTo>
                  <a:lnTo>
                    <a:pt x="111" y="190"/>
                  </a:lnTo>
                  <a:lnTo>
                    <a:pt x="120" y="173"/>
                  </a:lnTo>
                  <a:lnTo>
                    <a:pt x="130" y="153"/>
                  </a:lnTo>
                  <a:lnTo>
                    <a:pt x="140" y="101"/>
                  </a:lnTo>
                  <a:lnTo>
                    <a:pt x="141" y="74"/>
                  </a:lnTo>
                  <a:lnTo>
                    <a:pt x="138" y="50"/>
                  </a:lnTo>
                  <a:lnTo>
                    <a:pt x="131" y="29"/>
                  </a:lnTo>
                  <a:lnTo>
                    <a:pt x="119" y="13"/>
                  </a:lnTo>
                  <a:lnTo>
                    <a:pt x="106" y="2"/>
                  </a:lnTo>
                  <a:lnTo>
                    <a:pt x="88" y="0"/>
                  </a:lnTo>
                  <a:lnTo>
                    <a:pt x="69" y="6"/>
                  </a:lnTo>
                  <a:lnTo>
                    <a:pt x="48" y="21"/>
                  </a:lnTo>
                  <a:lnTo>
                    <a:pt x="36" y="32"/>
                  </a:lnTo>
                  <a:lnTo>
                    <a:pt x="66" y="30"/>
                  </a:lnTo>
                  <a:close/>
                </a:path>
              </a:pathLst>
            </a:custGeom>
            <a:solidFill>
              <a:srgbClr val="33261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84" name="Freeform 12"/>
            <p:cNvSpPr>
              <a:spLocks/>
            </p:cNvSpPr>
            <p:nvPr/>
          </p:nvSpPr>
          <p:spPr bwMode="auto">
            <a:xfrm>
              <a:off x="6502400" y="3013075"/>
              <a:ext cx="71437" cy="169863"/>
            </a:xfrm>
            <a:custGeom>
              <a:avLst/>
              <a:gdLst/>
              <a:ahLst/>
              <a:cxnLst>
                <a:cxn ang="0">
                  <a:pos x="91" y="0"/>
                </a:cxn>
                <a:cxn ang="0">
                  <a:pos x="68" y="12"/>
                </a:cxn>
                <a:cxn ang="0">
                  <a:pos x="48" y="26"/>
                </a:cxn>
                <a:cxn ang="0">
                  <a:pos x="33" y="42"/>
                </a:cxn>
                <a:cxn ang="0">
                  <a:pos x="22" y="60"/>
                </a:cxn>
                <a:cxn ang="0">
                  <a:pos x="14" y="80"/>
                </a:cxn>
                <a:cxn ang="0">
                  <a:pos x="7" y="103"/>
                </a:cxn>
                <a:cxn ang="0">
                  <a:pos x="2" y="128"/>
                </a:cxn>
                <a:cxn ang="0">
                  <a:pos x="0" y="155"/>
                </a:cxn>
                <a:cxn ang="0">
                  <a:pos x="3" y="185"/>
                </a:cxn>
                <a:cxn ang="0">
                  <a:pos x="15" y="216"/>
                </a:cxn>
                <a:cxn ang="0">
                  <a:pos x="18" y="190"/>
                </a:cxn>
                <a:cxn ang="0">
                  <a:pos x="15" y="144"/>
                </a:cxn>
                <a:cxn ang="0">
                  <a:pos x="35" y="152"/>
                </a:cxn>
                <a:cxn ang="0">
                  <a:pos x="65" y="151"/>
                </a:cxn>
                <a:cxn ang="0">
                  <a:pos x="75" y="135"/>
                </a:cxn>
                <a:cxn ang="0">
                  <a:pos x="86" y="126"/>
                </a:cxn>
                <a:cxn ang="0">
                  <a:pos x="88" y="104"/>
                </a:cxn>
                <a:cxn ang="0">
                  <a:pos x="75" y="95"/>
                </a:cxn>
                <a:cxn ang="0">
                  <a:pos x="76" y="71"/>
                </a:cxn>
                <a:cxn ang="0">
                  <a:pos x="62" y="54"/>
                </a:cxn>
                <a:cxn ang="0">
                  <a:pos x="50" y="48"/>
                </a:cxn>
                <a:cxn ang="0">
                  <a:pos x="55" y="42"/>
                </a:cxn>
                <a:cxn ang="0">
                  <a:pos x="60" y="35"/>
                </a:cxn>
                <a:cxn ang="0">
                  <a:pos x="64" y="29"/>
                </a:cxn>
                <a:cxn ang="0">
                  <a:pos x="69" y="23"/>
                </a:cxn>
                <a:cxn ang="0">
                  <a:pos x="75" y="19"/>
                </a:cxn>
                <a:cxn ang="0">
                  <a:pos x="79" y="13"/>
                </a:cxn>
                <a:cxn ang="0">
                  <a:pos x="85" y="6"/>
                </a:cxn>
                <a:cxn ang="0">
                  <a:pos x="91" y="0"/>
                </a:cxn>
              </a:cxnLst>
              <a:rect l="0" t="0" r="r" b="b"/>
              <a:pathLst>
                <a:path w="91" h="216">
                  <a:moveTo>
                    <a:pt x="91" y="0"/>
                  </a:moveTo>
                  <a:lnTo>
                    <a:pt x="68" y="12"/>
                  </a:lnTo>
                  <a:lnTo>
                    <a:pt x="48" y="26"/>
                  </a:lnTo>
                  <a:lnTo>
                    <a:pt x="33" y="42"/>
                  </a:lnTo>
                  <a:lnTo>
                    <a:pt x="22" y="60"/>
                  </a:lnTo>
                  <a:lnTo>
                    <a:pt x="14" y="80"/>
                  </a:lnTo>
                  <a:lnTo>
                    <a:pt x="7" y="103"/>
                  </a:lnTo>
                  <a:lnTo>
                    <a:pt x="2" y="128"/>
                  </a:lnTo>
                  <a:lnTo>
                    <a:pt x="0" y="155"/>
                  </a:lnTo>
                  <a:lnTo>
                    <a:pt x="3" y="185"/>
                  </a:lnTo>
                  <a:lnTo>
                    <a:pt x="15" y="216"/>
                  </a:lnTo>
                  <a:lnTo>
                    <a:pt x="18" y="190"/>
                  </a:lnTo>
                  <a:lnTo>
                    <a:pt x="15" y="144"/>
                  </a:lnTo>
                  <a:lnTo>
                    <a:pt x="35" y="152"/>
                  </a:lnTo>
                  <a:lnTo>
                    <a:pt x="65" y="151"/>
                  </a:lnTo>
                  <a:lnTo>
                    <a:pt x="75" y="135"/>
                  </a:lnTo>
                  <a:lnTo>
                    <a:pt x="86" y="126"/>
                  </a:lnTo>
                  <a:lnTo>
                    <a:pt x="88" y="104"/>
                  </a:lnTo>
                  <a:lnTo>
                    <a:pt x="75" y="95"/>
                  </a:lnTo>
                  <a:lnTo>
                    <a:pt x="76" y="71"/>
                  </a:lnTo>
                  <a:lnTo>
                    <a:pt x="62" y="54"/>
                  </a:lnTo>
                  <a:lnTo>
                    <a:pt x="50" y="48"/>
                  </a:lnTo>
                  <a:lnTo>
                    <a:pt x="55" y="42"/>
                  </a:lnTo>
                  <a:lnTo>
                    <a:pt x="60" y="35"/>
                  </a:lnTo>
                  <a:lnTo>
                    <a:pt x="64" y="29"/>
                  </a:lnTo>
                  <a:lnTo>
                    <a:pt x="69" y="23"/>
                  </a:lnTo>
                  <a:lnTo>
                    <a:pt x="75" y="19"/>
                  </a:lnTo>
                  <a:lnTo>
                    <a:pt x="79" y="13"/>
                  </a:lnTo>
                  <a:lnTo>
                    <a:pt x="85" y="6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302B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85" name="Freeform 13"/>
            <p:cNvSpPr>
              <a:spLocks/>
            </p:cNvSpPr>
            <p:nvPr/>
          </p:nvSpPr>
          <p:spPr bwMode="auto">
            <a:xfrm>
              <a:off x="6354763" y="2928938"/>
              <a:ext cx="234950" cy="315913"/>
            </a:xfrm>
            <a:custGeom>
              <a:avLst/>
              <a:gdLst/>
              <a:ahLst/>
              <a:cxnLst>
                <a:cxn ang="0">
                  <a:pos x="135" y="0"/>
                </a:cxn>
                <a:cxn ang="0">
                  <a:pos x="295" y="20"/>
                </a:cxn>
                <a:cxn ang="0">
                  <a:pos x="273" y="23"/>
                </a:cxn>
                <a:cxn ang="0">
                  <a:pos x="251" y="29"/>
                </a:cxn>
                <a:cxn ang="0">
                  <a:pos x="230" y="41"/>
                </a:cxn>
                <a:cxn ang="0">
                  <a:pos x="209" y="55"/>
                </a:cxn>
                <a:cxn ang="0">
                  <a:pos x="190" y="73"/>
                </a:cxn>
                <a:cxn ang="0">
                  <a:pos x="173" y="94"/>
                </a:cxn>
                <a:cxn ang="0">
                  <a:pos x="157" y="118"/>
                </a:cxn>
                <a:cxn ang="0">
                  <a:pos x="144" y="145"/>
                </a:cxn>
                <a:cxn ang="0">
                  <a:pos x="135" y="173"/>
                </a:cxn>
                <a:cxn ang="0">
                  <a:pos x="128" y="203"/>
                </a:cxn>
                <a:cxn ang="0">
                  <a:pos x="125" y="234"/>
                </a:cxn>
                <a:cxn ang="0">
                  <a:pos x="126" y="267"/>
                </a:cxn>
                <a:cxn ang="0">
                  <a:pos x="132" y="299"/>
                </a:cxn>
                <a:cxn ang="0">
                  <a:pos x="141" y="332"/>
                </a:cxn>
                <a:cxn ang="0">
                  <a:pos x="156" y="366"/>
                </a:cxn>
                <a:cxn ang="0">
                  <a:pos x="177" y="398"/>
                </a:cxn>
                <a:cxn ang="0">
                  <a:pos x="118" y="388"/>
                </a:cxn>
                <a:cxn ang="0">
                  <a:pos x="57" y="370"/>
                </a:cxn>
                <a:cxn ang="0">
                  <a:pos x="16" y="329"/>
                </a:cxn>
                <a:cxn ang="0">
                  <a:pos x="5" y="286"/>
                </a:cxn>
                <a:cxn ang="0">
                  <a:pos x="0" y="239"/>
                </a:cxn>
                <a:cxn ang="0">
                  <a:pos x="3" y="191"/>
                </a:cxn>
                <a:cxn ang="0">
                  <a:pos x="12" y="141"/>
                </a:cxn>
                <a:cxn ang="0">
                  <a:pos x="30" y="96"/>
                </a:cxn>
                <a:cxn ang="0">
                  <a:pos x="57" y="55"/>
                </a:cxn>
                <a:cxn ang="0">
                  <a:pos x="91" y="23"/>
                </a:cxn>
                <a:cxn ang="0">
                  <a:pos x="135" y="0"/>
                </a:cxn>
              </a:cxnLst>
              <a:rect l="0" t="0" r="r" b="b"/>
              <a:pathLst>
                <a:path w="295" h="398">
                  <a:moveTo>
                    <a:pt x="135" y="0"/>
                  </a:moveTo>
                  <a:lnTo>
                    <a:pt x="295" y="20"/>
                  </a:lnTo>
                  <a:lnTo>
                    <a:pt x="273" y="23"/>
                  </a:lnTo>
                  <a:lnTo>
                    <a:pt x="251" y="29"/>
                  </a:lnTo>
                  <a:lnTo>
                    <a:pt x="230" y="41"/>
                  </a:lnTo>
                  <a:lnTo>
                    <a:pt x="209" y="55"/>
                  </a:lnTo>
                  <a:lnTo>
                    <a:pt x="190" y="73"/>
                  </a:lnTo>
                  <a:lnTo>
                    <a:pt x="173" y="94"/>
                  </a:lnTo>
                  <a:lnTo>
                    <a:pt x="157" y="118"/>
                  </a:lnTo>
                  <a:lnTo>
                    <a:pt x="144" y="145"/>
                  </a:lnTo>
                  <a:lnTo>
                    <a:pt x="135" y="173"/>
                  </a:lnTo>
                  <a:lnTo>
                    <a:pt x="128" y="203"/>
                  </a:lnTo>
                  <a:lnTo>
                    <a:pt x="125" y="234"/>
                  </a:lnTo>
                  <a:lnTo>
                    <a:pt x="126" y="267"/>
                  </a:lnTo>
                  <a:lnTo>
                    <a:pt x="132" y="299"/>
                  </a:lnTo>
                  <a:lnTo>
                    <a:pt x="141" y="332"/>
                  </a:lnTo>
                  <a:lnTo>
                    <a:pt x="156" y="366"/>
                  </a:lnTo>
                  <a:lnTo>
                    <a:pt x="177" y="398"/>
                  </a:lnTo>
                  <a:lnTo>
                    <a:pt x="118" y="388"/>
                  </a:lnTo>
                  <a:lnTo>
                    <a:pt x="57" y="370"/>
                  </a:lnTo>
                  <a:lnTo>
                    <a:pt x="16" y="329"/>
                  </a:lnTo>
                  <a:lnTo>
                    <a:pt x="5" y="286"/>
                  </a:lnTo>
                  <a:lnTo>
                    <a:pt x="0" y="239"/>
                  </a:lnTo>
                  <a:lnTo>
                    <a:pt x="3" y="191"/>
                  </a:lnTo>
                  <a:lnTo>
                    <a:pt x="12" y="141"/>
                  </a:lnTo>
                  <a:lnTo>
                    <a:pt x="30" y="96"/>
                  </a:lnTo>
                  <a:lnTo>
                    <a:pt x="57" y="55"/>
                  </a:lnTo>
                  <a:lnTo>
                    <a:pt x="91" y="23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261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86" name="Freeform 14"/>
            <p:cNvSpPr>
              <a:spLocks/>
            </p:cNvSpPr>
            <p:nvPr/>
          </p:nvSpPr>
          <p:spPr bwMode="auto">
            <a:xfrm>
              <a:off x="7783513" y="2921000"/>
              <a:ext cx="207962" cy="1762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61"/>
                </a:cxn>
                <a:cxn ang="0">
                  <a:pos x="174" y="159"/>
                </a:cxn>
                <a:cxn ang="0">
                  <a:pos x="191" y="222"/>
                </a:cxn>
                <a:cxn ang="0">
                  <a:pos x="256" y="207"/>
                </a:cxn>
                <a:cxn ang="0">
                  <a:pos x="253" y="152"/>
                </a:cxn>
                <a:cxn ang="0">
                  <a:pos x="261" y="97"/>
                </a:cxn>
                <a:cxn ang="0">
                  <a:pos x="261" y="44"/>
                </a:cxn>
                <a:cxn ang="0">
                  <a:pos x="0" y="0"/>
                </a:cxn>
              </a:cxnLst>
              <a:rect l="0" t="0" r="r" b="b"/>
              <a:pathLst>
                <a:path w="261" h="222">
                  <a:moveTo>
                    <a:pt x="0" y="0"/>
                  </a:moveTo>
                  <a:lnTo>
                    <a:pt x="0" y="161"/>
                  </a:lnTo>
                  <a:lnTo>
                    <a:pt x="174" y="159"/>
                  </a:lnTo>
                  <a:lnTo>
                    <a:pt x="191" y="222"/>
                  </a:lnTo>
                  <a:lnTo>
                    <a:pt x="256" y="207"/>
                  </a:lnTo>
                  <a:lnTo>
                    <a:pt x="253" y="152"/>
                  </a:lnTo>
                  <a:lnTo>
                    <a:pt x="261" y="97"/>
                  </a:lnTo>
                  <a:lnTo>
                    <a:pt x="261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F2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87" name="Freeform 15"/>
            <p:cNvSpPr>
              <a:spLocks/>
            </p:cNvSpPr>
            <p:nvPr/>
          </p:nvSpPr>
          <p:spPr bwMode="auto">
            <a:xfrm>
              <a:off x="7783513" y="2735263"/>
              <a:ext cx="252412" cy="169863"/>
            </a:xfrm>
            <a:custGeom>
              <a:avLst/>
              <a:gdLst/>
              <a:ahLst/>
              <a:cxnLst>
                <a:cxn ang="0">
                  <a:pos x="0" y="183"/>
                </a:cxn>
                <a:cxn ang="0">
                  <a:pos x="0" y="214"/>
                </a:cxn>
                <a:cxn ang="0">
                  <a:pos x="41" y="128"/>
                </a:cxn>
                <a:cxn ang="0">
                  <a:pos x="78" y="132"/>
                </a:cxn>
                <a:cxn ang="0">
                  <a:pos x="90" y="150"/>
                </a:cxn>
                <a:cxn ang="0">
                  <a:pos x="100" y="162"/>
                </a:cxn>
                <a:cxn ang="0">
                  <a:pos x="108" y="170"/>
                </a:cxn>
                <a:cxn ang="0">
                  <a:pos x="117" y="174"/>
                </a:cxn>
                <a:cxn ang="0">
                  <a:pos x="128" y="178"/>
                </a:cxn>
                <a:cxn ang="0">
                  <a:pos x="139" y="181"/>
                </a:cxn>
                <a:cxn ang="0">
                  <a:pos x="155" y="186"/>
                </a:cxn>
                <a:cxn ang="0">
                  <a:pos x="176" y="193"/>
                </a:cxn>
                <a:cxn ang="0">
                  <a:pos x="271" y="122"/>
                </a:cxn>
                <a:cxn ang="0">
                  <a:pos x="318" y="76"/>
                </a:cxn>
                <a:cxn ang="0">
                  <a:pos x="311" y="30"/>
                </a:cxn>
                <a:cxn ang="0">
                  <a:pos x="0" y="0"/>
                </a:cxn>
                <a:cxn ang="0">
                  <a:pos x="0" y="126"/>
                </a:cxn>
                <a:cxn ang="0">
                  <a:pos x="18" y="126"/>
                </a:cxn>
                <a:cxn ang="0">
                  <a:pos x="14" y="150"/>
                </a:cxn>
                <a:cxn ang="0">
                  <a:pos x="0" y="149"/>
                </a:cxn>
                <a:cxn ang="0">
                  <a:pos x="0" y="164"/>
                </a:cxn>
                <a:cxn ang="0">
                  <a:pos x="9" y="166"/>
                </a:cxn>
                <a:cxn ang="0">
                  <a:pos x="0" y="183"/>
                </a:cxn>
              </a:cxnLst>
              <a:rect l="0" t="0" r="r" b="b"/>
              <a:pathLst>
                <a:path w="318" h="214">
                  <a:moveTo>
                    <a:pt x="0" y="183"/>
                  </a:moveTo>
                  <a:lnTo>
                    <a:pt x="0" y="214"/>
                  </a:lnTo>
                  <a:lnTo>
                    <a:pt x="41" y="128"/>
                  </a:lnTo>
                  <a:lnTo>
                    <a:pt x="78" y="132"/>
                  </a:lnTo>
                  <a:lnTo>
                    <a:pt x="90" y="150"/>
                  </a:lnTo>
                  <a:lnTo>
                    <a:pt x="100" y="162"/>
                  </a:lnTo>
                  <a:lnTo>
                    <a:pt x="108" y="170"/>
                  </a:lnTo>
                  <a:lnTo>
                    <a:pt x="117" y="174"/>
                  </a:lnTo>
                  <a:lnTo>
                    <a:pt x="128" y="178"/>
                  </a:lnTo>
                  <a:lnTo>
                    <a:pt x="139" y="181"/>
                  </a:lnTo>
                  <a:lnTo>
                    <a:pt x="155" y="186"/>
                  </a:lnTo>
                  <a:lnTo>
                    <a:pt x="176" y="193"/>
                  </a:lnTo>
                  <a:lnTo>
                    <a:pt x="271" y="122"/>
                  </a:lnTo>
                  <a:lnTo>
                    <a:pt x="318" y="76"/>
                  </a:lnTo>
                  <a:lnTo>
                    <a:pt x="311" y="30"/>
                  </a:lnTo>
                  <a:lnTo>
                    <a:pt x="0" y="0"/>
                  </a:lnTo>
                  <a:lnTo>
                    <a:pt x="0" y="126"/>
                  </a:lnTo>
                  <a:lnTo>
                    <a:pt x="18" y="126"/>
                  </a:lnTo>
                  <a:lnTo>
                    <a:pt x="14" y="150"/>
                  </a:lnTo>
                  <a:lnTo>
                    <a:pt x="0" y="149"/>
                  </a:lnTo>
                  <a:lnTo>
                    <a:pt x="0" y="164"/>
                  </a:lnTo>
                  <a:lnTo>
                    <a:pt x="9" y="166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rgbClr val="000F2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88" name="Freeform 16"/>
            <p:cNvSpPr>
              <a:spLocks/>
            </p:cNvSpPr>
            <p:nvPr/>
          </p:nvSpPr>
          <p:spPr bwMode="auto">
            <a:xfrm>
              <a:off x="7721600" y="2728913"/>
              <a:ext cx="61912" cy="454025"/>
            </a:xfrm>
            <a:custGeom>
              <a:avLst/>
              <a:gdLst/>
              <a:ahLst/>
              <a:cxnLst>
                <a:cxn ang="0">
                  <a:pos x="77" y="134"/>
                </a:cxn>
                <a:cxn ang="0">
                  <a:pos x="77" y="8"/>
                </a:cxn>
                <a:cxn ang="0">
                  <a:pos x="0" y="0"/>
                </a:cxn>
                <a:cxn ang="0">
                  <a:pos x="0" y="125"/>
                </a:cxn>
                <a:cxn ang="0">
                  <a:pos x="61" y="132"/>
                </a:cxn>
                <a:cxn ang="0">
                  <a:pos x="29" y="157"/>
                </a:cxn>
                <a:cxn ang="0">
                  <a:pos x="0" y="160"/>
                </a:cxn>
                <a:cxn ang="0">
                  <a:pos x="0" y="184"/>
                </a:cxn>
                <a:cxn ang="0">
                  <a:pos x="26" y="171"/>
                </a:cxn>
                <a:cxn ang="0">
                  <a:pos x="32" y="172"/>
                </a:cxn>
                <a:cxn ang="0">
                  <a:pos x="44" y="172"/>
                </a:cxn>
                <a:cxn ang="0">
                  <a:pos x="54" y="171"/>
                </a:cxn>
                <a:cxn ang="0">
                  <a:pos x="60" y="171"/>
                </a:cxn>
                <a:cxn ang="0">
                  <a:pos x="52" y="222"/>
                </a:cxn>
                <a:cxn ang="0">
                  <a:pos x="37" y="222"/>
                </a:cxn>
                <a:cxn ang="0">
                  <a:pos x="22" y="212"/>
                </a:cxn>
                <a:cxn ang="0">
                  <a:pos x="0" y="212"/>
                </a:cxn>
                <a:cxn ang="0">
                  <a:pos x="0" y="572"/>
                </a:cxn>
                <a:cxn ang="0">
                  <a:pos x="44" y="560"/>
                </a:cxn>
                <a:cxn ang="0">
                  <a:pos x="48" y="403"/>
                </a:cxn>
                <a:cxn ang="0">
                  <a:pos x="77" y="403"/>
                </a:cxn>
                <a:cxn ang="0">
                  <a:pos x="77" y="242"/>
                </a:cxn>
                <a:cxn ang="0">
                  <a:pos x="69" y="240"/>
                </a:cxn>
                <a:cxn ang="0">
                  <a:pos x="77" y="222"/>
                </a:cxn>
                <a:cxn ang="0">
                  <a:pos x="77" y="191"/>
                </a:cxn>
                <a:cxn ang="0">
                  <a:pos x="68" y="210"/>
                </a:cxn>
                <a:cxn ang="0">
                  <a:pos x="72" y="172"/>
                </a:cxn>
                <a:cxn ang="0">
                  <a:pos x="77" y="172"/>
                </a:cxn>
                <a:cxn ang="0">
                  <a:pos x="77" y="157"/>
                </a:cxn>
                <a:cxn ang="0">
                  <a:pos x="68" y="156"/>
                </a:cxn>
                <a:cxn ang="0">
                  <a:pos x="70" y="134"/>
                </a:cxn>
                <a:cxn ang="0">
                  <a:pos x="77" y="134"/>
                </a:cxn>
              </a:cxnLst>
              <a:rect l="0" t="0" r="r" b="b"/>
              <a:pathLst>
                <a:path w="77" h="572">
                  <a:moveTo>
                    <a:pt x="77" y="134"/>
                  </a:moveTo>
                  <a:lnTo>
                    <a:pt x="77" y="8"/>
                  </a:lnTo>
                  <a:lnTo>
                    <a:pt x="0" y="0"/>
                  </a:lnTo>
                  <a:lnTo>
                    <a:pt x="0" y="125"/>
                  </a:lnTo>
                  <a:lnTo>
                    <a:pt x="61" y="132"/>
                  </a:lnTo>
                  <a:lnTo>
                    <a:pt x="29" y="157"/>
                  </a:lnTo>
                  <a:lnTo>
                    <a:pt x="0" y="160"/>
                  </a:lnTo>
                  <a:lnTo>
                    <a:pt x="0" y="184"/>
                  </a:lnTo>
                  <a:lnTo>
                    <a:pt x="26" y="171"/>
                  </a:lnTo>
                  <a:lnTo>
                    <a:pt x="32" y="172"/>
                  </a:lnTo>
                  <a:lnTo>
                    <a:pt x="44" y="172"/>
                  </a:lnTo>
                  <a:lnTo>
                    <a:pt x="54" y="171"/>
                  </a:lnTo>
                  <a:lnTo>
                    <a:pt x="60" y="171"/>
                  </a:lnTo>
                  <a:lnTo>
                    <a:pt x="52" y="222"/>
                  </a:lnTo>
                  <a:lnTo>
                    <a:pt x="37" y="222"/>
                  </a:lnTo>
                  <a:lnTo>
                    <a:pt x="22" y="212"/>
                  </a:lnTo>
                  <a:lnTo>
                    <a:pt x="0" y="212"/>
                  </a:lnTo>
                  <a:lnTo>
                    <a:pt x="0" y="572"/>
                  </a:lnTo>
                  <a:lnTo>
                    <a:pt x="44" y="560"/>
                  </a:lnTo>
                  <a:lnTo>
                    <a:pt x="48" y="403"/>
                  </a:lnTo>
                  <a:lnTo>
                    <a:pt x="77" y="403"/>
                  </a:lnTo>
                  <a:lnTo>
                    <a:pt x="77" y="242"/>
                  </a:lnTo>
                  <a:lnTo>
                    <a:pt x="69" y="240"/>
                  </a:lnTo>
                  <a:lnTo>
                    <a:pt x="77" y="222"/>
                  </a:lnTo>
                  <a:lnTo>
                    <a:pt x="77" y="191"/>
                  </a:lnTo>
                  <a:lnTo>
                    <a:pt x="68" y="210"/>
                  </a:lnTo>
                  <a:lnTo>
                    <a:pt x="72" y="172"/>
                  </a:lnTo>
                  <a:lnTo>
                    <a:pt x="77" y="172"/>
                  </a:lnTo>
                  <a:lnTo>
                    <a:pt x="77" y="157"/>
                  </a:lnTo>
                  <a:lnTo>
                    <a:pt x="68" y="156"/>
                  </a:lnTo>
                  <a:lnTo>
                    <a:pt x="70" y="134"/>
                  </a:lnTo>
                  <a:lnTo>
                    <a:pt x="77" y="134"/>
                  </a:lnTo>
                  <a:close/>
                </a:path>
              </a:pathLst>
            </a:custGeom>
            <a:solidFill>
              <a:srgbClr val="000F2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89" name="Freeform 17"/>
            <p:cNvSpPr>
              <a:spLocks/>
            </p:cNvSpPr>
            <p:nvPr/>
          </p:nvSpPr>
          <p:spPr bwMode="auto">
            <a:xfrm>
              <a:off x="7688263" y="2725738"/>
              <a:ext cx="33337" cy="101600"/>
            </a:xfrm>
            <a:custGeom>
              <a:avLst/>
              <a:gdLst/>
              <a:ahLst/>
              <a:cxnLst>
                <a:cxn ang="0">
                  <a:pos x="43" y="128"/>
                </a:cxn>
                <a:cxn ang="0">
                  <a:pos x="43" y="3"/>
                </a:cxn>
                <a:cxn ang="0">
                  <a:pos x="0" y="0"/>
                </a:cxn>
                <a:cxn ang="0">
                  <a:pos x="0" y="123"/>
                </a:cxn>
                <a:cxn ang="0">
                  <a:pos x="43" y="128"/>
                </a:cxn>
              </a:cxnLst>
              <a:rect l="0" t="0" r="r" b="b"/>
              <a:pathLst>
                <a:path w="43" h="128">
                  <a:moveTo>
                    <a:pt x="43" y="128"/>
                  </a:moveTo>
                  <a:lnTo>
                    <a:pt x="43" y="3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43" y="128"/>
                  </a:lnTo>
                  <a:close/>
                </a:path>
              </a:pathLst>
            </a:custGeom>
            <a:solidFill>
              <a:srgbClr val="000F2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90" name="Freeform 18"/>
            <p:cNvSpPr>
              <a:spLocks/>
            </p:cNvSpPr>
            <p:nvPr/>
          </p:nvSpPr>
          <p:spPr bwMode="auto">
            <a:xfrm>
              <a:off x="7688263" y="2855913"/>
              <a:ext cx="33337" cy="36513"/>
            </a:xfrm>
            <a:custGeom>
              <a:avLst/>
              <a:gdLst/>
              <a:ahLst/>
              <a:cxnLst>
                <a:cxn ang="0">
                  <a:pos x="43" y="24"/>
                </a:cxn>
                <a:cxn ang="0">
                  <a:pos x="43" y="0"/>
                </a:cxn>
                <a:cxn ang="0">
                  <a:pos x="0" y="5"/>
                </a:cxn>
                <a:cxn ang="0">
                  <a:pos x="0" y="21"/>
                </a:cxn>
                <a:cxn ang="0">
                  <a:pos x="42" y="15"/>
                </a:cxn>
                <a:cxn ang="0">
                  <a:pos x="0" y="35"/>
                </a:cxn>
                <a:cxn ang="0">
                  <a:pos x="0" y="48"/>
                </a:cxn>
                <a:cxn ang="0">
                  <a:pos x="43" y="24"/>
                </a:cxn>
              </a:cxnLst>
              <a:rect l="0" t="0" r="r" b="b"/>
              <a:pathLst>
                <a:path w="43" h="48">
                  <a:moveTo>
                    <a:pt x="43" y="24"/>
                  </a:moveTo>
                  <a:lnTo>
                    <a:pt x="43" y="0"/>
                  </a:lnTo>
                  <a:lnTo>
                    <a:pt x="0" y="5"/>
                  </a:lnTo>
                  <a:lnTo>
                    <a:pt x="0" y="21"/>
                  </a:lnTo>
                  <a:lnTo>
                    <a:pt x="42" y="15"/>
                  </a:lnTo>
                  <a:lnTo>
                    <a:pt x="0" y="35"/>
                  </a:lnTo>
                  <a:lnTo>
                    <a:pt x="0" y="48"/>
                  </a:lnTo>
                  <a:lnTo>
                    <a:pt x="43" y="24"/>
                  </a:lnTo>
                  <a:close/>
                </a:path>
              </a:pathLst>
            </a:custGeom>
            <a:solidFill>
              <a:srgbClr val="000F2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91" name="Freeform 19"/>
            <p:cNvSpPr>
              <a:spLocks/>
            </p:cNvSpPr>
            <p:nvPr/>
          </p:nvSpPr>
          <p:spPr bwMode="auto">
            <a:xfrm>
              <a:off x="7688263" y="2897188"/>
              <a:ext cx="33337" cy="295275"/>
            </a:xfrm>
            <a:custGeom>
              <a:avLst/>
              <a:gdLst/>
              <a:ahLst/>
              <a:cxnLst>
                <a:cxn ang="0">
                  <a:pos x="43" y="360"/>
                </a:cxn>
                <a:cxn ang="0">
                  <a:pos x="43" y="0"/>
                </a:cxn>
                <a:cxn ang="0">
                  <a:pos x="27" y="0"/>
                </a:cxn>
                <a:cxn ang="0">
                  <a:pos x="12" y="10"/>
                </a:cxn>
                <a:cxn ang="0">
                  <a:pos x="0" y="6"/>
                </a:cxn>
                <a:cxn ang="0">
                  <a:pos x="0" y="373"/>
                </a:cxn>
                <a:cxn ang="0">
                  <a:pos x="43" y="360"/>
                </a:cxn>
              </a:cxnLst>
              <a:rect l="0" t="0" r="r" b="b"/>
              <a:pathLst>
                <a:path w="43" h="373">
                  <a:moveTo>
                    <a:pt x="43" y="360"/>
                  </a:moveTo>
                  <a:lnTo>
                    <a:pt x="43" y="0"/>
                  </a:lnTo>
                  <a:lnTo>
                    <a:pt x="27" y="0"/>
                  </a:lnTo>
                  <a:lnTo>
                    <a:pt x="12" y="10"/>
                  </a:lnTo>
                  <a:lnTo>
                    <a:pt x="0" y="6"/>
                  </a:lnTo>
                  <a:lnTo>
                    <a:pt x="0" y="373"/>
                  </a:lnTo>
                  <a:lnTo>
                    <a:pt x="43" y="360"/>
                  </a:lnTo>
                  <a:close/>
                </a:path>
              </a:pathLst>
            </a:custGeom>
            <a:solidFill>
              <a:srgbClr val="000F2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92" name="Freeform 20"/>
            <p:cNvSpPr>
              <a:spLocks/>
            </p:cNvSpPr>
            <p:nvPr/>
          </p:nvSpPr>
          <p:spPr bwMode="auto">
            <a:xfrm>
              <a:off x="7662863" y="2722563"/>
              <a:ext cx="25400" cy="163513"/>
            </a:xfrm>
            <a:custGeom>
              <a:avLst/>
              <a:gdLst/>
              <a:ahLst/>
              <a:cxnLst>
                <a:cxn ang="0">
                  <a:pos x="32" y="127"/>
                </a:cxn>
                <a:cxn ang="0">
                  <a:pos x="32" y="4"/>
                </a:cxn>
                <a:cxn ang="0">
                  <a:pos x="0" y="0"/>
                </a:cxn>
                <a:cxn ang="0">
                  <a:pos x="0" y="124"/>
                </a:cxn>
                <a:cxn ang="0">
                  <a:pos x="14" y="127"/>
                </a:cxn>
                <a:cxn ang="0">
                  <a:pos x="0" y="172"/>
                </a:cxn>
                <a:cxn ang="0">
                  <a:pos x="0" y="206"/>
                </a:cxn>
                <a:cxn ang="0">
                  <a:pos x="8" y="190"/>
                </a:cxn>
                <a:cxn ang="0">
                  <a:pos x="32" y="188"/>
                </a:cxn>
                <a:cxn ang="0">
                  <a:pos x="32" y="172"/>
                </a:cxn>
                <a:cxn ang="0">
                  <a:pos x="14" y="173"/>
                </a:cxn>
                <a:cxn ang="0">
                  <a:pos x="32" y="127"/>
                </a:cxn>
                <a:cxn ang="0">
                  <a:pos x="32" y="127"/>
                </a:cxn>
              </a:cxnLst>
              <a:rect l="0" t="0" r="r" b="b"/>
              <a:pathLst>
                <a:path w="32" h="206">
                  <a:moveTo>
                    <a:pt x="32" y="127"/>
                  </a:moveTo>
                  <a:lnTo>
                    <a:pt x="32" y="4"/>
                  </a:lnTo>
                  <a:lnTo>
                    <a:pt x="0" y="0"/>
                  </a:lnTo>
                  <a:lnTo>
                    <a:pt x="0" y="124"/>
                  </a:lnTo>
                  <a:lnTo>
                    <a:pt x="14" y="127"/>
                  </a:lnTo>
                  <a:lnTo>
                    <a:pt x="0" y="172"/>
                  </a:lnTo>
                  <a:lnTo>
                    <a:pt x="0" y="206"/>
                  </a:lnTo>
                  <a:lnTo>
                    <a:pt x="8" y="190"/>
                  </a:lnTo>
                  <a:lnTo>
                    <a:pt x="32" y="188"/>
                  </a:lnTo>
                  <a:lnTo>
                    <a:pt x="32" y="172"/>
                  </a:lnTo>
                  <a:lnTo>
                    <a:pt x="14" y="173"/>
                  </a:lnTo>
                  <a:lnTo>
                    <a:pt x="32" y="127"/>
                  </a:lnTo>
                  <a:lnTo>
                    <a:pt x="32" y="127"/>
                  </a:lnTo>
                  <a:close/>
                </a:path>
              </a:pathLst>
            </a:custGeom>
            <a:solidFill>
              <a:srgbClr val="000F2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93" name="Freeform 21"/>
            <p:cNvSpPr>
              <a:spLocks/>
            </p:cNvSpPr>
            <p:nvPr/>
          </p:nvSpPr>
          <p:spPr bwMode="auto">
            <a:xfrm>
              <a:off x="7662863" y="2882900"/>
              <a:ext cx="25400" cy="317500"/>
            </a:xfrm>
            <a:custGeom>
              <a:avLst/>
              <a:gdLst/>
              <a:ahLst/>
              <a:cxnLst>
                <a:cxn ang="0">
                  <a:pos x="32" y="13"/>
                </a:cxn>
                <a:cxn ang="0">
                  <a:pos x="32" y="0"/>
                </a:cxn>
                <a:cxn ang="0">
                  <a:pos x="0" y="16"/>
                </a:cxn>
                <a:cxn ang="0">
                  <a:pos x="0" y="399"/>
                </a:cxn>
                <a:cxn ang="0">
                  <a:pos x="32" y="390"/>
                </a:cxn>
                <a:cxn ang="0">
                  <a:pos x="32" y="23"/>
                </a:cxn>
                <a:cxn ang="0">
                  <a:pos x="21" y="17"/>
                </a:cxn>
                <a:cxn ang="0">
                  <a:pos x="32" y="13"/>
                </a:cxn>
              </a:cxnLst>
              <a:rect l="0" t="0" r="r" b="b"/>
              <a:pathLst>
                <a:path w="32" h="399">
                  <a:moveTo>
                    <a:pt x="32" y="13"/>
                  </a:moveTo>
                  <a:lnTo>
                    <a:pt x="32" y="0"/>
                  </a:lnTo>
                  <a:lnTo>
                    <a:pt x="0" y="16"/>
                  </a:lnTo>
                  <a:lnTo>
                    <a:pt x="0" y="399"/>
                  </a:lnTo>
                  <a:lnTo>
                    <a:pt x="32" y="390"/>
                  </a:lnTo>
                  <a:lnTo>
                    <a:pt x="32" y="23"/>
                  </a:lnTo>
                  <a:lnTo>
                    <a:pt x="21" y="17"/>
                  </a:lnTo>
                  <a:lnTo>
                    <a:pt x="32" y="13"/>
                  </a:lnTo>
                  <a:close/>
                </a:path>
              </a:pathLst>
            </a:custGeom>
            <a:solidFill>
              <a:srgbClr val="000F2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94" name="Freeform 22"/>
            <p:cNvSpPr>
              <a:spLocks/>
            </p:cNvSpPr>
            <p:nvPr/>
          </p:nvSpPr>
          <p:spPr bwMode="auto">
            <a:xfrm>
              <a:off x="7658100" y="2722563"/>
              <a:ext cx="4762" cy="98425"/>
            </a:xfrm>
            <a:custGeom>
              <a:avLst/>
              <a:gdLst/>
              <a:ahLst/>
              <a:cxnLst>
                <a:cxn ang="0">
                  <a:pos x="6" y="125"/>
                </a:cxn>
                <a:cxn ang="0">
                  <a:pos x="6" y="1"/>
                </a:cxn>
                <a:cxn ang="0">
                  <a:pos x="0" y="0"/>
                </a:cxn>
                <a:cxn ang="0">
                  <a:pos x="0" y="125"/>
                </a:cxn>
                <a:cxn ang="0">
                  <a:pos x="6" y="125"/>
                </a:cxn>
              </a:cxnLst>
              <a:rect l="0" t="0" r="r" b="b"/>
              <a:pathLst>
                <a:path w="6" h="125">
                  <a:moveTo>
                    <a:pt x="6" y="125"/>
                  </a:moveTo>
                  <a:lnTo>
                    <a:pt x="6" y="1"/>
                  </a:lnTo>
                  <a:lnTo>
                    <a:pt x="0" y="0"/>
                  </a:lnTo>
                  <a:lnTo>
                    <a:pt x="0" y="125"/>
                  </a:lnTo>
                  <a:lnTo>
                    <a:pt x="6" y="125"/>
                  </a:lnTo>
                  <a:close/>
                </a:path>
              </a:pathLst>
            </a:custGeom>
            <a:solidFill>
              <a:srgbClr val="000F2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95" name="Freeform 23"/>
            <p:cNvSpPr>
              <a:spLocks/>
            </p:cNvSpPr>
            <p:nvPr/>
          </p:nvSpPr>
          <p:spPr bwMode="auto">
            <a:xfrm>
              <a:off x="7658100" y="2859088"/>
              <a:ext cx="4762" cy="34925"/>
            </a:xfrm>
            <a:custGeom>
              <a:avLst/>
              <a:gdLst/>
              <a:ahLst/>
              <a:cxnLst>
                <a:cxn ang="0">
                  <a:pos x="6" y="34"/>
                </a:cxn>
                <a:cxn ang="0">
                  <a:pos x="6" y="0"/>
                </a:cxn>
                <a:cxn ang="0">
                  <a:pos x="4" y="6"/>
                </a:cxn>
                <a:cxn ang="0">
                  <a:pos x="0" y="6"/>
                </a:cxn>
                <a:cxn ang="0">
                  <a:pos x="0" y="16"/>
                </a:cxn>
                <a:cxn ang="0">
                  <a:pos x="4" y="15"/>
                </a:cxn>
                <a:cxn ang="0">
                  <a:pos x="0" y="21"/>
                </a:cxn>
                <a:cxn ang="0">
                  <a:pos x="0" y="45"/>
                </a:cxn>
                <a:cxn ang="0">
                  <a:pos x="6" y="34"/>
                </a:cxn>
              </a:cxnLst>
              <a:rect l="0" t="0" r="r" b="b"/>
              <a:pathLst>
                <a:path w="6" h="45">
                  <a:moveTo>
                    <a:pt x="6" y="34"/>
                  </a:moveTo>
                  <a:lnTo>
                    <a:pt x="6" y="0"/>
                  </a:lnTo>
                  <a:lnTo>
                    <a:pt x="4" y="6"/>
                  </a:lnTo>
                  <a:lnTo>
                    <a:pt x="0" y="6"/>
                  </a:lnTo>
                  <a:lnTo>
                    <a:pt x="0" y="16"/>
                  </a:lnTo>
                  <a:lnTo>
                    <a:pt x="4" y="15"/>
                  </a:lnTo>
                  <a:lnTo>
                    <a:pt x="0" y="21"/>
                  </a:lnTo>
                  <a:lnTo>
                    <a:pt x="0" y="45"/>
                  </a:lnTo>
                  <a:lnTo>
                    <a:pt x="6" y="34"/>
                  </a:lnTo>
                  <a:close/>
                </a:path>
              </a:pathLst>
            </a:custGeom>
            <a:solidFill>
              <a:srgbClr val="000F2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96" name="Freeform 24"/>
            <p:cNvSpPr>
              <a:spLocks/>
            </p:cNvSpPr>
            <p:nvPr/>
          </p:nvSpPr>
          <p:spPr bwMode="auto">
            <a:xfrm>
              <a:off x="7658100" y="2895600"/>
              <a:ext cx="4762" cy="306388"/>
            </a:xfrm>
            <a:custGeom>
              <a:avLst/>
              <a:gdLst/>
              <a:ahLst/>
              <a:cxnLst>
                <a:cxn ang="0">
                  <a:pos x="6" y="383"/>
                </a:cxn>
                <a:cxn ang="0">
                  <a:pos x="6" y="0"/>
                </a:cxn>
                <a:cxn ang="0">
                  <a:pos x="0" y="3"/>
                </a:cxn>
                <a:cxn ang="0">
                  <a:pos x="0" y="386"/>
                </a:cxn>
                <a:cxn ang="0">
                  <a:pos x="6" y="383"/>
                </a:cxn>
              </a:cxnLst>
              <a:rect l="0" t="0" r="r" b="b"/>
              <a:pathLst>
                <a:path w="6" h="386">
                  <a:moveTo>
                    <a:pt x="6" y="383"/>
                  </a:moveTo>
                  <a:lnTo>
                    <a:pt x="6" y="0"/>
                  </a:lnTo>
                  <a:lnTo>
                    <a:pt x="0" y="3"/>
                  </a:lnTo>
                  <a:lnTo>
                    <a:pt x="0" y="386"/>
                  </a:lnTo>
                  <a:lnTo>
                    <a:pt x="6" y="383"/>
                  </a:lnTo>
                  <a:close/>
                </a:path>
              </a:pathLst>
            </a:custGeom>
            <a:solidFill>
              <a:srgbClr val="000F2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97" name="Freeform 25"/>
            <p:cNvSpPr>
              <a:spLocks/>
            </p:cNvSpPr>
            <p:nvPr/>
          </p:nvSpPr>
          <p:spPr bwMode="auto">
            <a:xfrm>
              <a:off x="7653338" y="2722563"/>
              <a:ext cx="4762" cy="127000"/>
            </a:xfrm>
            <a:custGeom>
              <a:avLst/>
              <a:gdLst/>
              <a:ahLst/>
              <a:cxnLst>
                <a:cxn ang="0">
                  <a:pos x="7" y="125"/>
                </a:cxn>
                <a:cxn ang="0">
                  <a:pos x="7" y="0"/>
                </a:cxn>
                <a:cxn ang="0">
                  <a:pos x="0" y="0"/>
                </a:cxn>
                <a:cxn ang="0">
                  <a:pos x="0" y="160"/>
                </a:cxn>
                <a:cxn ang="0">
                  <a:pos x="4" y="125"/>
                </a:cxn>
                <a:cxn ang="0">
                  <a:pos x="7" y="125"/>
                </a:cxn>
              </a:cxnLst>
              <a:rect l="0" t="0" r="r" b="b"/>
              <a:pathLst>
                <a:path w="7" h="160">
                  <a:moveTo>
                    <a:pt x="7" y="125"/>
                  </a:moveTo>
                  <a:lnTo>
                    <a:pt x="7" y="0"/>
                  </a:lnTo>
                  <a:lnTo>
                    <a:pt x="0" y="0"/>
                  </a:lnTo>
                  <a:lnTo>
                    <a:pt x="0" y="160"/>
                  </a:lnTo>
                  <a:lnTo>
                    <a:pt x="4" y="125"/>
                  </a:lnTo>
                  <a:lnTo>
                    <a:pt x="7" y="125"/>
                  </a:lnTo>
                  <a:close/>
                </a:path>
              </a:pathLst>
            </a:custGeom>
            <a:solidFill>
              <a:srgbClr val="000F2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98" name="Freeform 26"/>
            <p:cNvSpPr>
              <a:spLocks/>
            </p:cNvSpPr>
            <p:nvPr/>
          </p:nvSpPr>
          <p:spPr bwMode="auto">
            <a:xfrm>
              <a:off x="7653338" y="2863850"/>
              <a:ext cx="4762" cy="11113"/>
            </a:xfrm>
            <a:custGeom>
              <a:avLst/>
              <a:gdLst/>
              <a:ahLst/>
              <a:cxnLst>
                <a:cxn ang="0">
                  <a:pos x="7" y="10"/>
                </a:cxn>
                <a:cxn ang="0">
                  <a:pos x="7" y="0"/>
                </a:cxn>
                <a:cxn ang="0">
                  <a:pos x="0" y="0"/>
                </a:cxn>
                <a:cxn ang="0">
                  <a:pos x="0" y="13"/>
                </a:cxn>
                <a:cxn ang="0">
                  <a:pos x="7" y="10"/>
                </a:cxn>
              </a:cxnLst>
              <a:rect l="0" t="0" r="r" b="b"/>
              <a:pathLst>
                <a:path w="7" h="13">
                  <a:moveTo>
                    <a:pt x="7" y="10"/>
                  </a:moveTo>
                  <a:lnTo>
                    <a:pt x="7" y="0"/>
                  </a:lnTo>
                  <a:lnTo>
                    <a:pt x="0" y="0"/>
                  </a:lnTo>
                  <a:lnTo>
                    <a:pt x="0" y="13"/>
                  </a:lnTo>
                  <a:lnTo>
                    <a:pt x="7" y="10"/>
                  </a:lnTo>
                  <a:close/>
                </a:path>
              </a:pathLst>
            </a:custGeom>
            <a:solidFill>
              <a:srgbClr val="000F2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99" name="Freeform 27"/>
            <p:cNvSpPr>
              <a:spLocks/>
            </p:cNvSpPr>
            <p:nvPr/>
          </p:nvSpPr>
          <p:spPr bwMode="auto">
            <a:xfrm>
              <a:off x="7653338" y="2874963"/>
              <a:ext cx="4762" cy="327025"/>
            </a:xfrm>
            <a:custGeom>
              <a:avLst/>
              <a:gdLst/>
              <a:ahLst/>
              <a:cxnLst>
                <a:cxn ang="0">
                  <a:pos x="7" y="24"/>
                </a:cxn>
                <a:cxn ang="0">
                  <a:pos x="7" y="0"/>
                </a:cxn>
                <a:cxn ang="0">
                  <a:pos x="0" y="13"/>
                </a:cxn>
                <a:cxn ang="0">
                  <a:pos x="0" y="412"/>
                </a:cxn>
                <a:cxn ang="0">
                  <a:pos x="7" y="411"/>
                </a:cxn>
                <a:cxn ang="0">
                  <a:pos x="7" y="28"/>
                </a:cxn>
                <a:cxn ang="0">
                  <a:pos x="4" y="28"/>
                </a:cxn>
                <a:cxn ang="0">
                  <a:pos x="7" y="24"/>
                </a:cxn>
              </a:cxnLst>
              <a:rect l="0" t="0" r="r" b="b"/>
              <a:pathLst>
                <a:path w="7" h="412">
                  <a:moveTo>
                    <a:pt x="7" y="24"/>
                  </a:moveTo>
                  <a:lnTo>
                    <a:pt x="7" y="0"/>
                  </a:lnTo>
                  <a:lnTo>
                    <a:pt x="0" y="13"/>
                  </a:lnTo>
                  <a:lnTo>
                    <a:pt x="0" y="412"/>
                  </a:lnTo>
                  <a:lnTo>
                    <a:pt x="7" y="411"/>
                  </a:lnTo>
                  <a:lnTo>
                    <a:pt x="7" y="28"/>
                  </a:lnTo>
                  <a:lnTo>
                    <a:pt x="4" y="28"/>
                  </a:lnTo>
                  <a:lnTo>
                    <a:pt x="7" y="24"/>
                  </a:lnTo>
                  <a:close/>
                </a:path>
              </a:pathLst>
            </a:custGeom>
            <a:solidFill>
              <a:srgbClr val="000F2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00" name="Freeform 28"/>
            <p:cNvSpPr>
              <a:spLocks/>
            </p:cNvSpPr>
            <p:nvPr/>
          </p:nvSpPr>
          <p:spPr bwMode="auto">
            <a:xfrm>
              <a:off x="7502525" y="2719388"/>
              <a:ext cx="150812" cy="515938"/>
            </a:xfrm>
            <a:custGeom>
              <a:avLst/>
              <a:gdLst/>
              <a:ahLst/>
              <a:cxnLst>
                <a:cxn ang="0">
                  <a:pos x="190" y="163"/>
                </a:cxn>
                <a:cxn ang="0">
                  <a:pos x="190" y="3"/>
                </a:cxn>
                <a:cxn ang="0">
                  <a:pos x="154" y="0"/>
                </a:cxn>
                <a:cxn ang="0">
                  <a:pos x="0" y="41"/>
                </a:cxn>
                <a:cxn ang="0">
                  <a:pos x="0" y="111"/>
                </a:cxn>
                <a:cxn ang="0">
                  <a:pos x="9" y="117"/>
                </a:cxn>
                <a:cxn ang="0">
                  <a:pos x="20" y="122"/>
                </a:cxn>
                <a:cxn ang="0">
                  <a:pos x="29" y="126"/>
                </a:cxn>
                <a:cxn ang="0">
                  <a:pos x="39" y="130"/>
                </a:cxn>
                <a:cxn ang="0">
                  <a:pos x="48" y="133"/>
                </a:cxn>
                <a:cxn ang="0">
                  <a:pos x="59" y="136"/>
                </a:cxn>
                <a:cxn ang="0">
                  <a:pos x="68" y="138"/>
                </a:cxn>
                <a:cxn ang="0">
                  <a:pos x="77" y="140"/>
                </a:cxn>
                <a:cxn ang="0">
                  <a:pos x="118" y="123"/>
                </a:cxn>
                <a:cxn ang="0">
                  <a:pos x="182" y="123"/>
                </a:cxn>
                <a:cxn ang="0">
                  <a:pos x="174" y="163"/>
                </a:cxn>
                <a:cxn ang="0">
                  <a:pos x="175" y="163"/>
                </a:cxn>
                <a:cxn ang="0">
                  <a:pos x="178" y="182"/>
                </a:cxn>
                <a:cxn ang="0">
                  <a:pos x="171" y="184"/>
                </a:cxn>
                <a:cxn ang="0">
                  <a:pos x="169" y="193"/>
                </a:cxn>
                <a:cxn ang="0">
                  <a:pos x="173" y="192"/>
                </a:cxn>
                <a:cxn ang="0">
                  <a:pos x="166" y="225"/>
                </a:cxn>
                <a:cxn ang="0">
                  <a:pos x="164" y="223"/>
                </a:cxn>
                <a:cxn ang="0">
                  <a:pos x="163" y="231"/>
                </a:cxn>
                <a:cxn ang="0">
                  <a:pos x="0" y="128"/>
                </a:cxn>
                <a:cxn ang="0">
                  <a:pos x="0" y="164"/>
                </a:cxn>
                <a:cxn ang="0">
                  <a:pos x="84" y="210"/>
                </a:cxn>
                <a:cxn ang="0">
                  <a:pos x="46" y="206"/>
                </a:cxn>
                <a:cxn ang="0">
                  <a:pos x="6" y="206"/>
                </a:cxn>
                <a:cxn ang="0">
                  <a:pos x="0" y="198"/>
                </a:cxn>
                <a:cxn ang="0">
                  <a:pos x="0" y="650"/>
                </a:cxn>
                <a:cxn ang="0">
                  <a:pos x="137" y="626"/>
                </a:cxn>
                <a:cxn ang="0">
                  <a:pos x="190" y="609"/>
                </a:cxn>
                <a:cxn ang="0">
                  <a:pos x="190" y="210"/>
                </a:cxn>
                <a:cxn ang="0">
                  <a:pos x="179" y="231"/>
                </a:cxn>
                <a:cxn ang="0">
                  <a:pos x="186" y="197"/>
                </a:cxn>
                <a:cxn ang="0">
                  <a:pos x="190" y="195"/>
                </a:cxn>
                <a:cxn ang="0">
                  <a:pos x="190" y="182"/>
                </a:cxn>
                <a:cxn ang="0">
                  <a:pos x="188" y="182"/>
                </a:cxn>
                <a:cxn ang="0">
                  <a:pos x="190" y="163"/>
                </a:cxn>
              </a:cxnLst>
              <a:rect l="0" t="0" r="r" b="b"/>
              <a:pathLst>
                <a:path w="190" h="650">
                  <a:moveTo>
                    <a:pt x="190" y="163"/>
                  </a:moveTo>
                  <a:lnTo>
                    <a:pt x="190" y="3"/>
                  </a:lnTo>
                  <a:lnTo>
                    <a:pt x="154" y="0"/>
                  </a:lnTo>
                  <a:lnTo>
                    <a:pt x="0" y="41"/>
                  </a:lnTo>
                  <a:lnTo>
                    <a:pt x="0" y="111"/>
                  </a:lnTo>
                  <a:lnTo>
                    <a:pt x="9" y="117"/>
                  </a:lnTo>
                  <a:lnTo>
                    <a:pt x="20" y="122"/>
                  </a:lnTo>
                  <a:lnTo>
                    <a:pt x="29" y="126"/>
                  </a:lnTo>
                  <a:lnTo>
                    <a:pt x="39" y="130"/>
                  </a:lnTo>
                  <a:lnTo>
                    <a:pt x="48" y="133"/>
                  </a:lnTo>
                  <a:lnTo>
                    <a:pt x="59" y="136"/>
                  </a:lnTo>
                  <a:lnTo>
                    <a:pt x="68" y="138"/>
                  </a:lnTo>
                  <a:lnTo>
                    <a:pt x="77" y="140"/>
                  </a:lnTo>
                  <a:lnTo>
                    <a:pt x="118" y="123"/>
                  </a:lnTo>
                  <a:lnTo>
                    <a:pt x="182" y="123"/>
                  </a:lnTo>
                  <a:lnTo>
                    <a:pt x="174" y="163"/>
                  </a:lnTo>
                  <a:lnTo>
                    <a:pt x="175" y="163"/>
                  </a:lnTo>
                  <a:lnTo>
                    <a:pt x="178" y="182"/>
                  </a:lnTo>
                  <a:lnTo>
                    <a:pt x="171" y="184"/>
                  </a:lnTo>
                  <a:lnTo>
                    <a:pt x="169" y="193"/>
                  </a:lnTo>
                  <a:lnTo>
                    <a:pt x="173" y="192"/>
                  </a:lnTo>
                  <a:lnTo>
                    <a:pt x="166" y="225"/>
                  </a:lnTo>
                  <a:lnTo>
                    <a:pt x="164" y="223"/>
                  </a:lnTo>
                  <a:lnTo>
                    <a:pt x="163" y="231"/>
                  </a:lnTo>
                  <a:lnTo>
                    <a:pt x="0" y="128"/>
                  </a:lnTo>
                  <a:lnTo>
                    <a:pt x="0" y="164"/>
                  </a:lnTo>
                  <a:lnTo>
                    <a:pt x="84" y="210"/>
                  </a:lnTo>
                  <a:lnTo>
                    <a:pt x="46" y="206"/>
                  </a:lnTo>
                  <a:lnTo>
                    <a:pt x="6" y="206"/>
                  </a:lnTo>
                  <a:lnTo>
                    <a:pt x="0" y="198"/>
                  </a:lnTo>
                  <a:lnTo>
                    <a:pt x="0" y="650"/>
                  </a:lnTo>
                  <a:lnTo>
                    <a:pt x="137" y="626"/>
                  </a:lnTo>
                  <a:lnTo>
                    <a:pt x="190" y="609"/>
                  </a:lnTo>
                  <a:lnTo>
                    <a:pt x="190" y="210"/>
                  </a:lnTo>
                  <a:lnTo>
                    <a:pt x="179" y="231"/>
                  </a:lnTo>
                  <a:lnTo>
                    <a:pt x="186" y="197"/>
                  </a:lnTo>
                  <a:lnTo>
                    <a:pt x="190" y="195"/>
                  </a:lnTo>
                  <a:lnTo>
                    <a:pt x="190" y="182"/>
                  </a:lnTo>
                  <a:lnTo>
                    <a:pt x="188" y="182"/>
                  </a:lnTo>
                  <a:lnTo>
                    <a:pt x="190" y="163"/>
                  </a:lnTo>
                  <a:close/>
                </a:path>
              </a:pathLst>
            </a:custGeom>
            <a:solidFill>
              <a:srgbClr val="000F2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01" name="Freeform 29"/>
            <p:cNvSpPr>
              <a:spLocks/>
            </p:cNvSpPr>
            <p:nvPr/>
          </p:nvSpPr>
          <p:spPr bwMode="auto">
            <a:xfrm>
              <a:off x="7478713" y="2752725"/>
              <a:ext cx="23812" cy="55563"/>
            </a:xfrm>
            <a:custGeom>
              <a:avLst/>
              <a:gdLst/>
              <a:ahLst/>
              <a:cxnLst>
                <a:cxn ang="0">
                  <a:pos x="30" y="70"/>
                </a:cxn>
                <a:cxn ang="0">
                  <a:pos x="30" y="0"/>
                </a:cxn>
                <a:cxn ang="0">
                  <a:pos x="0" y="8"/>
                </a:cxn>
                <a:cxn ang="0">
                  <a:pos x="0" y="46"/>
                </a:cxn>
                <a:cxn ang="0">
                  <a:pos x="7" y="53"/>
                </a:cxn>
                <a:cxn ang="0">
                  <a:pos x="15" y="59"/>
                </a:cxn>
                <a:cxn ang="0">
                  <a:pos x="22" y="65"/>
                </a:cxn>
                <a:cxn ang="0">
                  <a:pos x="30" y="70"/>
                </a:cxn>
              </a:cxnLst>
              <a:rect l="0" t="0" r="r" b="b"/>
              <a:pathLst>
                <a:path w="30" h="70">
                  <a:moveTo>
                    <a:pt x="30" y="70"/>
                  </a:moveTo>
                  <a:lnTo>
                    <a:pt x="30" y="0"/>
                  </a:lnTo>
                  <a:lnTo>
                    <a:pt x="0" y="8"/>
                  </a:lnTo>
                  <a:lnTo>
                    <a:pt x="0" y="46"/>
                  </a:lnTo>
                  <a:lnTo>
                    <a:pt x="7" y="53"/>
                  </a:lnTo>
                  <a:lnTo>
                    <a:pt x="15" y="59"/>
                  </a:lnTo>
                  <a:lnTo>
                    <a:pt x="22" y="65"/>
                  </a:lnTo>
                  <a:lnTo>
                    <a:pt x="30" y="70"/>
                  </a:lnTo>
                  <a:close/>
                </a:path>
              </a:pathLst>
            </a:custGeom>
            <a:solidFill>
              <a:srgbClr val="000F2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02" name="Freeform 30"/>
            <p:cNvSpPr>
              <a:spLocks/>
            </p:cNvSpPr>
            <p:nvPr/>
          </p:nvSpPr>
          <p:spPr bwMode="auto">
            <a:xfrm>
              <a:off x="6305550" y="2805113"/>
              <a:ext cx="1196975" cy="596900"/>
            </a:xfrm>
            <a:custGeom>
              <a:avLst/>
              <a:gdLst/>
              <a:ahLst/>
              <a:cxnLst>
                <a:cxn ang="0">
                  <a:pos x="1507" y="20"/>
                </a:cxn>
                <a:cxn ang="0">
                  <a:pos x="1327" y="0"/>
                </a:cxn>
                <a:cxn ang="0">
                  <a:pos x="1303" y="45"/>
                </a:cxn>
                <a:cxn ang="0">
                  <a:pos x="1158" y="40"/>
                </a:cxn>
                <a:cxn ang="0">
                  <a:pos x="1098" y="90"/>
                </a:cxn>
                <a:cxn ang="0">
                  <a:pos x="862" y="140"/>
                </a:cxn>
                <a:cxn ang="0">
                  <a:pos x="842" y="87"/>
                </a:cxn>
                <a:cxn ang="0">
                  <a:pos x="802" y="96"/>
                </a:cxn>
                <a:cxn ang="0">
                  <a:pos x="792" y="158"/>
                </a:cxn>
                <a:cxn ang="0">
                  <a:pos x="765" y="197"/>
                </a:cxn>
                <a:cxn ang="0">
                  <a:pos x="736" y="231"/>
                </a:cxn>
                <a:cxn ang="0">
                  <a:pos x="706" y="261"/>
                </a:cxn>
                <a:cxn ang="0">
                  <a:pos x="673" y="290"/>
                </a:cxn>
                <a:cxn ang="0">
                  <a:pos x="638" y="315"/>
                </a:cxn>
                <a:cxn ang="0">
                  <a:pos x="601" y="340"/>
                </a:cxn>
                <a:cxn ang="0">
                  <a:pos x="563" y="364"/>
                </a:cxn>
                <a:cxn ang="0">
                  <a:pos x="523" y="387"/>
                </a:cxn>
                <a:cxn ang="0">
                  <a:pos x="364" y="449"/>
                </a:cxn>
                <a:cxn ang="0">
                  <a:pos x="322" y="478"/>
                </a:cxn>
                <a:cxn ang="0">
                  <a:pos x="297" y="490"/>
                </a:cxn>
                <a:cxn ang="0">
                  <a:pos x="275" y="499"/>
                </a:cxn>
                <a:cxn ang="0">
                  <a:pos x="254" y="502"/>
                </a:cxn>
                <a:cxn ang="0">
                  <a:pos x="230" y="502"/>
                </a:cxn>
                <a:cxn ang="0">
                  <a:pos x="205" y="499"/>
                </a:cxn>
                <a:cxn ang="0">
                  <a:pos x="176" y="492"/>
                </a:cxn>
                <a:cxn ang="0">
                  <a:pos x="143" y="482"/>
                </a:cxn>
                <a:cxn ang="0">
                  <a:pos x="124" y="374"/>
                </a:cxn>
                <a:cxn ang="0">
                  <a:pos x="75" y="388"/>
                </a:cxn>
                <a:cxn ang="0">
                  <a:pos x="51" y="435"/>
                </a:cxn>
                <a:cxn ang="0">
                  <a:pos x="25" y="480"/>
                </a:cxn>
                <a:cxn ang="0">
                  <a:pos x="5" y="519"/>
                </a:cxn>
                <a:cxn ang="0">
                  <a:pos x="0" y="553"/>
                </a:cxn>
                <a:cxn ang="0">
                  <a:pos x="5" y="562"/>
                </a:cxn>
                <a:cxn ang="0">
                  <a:pos x="15" y="569"/>
                </a:cxn>
                <a:cxn ang="0">
                  <a:pos x="31" y="572"/>
                </a:cxn>
                <a:cxn ang="0">
                  <a:pos x="53" y="573"/>
                </a:cxn>
                <a:cxn ang="0">
                  <a:pos x="150" y="638"/>
                </a:cxn>
                <a:cxn ang="0">
                  <a:pos x="121" y="671"/>
                </a:cxn>
                <a:cxn ang="0">
                  <a:pos x="271" y="724"/>
                </a:cxn>
                <a:cxn ang="0">
                  <a:pos x="495" y="697"/>
                </a:cxn>
                <a:cxn ang="0">
                  <a:pos x="598" y="730"/>
                </a:cxn>
                <a:cxn ang="0">
                  <a:pos x="599" y="747"/>
                </a:cxn>
                <a:cxn ang="0">
                  <a:pos x="603" y="752"/>
                </a:cxn>
                <a:cxn ang="0">
                  <a:pos x="614" y="749"/>
                </a:cxn>
                <a:cxn ang="0">
                  <a:pos x="636" y="747"/>
                </a:cxn>
                <a:cxn ang="0">
                  <a:pos x="879" y="671"/>
                </a:cxn>
                <a:cxn ang="0">
                  <a:pos x="1190" y="569"/>
                </a:cxn>
                <a:cxn ang="0">
                  <a:pos x="1286" y="581"/>
                </a:cxn>
                <a:cxn ang="0">
                  <a:pos x="1507" y="542"/>
                </a:cxn>
                <a:cxn ang="0">
                  <a:pos x="1498" y="78"/>
                </a:cxn>
                <a:cxn ang="0">
                  <a:pos x="1446" y="55"/>
                </a:cxn>
                <a:cxn ang="0">
                  <a:pos x="1507" y="56"/>
                </a:cxn>
              </a:cxnLst>
              <a:rect l="0" t="0" r="r" b="b"/>
              <a:pathLst>
                <a:path w="1507" h="752">
                  <a:moveTo>
                    <a:pt x="1507" y="56"/>
                  </a:moveTo>
                  <a:lnTo>
                    <a:pt x="1507" y="20"/>
                  </a:lnTo>
                  <a:lnTo>
                    <a:pt x="1473" y="0"/>
                  </a:lnTo>
                  <a:lnTo>
                    <a:pt x="1327" y="0"/>
                  </a:lnTo>
                  <a:lnTo>
                    <a:pt x="1312" y="17"/>
                  </a:lnTo>
                  <a:lnTo>
                    <a:pt x="1303" y="45"/>
                  </a:lnTo>
                  <a:lnTo>
                    <a:pt x="1246" y="40"/>
                  </a:lnTo>
                  <a:lnTo>
                    <a:pt x="1158" y="40"/>
                  </a:lnTo>
                  <a:lnTo>
                    <a:pt x="1126" y="60"/>
                  </a:lnTo>
                  <a:lnTo>
                    <a:pt x="1098" y="90"/>
                  </a:lnTo>
                  <a:lnTo>
                    <a:pt x="914" y="131"/>
                  </a:lnTo>
                  <a:lnTo>
                    <a:pt x="862" y="140"/>
                  </a:lnTo>
                  <a:lnTo>
                    <a:pt x="875" y="108"/>
                  </a:lnTo>
                  <a:lnTo>
                    <a:pt x="842" y="87"/>
                  </a:lnTo>
                  <a:lnTo>
                    <a:pt x="817" y="100"/>
                  </a:lnTo>
                  <a:lnTo>
                    <a:pt x="802" y="96"/>
                  </a:lnTo>
                  <a:lnTo>
                    <a:pt x="777" y="136"/>
                  </a:lnTo>
                  <a:lnTo>
                    <a:pt x="792" y="158"/>
                  </a:lnTo>
                  <a:lnTo>
                    <a:pt x="779" y="177"/>
                  </a:lnTo>
                  <a:lnTo>
                    <a:pt x="765" y="197"/>
                  </a:lnTo>
                  <a:lnTo>
                    <a:pt x="751" y="214"/>
                  </a:lnTo>
                  <a:lnTo>
                    <a:pt x="736" y="231"/>
                  </a:lnTo>
                  <a:lnTo>
                    <a:pt x="721" y="246"/>
                  </a:lnTo>
                  <a:lnTo>
                    <a:pt x="706" y="261"/>
                  </a:lnTo>
                  <a:lnTo>
                    <a:pt x="690" y="276"/>
                  </a:lnTo>
                  <a:lnTo>
                    <a:pt x="673" y="290"/>
                  </a:lnTo>
                  <a:lnTo>
                    <a:pt x="656" y="303"/>
                  </a:lnTo>
                  <a:lnTo>
                    <a:pt x="638" y="315"/>
                  </a:lnTo>
                  <a:lnTo>
                    <a:pt x="620" y="328"/>
                  </a:lnTo>
                  <a:lnTo>
                    <a:pt x="601" y="340"/>
                  </a:lnTo>
                  <a:lnTo>
                    <a:pt x="583" y="352"/>
                  </a:lnTo>
                  <a:lnTo>
                    <a:pt x="563" y="364"/>
                  </a:lnTo>
                  <a:lnTo>
                    <a:pt x="544" y="375"/>
                  </a:lnTo>
                  <a:lnTo>
                    <a:pt x="523" y="387"/>
                  </a:lnTo>
                  <a:lnTo>
                    <a:pt x="361" y="412"/>
                  </a:lnTo>
                  <a:lnTo>
                    <a:pt x="364" y="449"/>
                  </a:lnTo>
                  <a:lnTo>
                    <a:pt x="334" y="470"/>
                  </a:lnTo>
                  <a:lnTo>
                    <a:pt x="322" y="478"/>
                  </a:lnTo>
                  <a:lnTo>
                    <a:pt x="309" y="485"/>
                  </a:lnTo>
                  <a:lnTo>
                    <a:pt x="297" y="490"/>
                  </a:lnTo>
                  <a:lnTo>
                    <a:pt x="287" y="495"/>
                  </a:lnTo>
                  <a:lnTo>
                    <a:pt x="275" y="499"/>
                  </a:lnTo>
                  <a:lnTo>
                    <a:pt x="265" y="501"/>
                  </a:lnTo>
                  <a:lnTo>
                    <a:pt x="254" y="502"/>
                  </a:lnTo>
                  <a:lnTo>
                    <a:pt x="242" y="502"/>
                  </a:lnTo>
                  <a:lnTo>
                    <a:pt x="230" y="502"/>
                  </a:lnTo>
                  <a:lnTo>
                    <a:pt x="218" y="501"/>
                  </a:lnTo>
                  <a:lnTo>
                    <a:pt x="205" y="499"/>
                  </a:lnTo>
                  <a:lnTo>
                    <a:pt x="191" y="495"/>
                  </a:lnTo>
                  <a:lnTo>
                    <a:pt x="176" y="492"/>
                  </a:lnTo>
                  <a:lnTo>
                    <a:pt x="160" y="488"/>
                  </a:lnTo>
                  <a:lnTo>
                    <a:pt x="143" y="482"/>
                  </a:lnTo>
                  <a:lnTo>
                    <a:pt x="124" y="478"/>
                  </a:lnTo>
                  <a:lnTo>
                    <a:pt x="124" y="374"/>
                  </a:lnTo>
                  <a:lnTo>
                    <a:pt x="83" y="365"/>
                  </a:lnTo>
                  <a:lnTo>
                    <a:pt x="75" y="388"/>
                  </a:lnTo>
                  <a:lnTo>
                    <a:pt x="63" y="412"/>
                  </a:lnTo>
                  <a:lnTo>
                    <a:pt x="51" y="435"/>
                  </a:lnTo>
                  <a:lnTo>
                    <a:pt x="38" y="458"/>
                  </a:lnTo>
                  <a:lnTo>
                    <a:pt x="25" y="480"/>
                  </a:lnTo>
                  <a:lnTo>
                    <a:pt x="14" y="500"/>
                  </a:lnTo>
                  <a:lnTo>
                    <a:pt x="5" y="519"/>
                  </a:lnTo>
                  <a:lnTo>
                    <a:pt x="0" y="535"/>
                  </a:lnTo>
                  <a:lnTo>
                    <a:pt x="0" y="553"/>
                  </a:lnTo>
                  <a:lnTo>
                    <a:pt x="2" y="557"/>
                  </a:lnTo>
                  <a:lnTo>
                    <a:pt x="5" y="562"/>
                  </a:lnTo>
                  <a:lnTo>
                    <a:pt x="9" y="565"/>
                  </a:lnTo>
                  <a:lnTo>
                    <a:pt x="15" y="569"/>
                  </a:lnTo>
                  <a:lnTo>
                    <a:pt x="22" y="571"/>
                  </a:lnTo>
                  <a:lnTo>
                    <a:pt x="31" y="572"/>
                  </a:lnTo>
                  <a:lnTo>
                    <a:pt x="42" y="573"/>
                  </a:lnTo>
                  <a:lnTo>
                    <a:pt x="53" y="573"/>
                  </a:lnTo>
                  <a:lnTo>
                    <a:pt x="164" y="600"/>
                  </a:lnTo>
                  <a:lnTo>
                    <a:pt x="150" y="638"/>
                  </a:lnTo>
                  <a:lnTo>
                    <a:pt x="136" y="667"/>
                  </a:lnTo>
                  <a:lnTo>
                    <a:pt x="121" y="671"/>
                  </a:lnTo>
                  <a:lnTo>
                    <a:pt x="121" y="686"/>
                  </a:lnTo>
                  <a:lnTo>
                    <a:pt x="271" y="724"/>
                  </a:lnTo>
                  <a:lnTo>
                    <a:pt x="298" y="724"/>
                  </a:lnTo>
                  <a:lnTo>
                    <a:pt x="495" y="697"/>
                  </a:lnTo>
                  <a:lnTo>
                    <a:pt x="590" y="714"/>
                  </a:lnTo>
                  <a:lnTo>
                    <a:pt x="598" y="730"/>
                  </a:lnTo>
                  <a:lnTo>
                    <a:pt x="598" y="740"/>
                  </a:lnTo>
                  <a:lnTo>
                    <a:pt x="599" y="747"/>
                  </a:lnTo>
                  <a:lnTo>
                    <a:pt x="600" y="751"/>
                  </a:lnTo>
                  <a:lnTo>
                    <a:pt x="603" y="752"/>
                  </a:lnTo>
                  <a:lnTo>
                    <a:pt x="607" y="751"/>
                  </a:lnTo>
                  <a:lnTo>
                    <a:pt x="614" y="749"/>
                  </a:lnTo>
                  <a:lnTo>
                    <a:pt x="623" y="748"/>
                  </a:lnTo>
                  <a:lnTo>
                    <a:pt x="636" y="747"/>
                  </a:lnTo>
                  <a:lnTo>
                    <a:pt x="799" y="691"/>
                  </a:lnTo>
                  <a:lnTo>
                    <a:pt x="879" y="671"/>
                  </a:lnTo>
                  <a:lnTo>
                    <a:pt x="856" y="518"/>
                  </a:lnTo>
                  <a:lnTo>
                    <a:pt x="1190" y="569"/>
                  </a:lnTo>
                  <a:lnTo>
                    <a:pt x="1233" y="586"/>
                  </a:lnTo>
                  <a:lnTo>
                    <a:pt x="1286" y="581"/>
                  </a:lnTo>
                  <a:lnTo>
                    <a:pt x="1505" y="543"/>
                  </a:lnTo>
                  <a:lnTo>
                    <a:pt x="1507" y="542"/>
                  </a:lnTo>
                  <a:lnTo>
                    <a:pt x="1507" y="90"/>
                  </a:lnTo>
                  <a:lnTo>
                    <a:pt x="1498" y="78"/>
                  </a:lnTo>
                  <a:lnTo>
                    <a:pt x="1423" y="86"/>
                  </a:lnTo>
                  <a:lnTo>
                    <a:pt x="1446" y="55"/>
                  </a:lnTo>
                  <a:lnTo>
                    <a:pt x="1497" y="51"/>
                  </a:lnTo>
                  <a:lnTo>
                    <a:pt x="1507" y="56"/>
                  </a:lnTo>
                  <a:close/>
                </a:path>
              </a:pathLst>
            </a:custGeom>
            <a:solidFill>
              <a:srgbClr val="000F2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03" name="Freeform 31"/>
            <p:cNvSpPr>
              <a:spLocks/>
            </p:cNvSpPr>
            <p:nvPr/>
          </p:nvSpPr>
          <p:spPr bwMode="auto">
            <a:xfrm>
              <a:off x="6677025" y="2981325"/>
              <a:ext cx="868362" cy="193675"/>
            </a:xfrm>
            <a:custGeom>
              <a:avLst/>
              <a:gdLst/>
              <a:ahLst/>
              <a:cxnLst>
                <a:cxn ang="0">
                  <a:pos x="94" y="138"/>
                </a:cxn>
                <a:cxn ang="0">
                  <a:pos x="0" y="193"/>
                </a:cxn>
                <a:cxn ang="0">
                  <a:pos x="2" y="198"/>
                </a:cxn>
                <a:cxn ang="0">
                  <a:pos x="3" y="202"/>
                </a:cxn>
                <a:cxn ang="0">
                  <a:pos x="5" y="205"/>
                </a:cxn>
                <a:cxn ang="0">
                  <a:pos x="5" y="208"/>
                </a:cxn>
                <a:cxn ang="0">
                  <a:pos x="6" y="212"/>
                </a:cxn>
                <a:cxn ang="0">
                  <a:pos x="8" y="215"/>
                </a:cxn>
                <a:cxn ang="0">
                  <a:pos x="10" y="218"/>
                </a:cxn>
                <a:cxn ang="0">
                  <a:pos x="16" y="221"/>
                </a:cxn>
                <a:cxn ang="0">
                  <a:pos x="23" y="223"/>
                </a:cxn>
                <a:cxn ang="0">
                  <a:pos x="32" y="227"/>
                </a:cxn>
                <a:cxn ang="0">
                  <a:pos x="46" y="229"/>
                </a:cxn>
                <a:cxn ang="0">
                  <a:pos x="62" y="233"/>
                </a:cxn>
                <a:cxn ang="0">
                  <a:pos x="83" y="235"/>
                </a:cxn>
                <a:cxn ang="0">
                  <a:pos x="108" y="238"/>
                </a:cxn>
                <a:cxn ang="0">
                  <a:pos x="139" y="242"/>
                </a:cxn>
                <a:cxn ang="0">
                  <a:pos x="175" y="245"/>
                </a:cxn>
                <a:cxn ang="0">
                  <a:pos x="219" y="228"/>
                </a:cxn>
                <a:cxn ang="0">
                  <a:pos x="418" y="207"/>
                </a:cxn>
                <a:cxn ang="0">
                  <a:pos x="1092" y="65"/>
                </a:cxn>
                <a:cxn ang="0">
                  <a:pos x="1074" y="38"/>
                </a:cxn>
                <a:cxn ang="0">
                  <a:pos x="986" y="0"/>
                </a:cxn>
                <a:cxn ang="0">
                  <a:pos x="338" y="121"/>
                </a:cxn>
                <a:cxn ang="0">
                  <a:pos x="233" y="149"/>
                </a:cxn>
                <a:cxn ang="0">
                  <a:pos x="189" y="165"/>
                </a:cxn>
                <a:cxn ang="0">
                  <a:pos x="168" y="165"/>
                </a:cxn>
                <a:cxn ang="0">
                  <a:pos x="149" y="166"/>
                </a:cxn>
                <a:cxn ang="0">
                  <a:pos x="134" y="167"/>
                </a:cxn>
                <a:cxn ang="0">
                  <a:pos x="121" y="167"/>
                </a:cxn>
                <a:cxn ang="0">
                  <a:pos x="112" y="165"/>
                </a:cxn>
                <a:cxn ang="0">
                  <a:pos x="107" y="158"/>
                </a:cxn>
                <a:cxn ang="0">
                  <a:pos x="106" y="145"/>
                </a:cxn>
                <a:cxn ang="0">
                  <a:pos x="109" y="127"/>
                </a:cxn>
                <a:cxn ang="0">
                  <a:pos x="94" y="138"/>
                </a:cxn>
              </a:cxnLst>
              <a:rect l="0" t="0" r="r" b="b"/>
              <a:pathLst>
                <a:path w="1092" h="245">
                  <a:moveTo>
                    <a:pt x="94" y="138"/>
                  </a:moveTo>
                  <a:lnTo>
                    <a:pt x="0" y="193"/>
                  </a:lnTo>
                  <a:lnTo>
                    <a:pt x="2" y="198"/>
                  </a:lnTo>
                  <a:lnTo>
                    <a:pt x="3" y="202"/>
                  </a:lnTo>
                  <a:lnTo>
                    <a:pt x="5" y="205"/>
                  </a:lnTo>
                  <a:lnTo>
                    <a:pt x="5" y="208"/>
                  </a:lnTo>
                  <a:lnTo>
                    <a:pt x="6" y="212"/>
                  </a:lnTo>
                  <a:lnTo>
                    <a:pt x="8" y="215"/>
                  </a:lnTo>
                  <a:lnTo>
                    <a:pt x="10" y="218"/>
                  </a:lnTo>
                  <a:lnTo>
                    <a:pt x="16" y="221"/>
                  </a:lnTo>
                  <a:lnTo>
                    <a:pt x="23" y="223"/>
                  </a:lnTo>
                  <a:lnTo>
                    <a:pt x="32" y="227"/>
                  </a:lnTo>
                  <a:lnTo>
                    <a:pt x="46" y="229"/>
                  </a:lnTo>
                  <a:lnTo>
                    <a:pt x="62" y="233"/>
                  </a:lnTo>
                  <a:lnTo>
                    <a:pt x="83" y="235"/>
                  </a:lnTo>
                  <a:lnTo>
                    <a:pt x="108" y="238"/>
                  </a:lnTo>
                  <a:lnTo>
                    <a:pt x="139" y="242"/>
                  </a:lnTo>
                  <a:lnTo>
                    <a:pt x="175" y="245"/>
                  </a:lnTo>
                  <a:lnTo>
                    <a:pt x="219" y="228"/>
                  </a:lnTo>
                  <a:lnTo>
                    <a:pt x="418" y="207"/>
                  </a:lnTo>
                  <a:lnTo>
                    <a:pt x="1092" y="65"/>
                  </a:lnTo>
                  <a:lnTo>
                    <a:pt x="1074" y="38"/>
                  </a:lnTo>
                  <a:lnTo>
                    <a:pt x="986" y="0"/>
                  </a:lnTo>
                  <a:lnTo>
                    <a:pt x="338" y="121"/>
                  </a:lnTo>
                  <a:lnTo>
                    <a:pt x="233" y="149"/>
                  </a:lnTo>
                  <a:lnTo>
                    <a:pt x="189" y="165"/>
                  </a:lnTo>
                  <a:lnTo>
                    <a:pt x="168" y="165"/>
                  </a:lnTo>
                  <a:lnTo>
                    <a:pt x="149" y="166"/>
                  </a:lnTo>
                  <a:lnTo>
                    <a:pt x="134" y="167"/>
                  </a:lnTo>
                  <a:lnTo>
                    <a:pt x="121" y="167"/>
                  </a:lnTo>
                  <a:lnTo>
                    <a:pt x="112" y="165"/>
                  </a:lnTo>
                  <a:lnTo>
                    <a:pt x="107" y="158"/>
                  </a:lnTo>
                  <a:lnTo>
                    <a:pt x="106" y="145"/>
                  </a:lnTo>
                  <a:lnTo>
                    <a:pt x="109" y="127"/>
                  </a:lnTo>
                  <a:lnTo>
                    <a:pt x="94" y="138"/>
                  </a:lnTo>
                  <a:close/>
                </a:path>
              </a:pathLst>
            </a:custGeom>
            <a:solidFill>
              <a:srgbClr val="FF283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04" name="Freeform 32"/>
            <p:cNvSpPr>
              <a:spLocks/>
            </p:cNvSpPr>
            <p:nvPr/>
          </p:nvSpPr>
          <p:spPr bwMode="auto">
            <a:xfrm>
              <a:off x="6570663" y="3195638"/>
              <a:ext cx="390525" cy="115888"/>
            </a:xfrm>
            <a:custGeom>
              <a:avLst/>
              <a:gdLst/>
              <a:ahLst/>
              <a:cxnLst>
                <a:cxn ang="0">
                  <a:pos x="0" y="146"/>
                </a:cxn>
                <a:cxn ang="0">
                  <a:pos x="84" y="99"/>
                </a:cxn>
                <a:cxn ang="0">
                  <a:pos x="103" y="86"/>
                </a:cxn>
                <a:cxn ang="0">
                  <a:pos x="120" y="76"/>
                </a:cxn>
                <a:cxn ang="0">
                  <a:pos x="137" y="66"/>
                </a:cxn>
                <a:cxn ang="0">
                  <a:pos x="155" y="58"/>
                </a:cxn>
                <a:cxn ang="0">
                  <a:pos x="171" y="51"/>
                </a:cxn>
                <a:cxn ang="0">
                  <a:pos x="188" y="44"/>
                </a:cxn>
                <a:cxn ang="0">
                  <a:pos x="205" y="40"/>
                </a:cxn>
                <a:cxn ang="0">
                  <a:pos x="223" y="35"/>
                </a:cxn>
                <a:cxn ang="0">
                  <a:pos x="240" y="31"/>
                </a:cxn>
                <a:cxn ang="0">
                  <a:pos x="257" y="26"/>
                </a:cxn>
                <a:cxn ang="0">
                  <a:pos x="274" y="23"/>
                </a:cxn>
                <a:cxn ang="0">
                  <a:pos x="293" y="19"/>
                </a:cxn>
                <a:cxn ang="0">
                  <a:pos x="311" y="15"/>
                </a:cxn>
                <a:cxn ang="0">
                  <a:pos x="331" y="10"/>
                </a:cxn>
                <a:cxn ang="0">
                  <a:pos x="350" y="5"/>
                </a:cxn>
                <a:cxn ang="0">
                  <a:pos x="371" y="0"/>
                </a:cxn>
                <a:cxn ang="0">
                  <a:pos x="430" y="3"/>
                </a:cxn>
                <a:cxn ang="0">
                  <a:pos x="491" y="2"/>
                </a:cxn>
                <a:cxn ang="0">
                  <a:pos x="386" y="80"/>
                </a:cxn>
                <a:cxn ang="0">
                  <a:pos x="310" y="62"/>
                </a:cxn>
                <a:cxn ang="0">
                  <a:pos x="292" y="72"/>
                </a:cxn>
                <a:cxn ang="0">
                  <a:pos x="310" y="95"/>
                </a:cxn>
                <a:cxn ang="0">
                  <a:pos x="241" y="77"/>
                </a:cxn>
                <a:cxn ang="0">
                  <a:pos x="194" y="99"/>
                </a:cxn>
                <a:cxn ang="0">
                  <a:pos x="157" y="108"/>
                </a:cxn>
                <a:cxn ang="0">
                  <a:pos x="81" y="117"/>
                </a:cxn>
                <a:cxn ang="0">
                  <a:pos x="0" y="146"/>
                </a:cxn>
              </a:cxnLst>
              <a:rect l="0" t="0" r="r" b="b"/>
              <a:pathLst>
                <a:path w="491" h="146">
                  <a:moveTo>
                    <a:pt x="0" y="146"/>
                  </a:moveTo>
                  <a:lnTo>
                    <a:pt x="84" y="99"/>
                  </a:lnTo>
                  <a:lnTo>
                    <a:pt x="103" y="86"/>
                  </a:lnTo>
                  <a:lnTo>
                    <a:pt x="120" y="76"/>
                  </a:lnTo>
                  <a:lnTo>
                    <a:pt x="137" y="66"/>
                  </a:lnTo>
                  <a:lnTo>
                    <a:pt x="155" y="58"/>
                  </a:lnTo>
                  <a:lnTo>
                    <a:pt x="171" y="51"/>
                  </a:lnTo>
                  <a:lnTo>
                    <a:pt x="188" y="44"/>
                  </a:lnTo>
                  <a:lnTo>
                    <a:pt x="205" y="40"/>
                  </a:lnTo>
                  <a:lnTo>
                    <a:pt x="223" y="35"/>
                  </a:lnTo>
                  <a:lnTo>
                    <a:pt x="240" y="31"/>
                  </a:lnTo>
                  <a:lnTo>
                    <a:pt x="257" y="26"/>
                  </a:lnTo>
                  <a:lnTo>
                    <a:pt x="274" y="23"/>
                  </a:lnTo>
                  <a:lnTo>
                    <a:pt x="293" y="19"/>
                  </a:lnTo>
                  <a:lnTo>
                    <a:pt x="311" y="15"/>
                  </a:lnTo>
                  <a:lnTo>
                    <a:pt x="331" y="10"/>
                  </a:lnTo>
                  <a:lnTo>
                    <a:pt x="350" y="5"/>
                  </a:lnTo>
                  <a:lnTo>
                    <a:pt x="371" y="0"/>
                  </a:lnTo>
                  <a:lnTo>
                    <a:pt x="430" y="3"/>
                  </a:lnTo>
                  <a:lnTo>
                    <a:pt x="491" y="2"/>
                  </a:lnTo>
                  <a:lnTo>
                    <a:pt x="386" y="80"/>
                  </a:lnTo>
                  <a:lnTo>
                    <a:pt x="310" y="62"/>
                  </a:lnTo>
                  <a:lnTo>
                    <a:pt x="292" y="72"/>
                  </a:lnTo>
                  <a:lnTo>
                    <a:pt x="310" y="95"/>
                  </a:lnTo>
                  <a:lnTo>
                    <a:pt x="241" y="77"/>
                  </a:lnTo>
                  <a:lnTo>
                    <a:pt x="194" y="99"/>
                  </a:lnTo>
                  <a:lnTo>
                    <a:pt x="157" y="108"/>
                  </a:lnTo>
                  <a:lnTo>
                    <a:pt x="81" y="117"/>
                  </a:lnTo>
                  <a:lnTo>
                    <a:pt x="0" y="146"/>
                  </a:lnTo>
                  <a:close/>
                </a:path>
              </a:pathLst>
            </a:custGeom>
            <a:solidFill>
              <a:srgbClr val="99844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05" name="Freeform 33"/>
            <p:cNvSpPr>
              <a:spLocks/>
            </p:cNvSpPr>
            <p:nvPr/>
          </p:nvSpPr>
          <p:spPr bwMode="auto">
            <a:xfrm>
              <a:off x="6757988" y="2882900"/>
              <a:ext cx="590550" cy="239713"/>
            </a:xfrm>
            <a:custGeom>
              <a:avLst/>
              <a:gdLst/>
              <a:ahLst/>
              <a:cxnLst>
                <a:cxn ang="0">
                  <a:pos x="220" y="59"/>
                </a:cxn>
                <a:cxn ang="0">
                  <a:pos x="183" y="114"/>
                </a:cxn>
                <a:cxn ang="0">
                  <a:pos x="165" y="130"/>
                </a:cxn>
                <a:cxn ang="0">
                  <a:pos x="149" y="146"/>
                </a:cxn>
                <a:cxn ang="0">
                  <a:pos x="133" y="160"/>
                </a:cxn>
                <a:cxn ang="0">
                  <a:pos x="117" y="174"/>
                </a:cxn>
                <a:cxn ang="0">
                  <a:pos x="99" y="188"/>
                </a:cxn>
                <a:cxn ang="0">
                  <a:pos x="80" y="202"/>
                </a:cxn>
                <a:cxn ang="0">
                  <a:pos x="59" y="217"/>
                </a:cxn>
                <a:cxn ang="0">
                  <a:pos x="35" y="235"/>
                </a:cxn>
                <a:cxn ang="0">
                  <a:pos x="6" y="255"/>
                </a:cxn>
                <a:cxn ang="0">
                  <a:pos x="0" y="270"/>
                </a:cxn>
                <a:cxn ang="0">
                  <a:pos x="0" y="282"/>
                </a:cxn>
                <a:cxn ang="0">
                  <a:pos x="4" y="291"/>
                </a:cxn>
                <a:cxn ang="0">
                  <a:pos x="12" y="297"/>
                </a:cxn>
                <a:cxn ang="0">
                  <a:pos x="23" y="300"/>
                </a:cxn>
                <a:cxn ang="0">
                  <a:pos x="37" y="301"/>
                </a:cxn>
                <a:cxn ang="0">
                  <a:pos x="53" y="300"/>
                </a:cxn>
                <a:cxn ang="0">
                  <a:pos x="71" y="298"/>
                </a:cxn>
                <a:cxn ang="0">
                  <a:pos x="88" y="295"/>
                </a:cxn>
                <a:cxn ang="0">
                  <a:pos x="106" y="291"/>
                </a:cxn>
                <a:cxn ang="0">
                  <a:pos x="124" y="287"/>
                </a:cxn>
                <a:cxn ang="0">
                  <a:pos x="141" y="281"/>
                </a:cxn>
                <a:cxn ang="0">
                  <a:pos x="156" y="276"/>
                </a:cxn>
                <a:cxn ang="0">
                  <a:pos x="168" y="273"/>
                </a:cxn>
                <a:cxn ang="0">
                  <a:pos x="178" y="269"/>
                </a:cxn>
                <a:cxn ang="0">
                  <a:pos x="183" y="267"/>
                </a:cxn>
                <a:cxn ang="0">
                  <a:pos x="218" y="258"/>
                </a:cxn>
                <a:cxn ang="0">
                  <a:pos x="253" y="250"/>
                </a:cxn>
                <a:cxn ang="0">
                  <a:pos x="287" y="242"/>
                </a:cxn>
                <a:cxn ang="0">
                  <a:pos x="323" y="234"/>
                </a:cxn>
                <a:cxn ang="0">
                  <a:pos x="357" y="227"/>
                </a:cxn>
                <a:cxn ang="0">
                  <a:pos x="392" y="219"/>
                </a:cxn>
                <a:cxn ang="0">
                  <a:pos x="428" y="212"/>
                </a:cxn>
                <a:cxn ang="0">
                  <a:pos x="462" y="205"/>
                </a:cxn>
                <a:cxn ang="0">
                  <a:pos x="498" y="199"/>
                </a:cxn>
                <a:cxn ang="0">
                  <a:pos x="533" y="192"/>
                </a:cxn>
                <a:cxn ang="0">
                  <a:pos x="568" y="186"/>
                </a:cxn>
                <a:cxn ang="0">
                  <a:pos x="604" y="179"/>
                </a:cxn>
                <a:cxn ang="0">
                  <a:pos x="639" y="174"/>
                </a:cxn>
                <a:cxn ang="0">
                  <a:pos x="674" y="167"/>
                </a:cxn>
                <a:cxn ang="0">
                  <a:pos x="709" y="161"/>
                </a:cxn>
                <a:cxn ang="0">
                  <a:pos x="745" y="154"/>
                </a:cxn>
                <a:cxn ang="0">
                  <a:pos x="687" y="0"/>
                </a:cxn>
                <a:cxn ang="0">
                  <a:pos x="668" y="37"/>
                </a:cxn>
                <a:cxn ang="0">
                  <a:pos x="650" y="44"/>
                </a:cxn>
                <a:cxn ang="0">
                  <a:pos x="630" y="51"/>
                </a:cxn>
                <a:cxn ang="0">
                  <a:pos x="609" y="56"/>
                </a:cxn>
                <a:cxn ang="0">
                  <a:pos x="586" y="61"/>
                </a:cxn>
                <a:cxn ang="0">
                  <a:pos x="561" y="65"/>
                </a:cxn>
                <a:cxn ang="0">
                  <a:pos x="537" y="69"/>
                </a:cxn>
                <a:cxn ang="0">
                  <a:pos x="512" y="72"/>
                </a:cxn>
                <a:cxn ang="0">
                  <a:pos x="485" y="75"/>
                </a:cxn>
                <a:cxn ang="0">
                  <a:pos x="459" y="77"/>
                </a:cxn>
                <a:cxn ang="0">
                  <a:pos x="433" y="78"/>
                </a:cxn>
                <a:cxn ang="0">
                  <a:pos x="407" y="79"/>
                </a:cxn>
                <a:cxn ang="0">
                  <a:pos x="382" y="79"/>
                </a:cxn>
                <a:cxn ang="0">
                  <a:pos x="356" y="79"/>
                </a:cxn>
                <a:cxn ang="0">
                  <a:pos x="332" y="79"/>
                </a:cxn>
                <a:cxn ang="0">
                  <a:pos x="308" y="77"/>
                </a:cxn>
                <a:cxn ang="0">
                  <a:pos x="286" y="76"/>
                </a:cxn>
                <a:cxn ang="0">
                  <a:pos x="254" y="65"/>
                </a:cxn>
                <a:cxn ang="0">
                  <a:pos x="220" y="59"/>
                </a:cxn>
              </a:cxnLst>
              <a:rect l="0" t="0" r="r" b="b"/>
              <a:pathLst>
                <a:path w="745" h="301">
                  <a:moveTo>
                    <a:pt x="220" y="59"/>
                  </a:moveTo>
                  <a:lnTo>
                    <a:pt x="183" y="114"/>
                  </a:lnTo>
                  <a:lnTo>
                    <a:pt x="165" y="130"/>
                  </a:lnTo>
                  <a:lnTo>
                    <a:pt x="149" y="146"/>
                  </a:lnTo>
                  <a:lnTo>
                    <a:pt x="133" y="160"/>
                  </a:lnTo>
                  <a:lnTo>
                    <a:pt x="117" y="174"/>
                  </a:lnTo>
                  <a:lnTo>
                    <a:pt x="99" y="188"/>
                  </a:lnTo>
                  <a:lnTo>
                    <a:pt x="80" y="202"/>
                  </a:lnTo>
                  <a:lnTo>
                    <a:pt x="59" y="217"/>
                  </a:lnTo>
                  <a:lnTo>
                    <a:pt x="35" y="235"/>
                  </a:lnTo>
                  <a:lnTo>
                    <a:pt x="6" y="255"/>
                  </a:lnTo>
                  <a:lnTo>
                    <a:pt x="0" y="270"/>
                  </a:lnTo>
                  <a:lnTo>
                    <a:pt x="0" y="282"/>
                  </a:lnTo>
                  <a:lnTo>
                    <a:pt x="4" y="291"/>
                  </a:lnTo>
                  <a:lnTo>
                    <a:pt x="12" y="297"/>
                  </a:lnTo>
                  <a:lnTo>
                    <a:pt x="23" y="300"/>
                  </a:lnTo>
                  <a:lnTo>
                    <a:pt x="37" y="301"/>
                  </a:lnTo>
                  <a:lnTo>
                    <a:pt x="53" y="300"/>
                  </a:lnTo>
                  <a:lnTo>
                    <a:pt x="71" y="298"/>
                  </a:lnTo>
                  <a:lnTo>
                    <a:pt x="88" y="295"/>
                  </a:lnTo>
                  <a:lnTo>
                    <a:pt x="106" y="291"/>
                  </a:lnTo>
                  <a:lnTo>
                    <a:pt x="124" y="287"/>
                  </a:lnTo>
                  <a:lnTo>
                    <a:pt x="141" y="281"/>
                  </a:lnTo>
                  <a:lnTo>
                    <a:pt x="156" y="276"/>
                  </a:lnTo>
                  <a:lnTo>
                    <a:pt x="168" y="273"/>
                  </a:lnTo>
                  <a:lnTo>
                    <a:pt x="178" y="269"/>
                  </a:lnTo>
                  <a:lnTo>
                    <a:pt x="183" y="267"/>
                  </a:lnTo>
                  <a:lnTo>
                    <a:pt x="218" y="258"/>
                  </a:lnTo>
                  <a:lnTo>
                    <a:pt x="253" y="250"/>
                  </a:lnTo>
                  <a:lnTo>
                    <a:pt x="287" y="242"/>
                  </a:lnTo>
                  <a:lnTo>
                    <a:pt x="323" y="234"/>
                  </a:lnTo>
                  <a:lnTo>
                    <a:pt x="357" y="227"/>
                  </a:lnTo>
                  <a:lnTo>
                    <a:pt x="392" y="219"/>
                  </a:lnTo>
                  <a:lnTo>
                    <a:pt x="428" y="212"/>
                  </a:lnTo>
                  <a:lnTo>
                    <a:pt x="462" y="205"/>
                  </a:lnTo>
                  <a:lnTo>
                    <a:pt x="498" y="199"/>
                  </a:lnTo>
                  <a:lnTo>
                    <a:pt x="533" y="192"/>
                  </a:lnTo>
                  <a:lnTo>
                    <a:pt x="568" y="186"/>
                  </a:lnTo>
                  <a:lnTo>
                    <a:pt x="604" y="179"/>
                  </a:lnTo>
                  <a:lnTo>
                    <a:pt x="639" y="174"/>
                  </a:lnTo>
                  <a:lnTo>
                    <a:pt x="674" y="167"/>
                  </a:lnTo>
                  <a:lnTo>
                    <a:pt x="709" y="161"/>
                  </a:lnTo>
                  <a:lnTo>
                    <a:pt x="745" y="154"/>
                  </a:lnTo>
                  <a:lnTo>
                    <a:pt x="687" y="0"/>
                  </a:lnTo>
                  <a:lnTo>
                    <a:pt x="668" y="37"/>
                  </a:lnTo>
                  <a:lnTo>
                    <a:pt x="650" y="44"/>
                  </a:lnTo>
                  <a:lnTo>
                    <a:pt x="630" y="51"/>
                  </a:lnTo>
                  <a:lnTo>
                    <a:pt x="609" y="56"/>
                  </a:lnTo>
                  <a:lnTo>
                    <a:pt x="586" y="61"/>
                  </a:lnTo>
                  <a:lnTo>
                    <a:pt x="561" y="65"/>
                  </a:lnTo>
                  <a:lnTo>
                    <a:pt x="537" y="69"/>
                  </a:lnTo>
                  <a:lnTo>
                    <a:pt x="512" y="72"/>
                  </a:lnTo>
                  <a:lnTo>
                    <a:pt x="485" y="75"/>
                  </a:lnTo>
                  <a:lnTo>
                    <a:pt x="459" y="77"/>
                  </a:lnTo>
                  <a:lnTo>
                    <a:pt x="433" y="78"/>
                  </a:lnTo>
                  <a:lnTo>
                    <a:pt x="407" y="79"/>
                  </a:lnTo>
                  <a:lnTo>
                    <a:pt x="382" y="79"/>
                  </a:lnTo>
                  <a:lnTo>
                    <a:pt x="356" y="79"/>
                  </a:lnTo>
                  <a:lnTo>
                    <a:pt x="332" y="79"/>
                  </a:lnTo>
                  <a:lnTo>
                    <a:pt x="308" y="77"/>
                  </a:lnTo>
                  <a:lnTo>
                    <a:pt x="286" y="76"/>
                  </a:lnTo>
                  <a:lnTo>
                    <a:pt x="254" y="65"/>
                  </a:lnTo>
                  <a:lnTo>
                    <a:pt x="220" y="59"/>
                  </a:lnTo>
                  <a:close/>
                </a:path>
              </a:pathLst>
            </a:custGeom>
            <a:solidFill>
              <a:srgbClr val="FFD37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06" name="Freeform 34"/>
            <p:cNvSpPr>
              <a:spLocks/>
            </p:cNvSpPr>
            <p:nvPr/>
          </p:nvSpPr>
          <p:spPr bwMode="auto">
            <a:xfrm>
              <a:off x="6218238" y="3098800"/>
              <a:ext cx="277812" cy="187325"/>
            </a:xfrm>
            <a:custGeom>
              <a:avLst/>
              <a:gdLst/>
              <a:ahLst/>
              <a:cxnLst>
                <a:cxn ang="0">
                  <a:pos x="217" y="0"/>
                </a:cxn>
                <a:cxn ang="0">
                  <a:pos x="21" y="169"/>
                </a:cxn>
                <a:cxn ang="0">
                  <a:pos x="0" y="206"/>
                </a:cxn>
                <a:cxn ang="0">
                  <a:pos x="13" y="236"/>
                </a:cxn>
                <a:cxn ang="0">
                  <a:pos x="54" y="226"/>
                </a:cxn>
                <a:cxn ang="0">
                  <a:pos x="141" y="209"/>
                </a:cxn>
                <a:cxn ang="0">
                  <a:pos x="189" y="206"/>
                </a:cxn>
                <a:cxn ang="0">
                  <a:pos x="204" y="211"/>
                </a:cxn>
                <a:cxn ang="0">
                  <a:pos x="216" y="216"/>
                </a:cxn>
                <a:cxn ang="0">
                  <a:pos x="228" y="221"/>
                </a:cxn>
                <a:cxn ang="0">
                  <a:pos x="238" y="224"/>
                </a:cxn>
                <a:cxn ang="0">
                  <a:pos x="247" y="226"/>
                </a:cxn>
                <a:cxn ang="0">
                  <a:pos x="254" y="228"/>
                </a:cxn>
                <a:cxn ang="0">
                  <a:pos x="260" y="228"/>
                </a:cxn>
                <a:cxn ang="0">
                  <a:pos x="265" y="225"/>
                </a:cxn>
                <a:cxn ang="0">
                  <a:pos x="270" y="218"/>
                </a:cxn>
                <a:cxn ang="0">
                  <a:pos x="275" y="210"/>
                </a:cxn>
                <a:cxn ang="0">
                  <a:pos x="281" y="200"/>
                </a:cxn>
                <a:cxn ang="0">
                  <a:pos x="286" y="190"/>
                </a:cxn>
                <a:cxn ang="0">
                  <a:pos x="296" y="177"/>
                </a:cxn>
                <a:cxn ang="0">
                  <a:pos x="308" y="164"/>
                </a:cxn>
                <a:cxn ang="0">
                  <a:pos x="327" y="149"/>
                </a:cxn>
                <a:cxn ang="0">
                  <a:pos x="350" y="134"/>
                </a:cxn>
                <a:cxn ang="0">
                  <a:pos x="239" y="110"/>
                </a:cxn>
                <a:cxn ang="0">
                  <a:pos x="236" y="79"/>
                </a:cxn>
                <a:cxn ang="0">
                  <a:pos x="236" y="8"/>
                </a:cxn>
                <a:cxn ang="0">
                  <a:pos x="217" y="0"/>
                </a:cxn>
              </a:cxnLst>
              <a:rect l="0" t="0" r="r" b="b"/>
              <a:pathLst>
                <a:path w="350" h="236">
                  <a:moveTo>
                    <a:pt x="217" y="0"/>
                  </a:moveTo>
                  <a:lnTo>
                    <a:pt x="21" y="169"/>
                  </a:lnTo>
                  <a:lnTo>
                    <a:pt x="0" y="206"/>
                  </a:lnTo>
                  <a:lnTo>
                    <a:pt x="13" y="236"/>
                  </a:lnTo>
                  <a:lnTo>
                    <a:pt x="54" y="226"/>
                  </a:lnTo>
                  <a:lnTo>
                    <a:pt x="141" y="209"/>
                  </a:lnTo>
                  <a:lnTo>
                    <a:pt x="189" y="206"/>
                  </a:lnTo>
                  <a:lnTo>
                    <a:pt x="204" y="211"/>
                  </a:lnTo>
                  <a:lnTo>
                    <a:pt x="216" y="216"/>
                  </a:lnTo>
                  <a:lnTo>
                    <a:pt x="228" y="221"/>
                  </a:lnTo>
                  <a:lnTo>
                    <a:pt x="238" y="224"/>
                  </a:lnTo>
                  <a:lnTo>
                    <a:pt x="247" y="226"/>
                  </a:lnTo>
                  <a:lnTo>
                    <a:pt x="254" y="228"/>
                  </a:lnTo>
                  <a:lnTo>
                    <a:pt x="260" y="228"/>
                  </a:lnTo>
                  <a:lnTo>
                    <a:pt x="265" y="225"/>
                  </a:lnTo>
                  <a:lnTo>
                    <a:pt x="270" y="218"/>
                  </a:lnTo>
                  <a:lnTo>
                    <a:pt x="275" y="210"/>
                  </a:lnTo>
                  <a:lnTo>
                    <a:pt x="281" y="200"/>
                  </a:lnTo>
                  <a:lnTo>
                    <a:pt x="286" y="190"/>
                  </a:lnTo>
                  <a:lnTo>
                    <a:pt x="296" y="177"/>
                  </a:lnTo>
                  <a:lnTo>
                    <a:pt x="308" y="164"/>
                  </a:lnTo>
                  <a:lnTo>
                    <a:pt x="327" y="149"/>
                  </a:lnTo>
                  <a:lnTo>
                    <a:pt x="350" y="134"/>
                  </a:lnTo>
                  <a:lnTo>
                    <a:pt x="239" y="110"/>
                  </a:lnTo>
                  <a:lnTo>
                    <a:pt x="236" y="79"/>
                  </a:lnTo>
                  <a:lnTo>
                    <a:pt x="236" y="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8E211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07" name="Freeform 35"/>
            <p:cNvSpPr>
              <a:spLocks/>
            </p:cNvSpPr>
            <p:nvPr/>
          </p:nvSpPr>
          <p:spPr bwMode="auto">
            <a:xfrm>
              <a:off x="6219825" y="3087688"/>
              <a:ext cx="180975" cy="193675"/>
            </a:xfrm>
            <a:custGeom>
              <a:avLst/>
              <a:gdLst/>
              <a:ahLst/>
              <a:cxnLst>
                <a:cxn ang="0">
                  <a:pos x="193" y="0"/>
                </a:cxn>
                <a:cxn ang="0">
                  <a:pos x="227" y="16"/>
                </a:cxn>
                <a:cxn ang="0">
                  <a:pos x="128" y="98"/>
                </a:cxn>
                <a:cxn ang="0">
                  <a:pos x="62" y="156"/>
                </a:cxn>
                <a:cxn ang="0">
                  <a:pos x="23" y="200"/>
                </a:cxn>
                <a:cxn ang="0">
                  <a:pos x="22" y="213"/>
                </a:cxn>
                <a:cxn ang="0">
                  <a:pos x="22" y="223"/>
                </a:cxn>
                <a:cxn ang="0">
                  <a:pos x="23" y="232"/>
                </a:cxn>
                <a:cxn ang="0">
                  <a:pos x="26" y="243"/>
                </a:cxn>
                <a:cxn ang="0">
                  <a:pos x="8" y="229"/>
                </a:cxn>
                <a:cxn ang="0">
                  <a:pos x="0" y="217"/>
                </a:cxn>
                <a:cxn ang="0">
                  <a:pos x="1" y="203"/>
                </a:cxn>
                <a:cxn ang="0">
                  <a:pos x="11" y="182"/>
                </a:cxn>
                <a:cxn ang="0">
                  <a:pos x="193" y="0"/>
                </a:cxn>
              </a:cxnLst>
              <a:rect l="0" t="0" r="r" b="b"/>
              <a:pathLst>
                <a:path w="227" h="243">
                  <a:moveTo>
                    <a:pt x="193" y="0"/>
                  </a:moveTo>
                  <a:lnTo>
                    <a:pt x="227" y="16"/>
                  </a:lnTo>
                  <a:lnTo>
                    <a:pt x="128" y="98"/>
                  </a:lnTo>
                  <a:lnTo>
                    <a:pt x="62" y="156"/>
                  </a:lnTo>
                  <a:lnTo>
                    <a:pt x="23" y="200"/>
                  </a:lnTo>
                  <a:lnTo>
                    <a:pt x="22" y="213"/>
                  </a:lnTo>
                  <a:lnTo>
                    <a:pt x="22" y="223"/>
                  </a:lnTo>
                  <a:lnTo>
                    <a:pt x="23" y="232"/>
                  </a:lnTo>
                  <a:lnTo>
                    <a:pt x="26" y="243"/>
                  </a:lnTo>
                  <a:lnTo>
                    <a:pt x="8" y="229"/>
                  </a:lnTo>
                  <a:lnTo>
                    <a:pt x="0" y="217"/>
                  </a:lnTo>
                  <a:lnTo>
                    <a:pt x="1" y="203"/>
                  </a:lnTo>
                  <a:lnTo>
                    <a:pt x="11" y="182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rgbClr val="FF2D4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08" name="Freeform 36"/>
            <p:cNvSpPr>
              <a:spLocks/>
            </p:cNvSpPr>
            <p:nvPr/>
          </p:nvSpPr>
          <p:spPr bwMode="auto">
            <a:xfrm>
              <a:off x="6342063" y="3225800"/>
              <a:ext cx="104775" cy="55563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133" y="26"/>
                </a:cxn>
                <a:cxn ang="0">
                  <a:pos x="127" y="38"/>
                </a:cxn>
                <a:cxn ang="0">
                  <a:pos x="122" y="47"/>
                </a:cxn>
                <a:cxn ang="0">
                  <a:pos x="118" y="57"/>
                </a:cxn>
                <a:cxn ang="0">
                  <a:pos x="113" y="69"/>
                </a:cxn>
                <a:cxn ang="0">
                  <a:pos x="1" y="46"/>
                </a:cxn>
                <a:cxn ang="0">
                  <a:pos x="0" y="34"/>
                </a:cxn>
                <a:cxn ang="0">
                  <a:pos x="4" y="23"/>
                </a:cxn>
                <a:cxn ang="0">
                  <a:pos x="8" y="11"/>
                </a:cxn>
                <a:cxn ang="0">
                  <a:pos x="15" y="0"/>
                </a:cxn>
              </a:cxnLst>
              <a:rect l="0" t="0" r="r" b="b"/>
              <a:pathLst>
                <a:path w="133" h="69">
                  <a:moveTo>
                    <a:pt x="15" y="0"/>
                  </a:moveTo>
                  <a:lnTo>
                    <a:pt x="133" y="26"/>
                  </a:lnTo>
                  <a:lnTo>
                    <a:pt x="127" y="38"/>
                  </a:lnTo>
                  <a:lnTo>
                    <a:pt x="122" y="47"/>
                  </a:lnTo>
                  <a:lnTo>
                    <a:pt x="118" y="57"/>
                  </a:lnTo>
                  <a:lnTo>
                    <a:pt x="113" y="69"/>
                  </a:lnTo>
                  <a:lnTo>
                    <a:pt x="1" y="46"/>
                  </a:lnTo>
                  <a:lnTo>
                    <a:pt x="0" y="34"/>
                  </a:lnTo>
                  <a:lnTo>
                    <a:pt x="4" y="23"/>
                  </a:lnTo>
                  <a:lnTo>
                    <a:pt x="8" y="11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283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09" name="Freeform 37"/>
            <p:cNvSpPr>
              <a:spLocks/>
            </p:cNvSpPr>
            <p:nvPr/>
          </p:nvSpPr>
          <p:spPr bwMode="auto">
            <a:xfrm>
              <a:off x="7315200" y="2843213"/>
              <a:ext cx="150812" cy="158750"/>
            </a:xfrm>
            <a:custGeom>
              <a:avLst/>
              <a:gdLst/>
              <a:ahLst/>
              <a:cxnLst>
                <a:cxn ang="0">
                  <a:pos x="0" y="49"/>
                </a:cxn>
                <a:cxn ang="0">
                  <a:pos x="27" y="120"/>
                </a:cxn>
                <a:cxn ang="0">
                  <a:pos x="43" y="121"/>
                </a:cxn>
                <a:cxn ang="0">
                  <a:pos x="56" y="125"/>
                </a:cxn>
                <a:cxn ang="0">
                  <a:pos x="66" y="130"/>
                </a:cxn>
                <a:cxn ang="0">
                  <a:pos x="73" y="137"/>
                </a:cxn>
                <a:cxn ang="0">
                  <a:pos x="75" y="146"/>
                </a:cxn>
                <a:cxn ang="0">
                  <a:pos x="75" y="158"/>
                </a:cxn>
                <a:cxn ang="0">
                  <a:pos x="70" y="172"/>
                </a:cxn>
                <a:cxn ang="0">
                  <a:pos x="63" y="187"/>
                </a:cxn>
                <a:cxn ang="0">
                  <a:pos x="63" y="201"/>
                </a:cxn>
                <a:cxn ang="0">
                  <a:pos x="190" y="184"/>
                </a:cxn>
                <a:cxn ang="0">
                  <a:pos x="166" y="152"/>
                </a:cxn>
                <a:cxn ang="0">
                  <a:pos x="127" y="14"/>
                </a:cxn>
                <a:cxn ang="0">
                  <a:pos x="111" y="2"/>
                </a:cxn>
                <a:cxn ang="0">
                  <a:pos x="74" y="0"/>
                </a:cxn>
                <a:cxn ang="0">
                  <a:pos x="42" y="2"/>
                </a:cxn>
                <a:cxn ang="0">
                  <a:pos x="39" y="15"/>
                </a:cxn>
                <a:cxn ang="0">
                  <a:pos x="37" y="24"/>
                </a:cxn>
                <a:cxn ang="0">
                  <a:pos x="33" y="29"/>
                </a:cxn>
                <a:cxn ang="0">
                  <a:pos x="30" y="32"/>
                </a:cxn>
                <a:cxn ang="0">
                  <a:pos x="24" y="35"/>
                </a:cxn>
                <a:cxn ang="0">
                  <a:pos x="18" y="37"/>
                </a:cxn>
                <a:cxn ang="0">
                  <a:pos x="10" y="42"/>
                </a:cxn>
                <a:cxn ang="0">
                  <a:pos x="0" y="49"/>
                </a:cxn>
              </a:cxnLst>
              <a:rect l="0" t="0" r="r" b="b"/>
              <a:pathLst>
                <a:path w="190" h="201">
                  <a:moveTo>
                    <a:pt x="0" y="49"/>
                  </a:moveTo>
                  <a:lnTo>
                    <a:pt x="27" y="120"/>
                  </a:lnTo>
                  <a:lnTo>
                    <a:pt x="43" y="121"/>
                  </a:lnTo>
                  <a:lnTo>
                    <a:pt x="56" y="125"/>
                  </a:lnTo>
                  <a:lnTo>
                    <a:pt x="66" y="130"/>
                  </a:lnTo>
                  <a:lnTo>
                    <a:pt x="73" y="137"/>
                  </a:lnTo>
                  <a:lnTo>
                    <a:pt x="75" y="146"/>
                  </a:lnTo>
                  <a:lnTo>
                    <a:pt x="75" y="158"/>
                  </a:lnTo>
                  <a:lnTo>
                    <a:pt x="70" y="172"/>
                  </a:lnTo>
                  <a:lnTo>
                    <a:pt x="63" y="187"/>
                  </a:lnTo>
                  <a:lnTo>
                    <a:pt x="63" y="201"/>
                  </a:lnTo>
                  <a:lnTo>
                    <a:pt x="190" y="184"/>
                  </a:lnTo>
                  <a:lnTo>
                    <a:pt x="166" y="152"/>
                  </a:lnTo>
                  <a:lnTo>
                    <a:pt x="127" y="14"/>
                  </a:lnTo>
                  <a:lnTo>
                    <a:pt x="111" y="2"/>
                  </a:lnTo>
                  <a:lnTo>
                    <a:pt x="74" y="0"/>
                  </a:lnTo>
                  <a:lnTo>
                    <a:pt x="42" y="2"/>
                  </a:lnTo>
                  <a:lnTo>
                    <a:pt x="39" y="15"/>
                  </a:lnTo>
                  <a:lnTo>
                    <a:pt x="37" y="24"/>
                  </a:lnTo>
                  <a:lnTo>
                    <a:pt x="33" y="29"/>
                  </a:lnTo>
                  <a:lnTo>
                    <a:pt x="30" y="32"/>
                  </a:lnTo>
                  <a:lnTo>
                    <a:pt x="24" y="35"/>
                  </a:lnTo>
                  <a:lnTo>
                    <a:pt x="18" y="37"/>
                  </a:lnTo>
                  <a:lnTo>
                    <a:pt x="10" y="42"/>
                  </a:lnTo>
                  <a:lnTo>
                    <a:pt x="0" y="49"/>
                  </a:lnTo>
                  <a:close/>
                </a:path>
              </a:pathLst>
            </a:custGeom>
            <a:solidFill>
              <a:srgbClr val="FFD37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10" name="Freeform 38"/>
            <p:cNvSpPr>
              <a:spLocks/>
            </p:cNvSpPr>
            <p:nvPr/>
          </p:nvSpPr>
          <p:spPr bwMode="auto">
            <a:xfrm>
              <a:off x="7294563" y="3121025"/>
              <a:ext cx="196850" cy="114300"/>
            </a:xfrm>
            <a:custGeom>
              <a:avLst/>
              <a:gdLst/>
              <a:ahLst/>
              <a:cxnLst>
                <a:cxn ang="0">
                  <a:pos x="12" y="35"/>
                </a:cxn>
                <a:cxn ang="0">
                  <a:pos x="20" y="34"/>
                </a:cxn>
                <a:cxn ang="0">
                  <a:pos x="31" y="31"/>
                </a:cxn>
                <a:cxn ang="0">
                  <a:pos x="42" y="30"/>
                </a:cxn>
                <a:cxn ang="0">
                  <a:pos x="55" y="28"/>
                </a:cxn>
                <a:cxn ang="0">
                  <a:pos x="68" y="26"/>
                </a:cxn>
                <a:cxn ang="0">
                  <a:pos x="82" y="23"/>
                </a:cxn>
                <a:cxn ang="0">
                  <a:pos x="96" y="21"/>
                </a:cxn>
                <a:cxn ang="0">
                  <a:pos x="111" y="19"/>
                </a:cxn>
                <a:cxn ang="0">
                  <a:pos x="126" y="16"/>
                </a:cxn>
                <a:cxn ang="0">
                  <a:pos x="142" y="13"/>
                </a:cxn>
                <a:cxn ang="0">
                  <a:pos x="156" y="12"/>
                </a:cxn>
                <a:cxn ang="0">
                  <a:pos x="171" y="10"/>
                </a:cxn>
                <a:cxn ang="0">
                  <a:pos x="185" y="7"/>
                </a:cxn>
                <a:cxn ang="0">
                  <a:pos x="198" y="5"/>
                </a:cxn>
                <a:cxn ang="0">
                  <a:pos x="210" y="4"/>
                </a:cxn>
                <a:cxn ang="0">
                  <a:pos x="221" y="3"/>
                </a:cxn>
                <a:cxn ang="0">
                  <a:pos x="247" y="0"/>
                </a:cxn>
                <a:cxn ang="0">
                  <a:pos x="247" y="36"/>
                </a:cxn>
                <a:cxn ang="0">
                  <a:pos x="247" y="89"/>
                </a:cxn>
                <a:cxn ang="0">
                  <a:pos x="232" y="95"/>
                </a:cxn>
                <a:cxn ang="0">
                  <a:pos x="218" y="99"/>
                </a:cxn>
                <a:cxn ang="0">
                  <a:pos x="203" y="104"/>
                </a:cxn>
                <a:cxn ang="0">
                  <a:pos x="190" y="107"/>
                </a:cxn>
                <a:cxn ang="0">
                  <a:pos x="176" y="111"/>
                </a:cxn>
                <a:cxn ang="0">
                  <a:pos x="161" y="113"/>
                </a:cxn>
                <a:cxn ang="0">
                  <a:pos x="147" y="117"/>
                </a:cxn>
                <a:cxn ang="0">
                  <a:pos x="132" y="119"/>
                </a:cxn>
                <a:cxn ang="0">
                  <a:pos x="117" y="121"/>
                </a:cxn>
                <a:cxn ang="0">
                  <a:pos x="102" y="124"/>
                </a:cxn>
                <a:cxn ang="0">
                  <a:pos x="87" y="126"/>
                </a:cxn>
                <a:cxn ang="0">
                  <a:pos x="71" y="129"/>
                </a:cxn>
                <a:cxn ang="0">
                  <a:pos x="55" y="132"/>
                </a:cxn>
                <a:cxn ang="0">
                  <a:pos x="38" y="135"/>
                </a:cxn>
                <a:cxn ang="0">
                  <a:pos x="20" y="138"/>
                </a:cxn>
                <a:cxn ang="0">
                  <a:pos x="2" y="143"/>
                </a:cxn>
                <a:cxn ang="0">
                  <a:pos x="0" y="124"/>
                </a:cxn>
                <a:cxn ang="0">
                  <a:pos x="26" y="129"/>
                </a:cxn>
                <a:cxn ang="0">
                  <a:pos x="40" y="118"/>
                </a:cxn>
                <a:cxn ang="0">
                  <a:pos x="50" y="105"/>
                </a:cxn>
                <a:cxn ang="0">
                  <a:pos x="56" y="92"/>
                </a:cxn>
                <a:cxn ang="0">
                  <a:pos x="57" y="80"/>
                </a:cxn>
                <a:cxn ang="0">
                  <a:pos x="54" y="68"/>
                </a:cxn>
                <a:cxn ang="0">
                  <a:pos x="44" y="56"/>
                </a:cxn>
                <a:cxn ang="0">
                  <a:pos x="31" y="45"/>
                </a:cxn>
                <a:cxn ang="0">
                  <a:pos x="12" y="35"/>
                </a:cxn>
              </a:cxnLst>
              <a:rect l="0" t="0" r="r" b="b"/>
              <a:pathLst>
                <a:path w="247" h="143">
                  <a:moveTo>
                    <a:pt x="12" y="35"/>
                  </a:moveTo>
                  <a:lnTo>
                    <a:pt x="20" y="34"/>
                  </a:lnTo>
                  <a:lnTo>
                    <a:pt x="31" y="31"/>
                  </a:lnTo>
                  <a:lnTo>
                    <a:pt x="42" y="30"/>
                  </a:lnTo>
                  <a:lnTo>
                    <a:pt x="55" y="28"/>
                  </a:lnTo>
                  <a:lnTo>
                    <a:pt x="68" y="26"/>
                  </a:lnTo>
                  <a:lnTo>
                    <a:pt x="82" y="23"/>
                  </a:lnTo>
                  <a:lnTo>
                    <a:pt x="96" y="21"/>
                  </a:lnTo>
                  <a:lnTo>
                    <a:pt x="111" y="19"/>
                  </a:lnTo>
                  <a:lnTo>
                    <a:pt x="126" y="16"/>
                  </a:lnTo>
                  <a:lnTo>
                    <a:pt x="142" y="13"/>
                  </a:lnTo>
                  <a:lnTo>
                    <a:pt x="156" y="12"/>
                  </a:lnTo>
                  <a:lnTo>
                    <a:pt x="171" y="10"/>
                  </a:lnTo>
                  <a:lnTo>
                    <a:pt x="185" y="7"/>
                  </a:lnTo>
                  <a:lnTo>
                    <a:pt x="198" y="5"/>
                  </a:lnTo>
                  <a:lnTo>
                    <a:pt x="210" y="4"/>
                  </a:lnTo>
                  <a:lnTo>
                    <a:pt x="221" y="3"/>
                  </a:lnTo>
                  <a:lnTo>
                    <a:pt x="247" y="0"/>
                  </a:lnTo>
                  <a:lnTo>
                    <a:pt x="247" y="36"/>
                  </a:lnTo>
                  <a:lnTo>
                    <a:pt x="247" y="89"/>
                  </a:lnTo>
                  <a:lnTo>
                    <a:pt x="232" y="95"/>
                  </a:lnTo>
                  <a:lnTo>
                    <a:pt x="218" y="99"/>
                  </a:lnTo>
                  <a:lnTo>
                    <a:pt x="203" y="104"/>
                  </a:lnTo>
                  <a:lnTo>
                    <a:pt x="190" y="107"/>
                  </a:lnTo>
                  <a:lnTo>
                    <a:pt x="176" y="111"/>
                  </a:lnTo>
                  <a:lnTo>
                    <a:pt x="161" y="113"/>
                  </a:lnTo>
                  <a:lnTo>
                    <a:pt x="147" y="117"/>
                  </a:lnTo>
                  <a:lnTo>
                    <a:pt x="132" y="119"/>
                  </a:lnTo>
                  <a:lnTo>
                    <a:pt x="117" y="121"/>
                  </a:lnTo>
                  <a:lnTo>
                    <a:pt x="102" y="124"/>
                  </a:lnTo>
                  <a:lnTo>
                    <a:pt x="87" y="126"/>
                  </a:lnTo>
                  <a:lnTo>
                    <a:pt x="71" y="129"/>
                  </a:lnTo>
                  <a:lnTo>
                    <a:pt x="55" y="132"/>
                  </a:lnTo>
                  <a:lnTo>
                    <a:pt x="38" y="135"/>
                  </a:lnTo>
                  <a:lnTo>
                    <a:pt x="20" y="138"/>
                  </a:lnTo>
                  <a:lnTo>
                    <a:pt x="2" y="143"/>
                  </a:lnTo>
                  <a:lnTo>
                    <a:pt x="0" y="124"/>
                  </a:lnTo>
                  <a:lnTo>
                    <a:pt x="26" y="129"/>
                  </a:lnTo>
                  <a:lnTo>
                    <a:pt x="40" y="118"/>
                  </a:lnTo>
                  <a:lnTo>
                    <a:pt x="50" y="105"/>
                  </a:lnTo>
                  <a:lnTo>
                    <a:pt x="56" y="92"/>
                  </a:lnTo>
                  <a:lnTo>
                    <a:pt x="57" y="80"/>
                  </a:lnTo>
                  <a:lnTo>
                    <a:pt x="54" y="68"/>
                  </a:lnTo>
                  <a:lnTo>
                    <a:pt x="44" y="56"/>
                  </a:lnTo>
                  <a:lnTo>
                    <a:pt x="31" y="45"/>
                  </a:lnTo>
                  <a:lnTo>
                    <a:pt x="12" y="35"/>
                  </a:lnTo>
                  <a:close/>
                </a:path>
              </a:pathLst>
            </a:custGeom>
            <a:solidFill>
              <a:srgbClr val="D3821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11" name="Freeform 39"/>
            <p:cNvSpPr>
              <a:spLocks/>
            </p:cNvSpPr>
            <p:nvPr/>
          </p:nvSpPr>
          <p:spPr bwMode="auto">
            <a:xfrm>
              <a:off x="7289800" y="3170238"/>
              <a:ext cx="438150" cy="98425"/>
            </a:xfrm>
            <a:custGeom>
              <a:avLst/>
              <a:gdLst/>
              <a:ahLst/>
              <a:cxnLst>
                <a:cxn ang="0">
                  <a:pos x="14" y="85"/>
                </a:cxn>
                <a:cxn ang="0">
                  <a:pos x="35" y="81"/>
                </a:cxn>
                <a:cxn ang="0">
                  <a:pos x="56" y="78"/>
                </a:cxn>
                <a:cxn ang="0">
                  <a:pos x="78" y="73"/>
                </a:cxn>
                <a:cxn ang="0">
                  <a:pos x="100" y="70"/>
                </a:cxn>
                <a:cxn ang="0">
                  <a:pos x="121" y="65"/>
                </a:cxn>
                <a:cxn ang="0">
                  <a:pos x="143" y="62"/>
                </a:cxn>
                <a:cxn ang="0">
                  <a:pos x="163" y="57"/>
                </a:cxn>
                <a:cxn ang="0">
                  <a:pos x="185" y="52"/>
                </a:cxn>
                <a:cxn ang="0">
                  <a:pos x="207" y="48"/>
                </a:cxn>
                <a:cxn ang="0">
                  <a:pos x="228" y="44"/>
                </a:cxn>
                <a:cxn ang="0">
                  <a:pos x="250" y="40"/>
                </a:cxn>
                <a:cxn ang="0">
                  <a:pos x="271" y="36"/>
                </a:cxn>
                <a:cxn ang="0">
                  <a:pos x="292" y="32"/>
                </a:cxn>
                <a:cxn ang="0">
                  <a:pos x="314" y="28"/>
                </a:cxn>
                <a:cxn ang="0">
                  <a:pos x="335" y="25"/>
                </a:cxn>
                <a:cxn ang="0">
                  <a:pos x="357" y="21"/>
                </a:cxn>
                <a:cxn ang="0">
                  <a:pos x="410" y="13"/>
                </a:cxn>
                <a:cxn ang="0">
                  <a:pos x="552" y="0"/>
                </a:cxn>
                <a:cxn ang="0">
                  <a:pos x="496" y="18"/>
                </a:cxn>
                <a:cxn ang="0">
                  <a:pos x="420" y="42"/>
                </a:cxn>
                <a:cxn ang="0">
                  <a:pos x="394" y="48"/>
                </a:cxn>
                <a:cxn ang="0">
                  <a:pos x="368" y="54"/>
                </a:cxn>
                <a:cxn ang="0">
                  <a:pos x="342" y="58"/>
                </a:cxn>
                <a:cxn ang="0">
                  <a:pos x="315" y="64"/>
                </a:cxn>
                <a:cxn ang="0">
                  <a:pos x="289" y="69"/>
                </a:cxn>
                <a:cxn ang="0">
                  <a:pos x="264" y="74"/>
                </a:cxn>
                <a:cxn ang="0">
                  <a:pos x="237" y="79"/>
                </a:cxn>
                <a:cxn ang="0">
                  <a:pos x="211" y="84"/>
                </a:cxn>
                <a:cxn ang="0">
                  <a:pos x="184" y="89"/>
                </a:cxn>
                <a:cxn ang="0">
                  <a:pos x="158" y="94"/>
                </a:cxn>
                <a:cxn ang="0">
                  <a:pos x="131" y="99"/>
                </a:cxn>
                <a:cxn ang="0">
                  <a:pos x="105" y="103"/>
                </a:cxn>
                <a:cxn ang="0">
                  <a:pos x="79" y="109"/>
                </a:cxn>
                <a:cxn ang="0">
                  <a:pos x="53" y="113"/>
                </a:cxn>
                <a:cxn ang="0">
                  <a:pos x="26" y="118"/>
                </a:cxn>
                <a:cxn ang="0">
                  <a:pos x="0" y="123"/>
                </a:cxn>
                <a:cxn ang="0">
                  <a:pos x="0" y="99"/>
                </a:cxn>
                <a:cxn ang="0">
                  <a:pos x="14" y="85"/>
                </a:cxn>
              </a:cxnLst>
              <a:rect l="0" t="0" r="r" b="b"/>
              <a:pathLst>
                <a:path w="552" h="123">
                  <a:moveTo>
                    <a:pt x="14" y="85"/>
                  </a:moveTo>
                  <a:lnTo>
                    <a:pt x="35" y="81"/>
                  </a:lnTo>
                  <a:lnTo>
                    <a:pt x="56" y="78"/>
                  </a:lnTo>
                  <a:lnTo>
                    <a:pt x="78" y="73"/>
                  </a:lnTo>
                  <a:lnTo>
                    <a:pt x="100" y="70"/>
                  </a:lnTo>
                  <a:lnTo>
                    <a:pt x="121" y="65"/>
                  </a:lnTo>
                  <a:lnTo>
                    <a:pt x="143" y="62"/>
                  </a:lnTo>
                  <a:lnTo>
                    <a:pt x="163" y="57"/>
                  </a:lnTo>
                  <a:lnTo>
                    <a:pt x="185" y="52"/>
                  </a:lnTo>
                  <a:lnTo>
                    <a:pt x="207" y="48"/>
                  </a:lnTo>
                  <a:lnTo>
                    <a:pt x="228" y="44"/>
                  </a:lnTo>
                  <a:lnTo>
                    <a:pt x="250" y="40"/>
                  </a:lnTo>
                  <a:lnTo>
                    <a:pt x="271" y="36"/>
                  </a:lnTo>
                  <a:lnTo>
                    <a:pt x="292" y="32"/>
                  </a:lnTo>
                  <a:lnTo>
                    <a:pt x="314" y="28"/>
                  </a:lnTo>
                  <a:lnTo>
                    <a:pt x="335" y="25"/>
                  </a:lnTo>
                  <a:lnTo>
                    <a:pt x="357" y="21"/>
                  </a:lnTo>
                  <a:lnTo>
                    <a:pt x="410" y="13"/>
                  </a:lnTo>
                  <a:lnTo>
                    <a:pt x="552" y="0"/>
                  </a:lnTo>
                  <a:lnTo>
                    <a:pt x="496" y="18"/>
                  </a:lnTo>
                  <a:lnTo>
                    <a:pt x="420" y="42"/>
                  </a:lnTo>
                  <a:lnTo>
                    <a:pt x="394" y="48"/>
                  </a:lnTo>
                  <a:lnTo>
                    <a:pt x="368" y="54"/>
                  </a:lnTo>
                  <a:lnTo>
                    <a:pt x="342" y="58"/>
                  </a:lnTo>
                  <a:lnTo>
                    <a:pt x="315" y="64"/>
                  </a:lnTo>
                  <a:lnTo>
                    <a:pt x="289" y="69"/>
                  </a:lnTo>
                  <a:lnTo>
                    <a:pt x="264" y="74"/>
                  </a:lnTo>
                  <a:lnTo>
                    <a:pt x="237" y="79"/>
                  </a:lnTo>
                  <a:lnTo>
                    <a:pt x="211" y="84"/>
                  </a:lnTo>
                  <a:lnTo>
                    <a:pt x="184" y="89"/>
                  </a:lnTo>
                  <a:lnTo>
                    <a:pt x="158" y="94"/>
                  </a:lnTo>
                  <a:lnTo>
                    <a:pt x="131" y="99"/>
                  </a:lnTo>
                  <a:lnTo>
                    <a:pt x="105" y="103"/>
                  </a:lnTo>
                  <a:lnTo>
                    <a:pt x="79" y="109"/>
                  </a:lnTo>
                  <a:lnTo>
                    <a:pt x="53" y="113"/>
                  </a:lnTo>
                  <a:lnTo>
                    <a:pt x="26" y="118"/>
                  </a:lnTo>
                  <a:lnTo>
                    <a:pt x="0" y="123"/>
                  </a:lnTo>
                  <a:lnTo>
                    <a:pt x="0" y="99"/>
                  </a:lnTo>
                  <a:lnTo>
                    <a:pt x="14" y="85"/>
                  </a:lnTo>
                  <a:close/>
                </a:path>
              </a:pathLst>
            </a:custGeom>
            <a:solidFill>
              <a:srgbClr val="FFD37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12" name="Freeform 40"/>
            <p:cNvSpPr>
              <a:spLocks/>
            </p:cNvSpPr>
            <p:nvPr/>
          </p:nvSpPr>
          <p:spPr bwMode="auto">
            <a:xfrm>
              <a:off x="7478713" y="2728913"/>
              <a:ext cx="103187" cy="57150"/>
            </a:xfrm>
            <a:custGeom>
              <a:avLst/>
              <a:gdLst/>
              <a:ahLst/>
              <a:cxnLst>
                <a:cxn ang="0">
                  <a:pos x="121" y="0"/>
                </a:cxn>
                <a:cxn ang="0">
                  <a:pos x="121" y="33"/>
                </a:cxn>
                <a:cxn ang="0">
                  <a:pos x="130" y="57"/>
                </a:cxn>
                <a:cxn ang="0">
                  <a:pos x="19" y="55"/>
                </a:cxn>
                <a:cxn ang="0">
                  <a:pos x="19" y="73"/>
                </a:cxn>
                <a:cxn ang="0">
                  <a:pos x="0" y="73"/>
                </a:cxn>
                <a:cxn ang="0">
                  <a:pos x="0" y="43"/>
                </a:cxn>
                <a:cxn ang="0">
                  <a:pos x="14" y="33"/>
                </a:cxn>
                <a:cxn ang="0">
                  <a:pos x="121" y="0"/>
                </a:cxn>
              </a:cxnLst>
              <a:rect l="0" t="0" r="r" b="b"/>
              <a:pathLst>
                <a:path w="130" h="73">
                  <a:moveTo>
                    <a:pt x="121" y="0"/>
                  </a:moveTo>
                  <a:lnTo>
                    <a:pt x="121" y="33"/>
                  </a:lnTo>
                  <a:lnTo>
                    <a:pt x="130" y="57"/>
                  </a:lnTo>
                  <a:lnTo>
                    <a:pt x="19" y="55"/>
                  </a:lnTo>
                  <a:lnTo>
                    <a:pt x="19" y="73"/>
                  </a:lnTo>
                  <a:lnTo>
                    <a:pt x="0" y="73"/>
                  </a:lnTo>
                  <a:lnTo>
                    <a:pt x="0" y="43"/>
                  </a:lnTo>
                  <a:lnTo>
                    <a:pt x="14" y="33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rgbClr val="FF283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13" name="Freeform 41"/>
            <p:cNvSpPr>
              <a:spLocks/>
            </p:cNvSpPr>
            <p:nvPr/>
          </p:nvSpPr>
          <p:spPr bwMode="auto">
            <a:xfrm>
              <a:off x="7494588" y="2763838"/>
              <a:ext cx="350837" cy="492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8"/>
                </a:cxn>
                <a:cxn ang="0">
                  <a:pos x="442" y="62"/>
                </a:cxn>
                <a:cxn ang="0">
                  <a:pos x="442" y="44"/>
                </a:cxn>
                <a:cxn ang="0">
                  <a:pos x="0" y="0"/>
                </a:cxn>
              </a:cxnLst>
              <a:rect l="0" t="0" r="r" b="b"/>
              <a:pathLst>
                <a:path w="442" h="62">
                  <a:moveTo>
                    <a:pt x="0" y="0"/>
                  </a:moveTo>
                  <a:lnTo>
                    <a:pt x="0" y="18"/>
                  </a:lnTo>
                  <a:lnTo>
                    <a:pt x="442" y="62"/>
                  </a:lnTo>
                  <a:lnTo>
                    <a:pt x="442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37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14" name="Freeform 42"/>
            <p:cNvSpPr>
              <a:spLocks/>
            </p:cNvSpPr>
            <p:nvPr/>
          </p:nvSpPr>
          <p:spPr bwMode="auto">
            <a:xfrm>
              <a:off x="7569200" y="2714625"/>
              <a:ext cx="465137" cy="82550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3" y="18"/>
                </a:cxn>
                <a:cxn ang="0">
                  <a:pos x="0" y="46"/>
                </a:cxn>
                <a:cxn ang="0">
                  <a:pos x="5" y="62"/>
                </a:cxn>
                <a:cxn ang="0">
                  <a:pos x="11" y="73"/>
                </a:cxn>
                <a:cxn ang="0">
                  <a:pos x="346" y="105"/>
                </a:cxn>
                <a:cxn ang="0">
                  <a:pos x="361" y="91"/>
                </a:cxn>
                <a:cxn ang="0">
                  <a:pos x="391" y="85"/>
                </a:cxn>
                <a:cxn ang="0">
                  <a:pos x="443" y="84"/>
                </a:cxn>
                <a:cxn ang="0">
                  <a:pos x="481" y="82"/>
                </a:cxn>
                <a:cxn ang="0">
                  <a:pos x="586" y="47"/>
                </a:cxn>
                <a:cxn ang="0">
                  <a:pos x="56" y="0"/>
                </a:cxn>
              </a:cxnLst>
              <a:rect l="0" t="0" r="r" b="b"/>
              <a:pathLst>
                <a:path w="586" h="105">
                  <a:moveTo>
                    <a:pt x="56" y="0"/>
                  </a:moveTo>
                  <a:lnTo>
                    <a:pt x="3" y="18"/>
                  </a:lnTo>
                  <a:lnTo>
                    <a:pt x="0" y="46"/>
                  </a:lnTo>
                  <a:lnTo>
                    <a:pt x="5" y="62"/>
                  </a:lnTo>
                  <a:lnTo>
                    <a:pt x="11" y="73"/>
                  </a:lnTo>
                  <a:lnTo>
                    <a:pt x="346" y="105"/>
                  </a:lnTo>
                  <a:lnTo>
                    <a:pt x="361" y="91"/>
                  </a:lnTo>
                  <a:lnTo>
                    <a:pt x="391" y="85"/>
                  </a:lnTo>
                  <a:lnTo>
                    <a:pt x="443" y="84"/>
                  </a:lnTo>
                  <a:lnTo>
                    <a:pt x="481" y="82"/>
                  </a:lnTo>
                  <a:lnTo>
                    <a:pt x="586" y="47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D37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15" name="Freeform 43"/>
            <p:cNvSpPr>
              <a:spLocks/>
            </p:cNvSpPr>
            <p:nvPr/>
          </p:nvSpPr>
          <p:spPr bwMode="auto">
            <a:xfrm>
              <a:off x="7845425" y="2752725"/>
              <a:ext cx="196850" cy="134938"/>
            </a:xfrm>
            <a:custGeom>
              <a:avLst/>
              <a:gdLst/>
              <a:ahLst/>
              <a:cxnLst>
                <a:cxn ang="0">
                  <a:pos x="0" y="55"/>
                </a:cxn>
                <a:cxn ang="0">
                  <a:pos x="0" y="74"/>
                </a:cxn>
                <a:cxn ang="0">
                  <a:pos x="1" y="102"/>
                </a:cxn>
                <a:cxn ang="0">
                  <a:pos x="7" y="123"/>
                </a:cxn>
                <a:cxn ang="0">
                  <a:pos x="15" y="140"/>
                </a:cxn>
                <a:cxn ang="0">
                  <a:pos x="27" y="152"/>
                </a:cxn>
                <a:cxn ang="0">
                  <a:pos x="42" y="160"/>
                </a:cxn>
                <a:cxn ang="0">
                  <a:pos x="60" y="165"/>
                </a:cxn>
                <a:cxn ang="0">
                  <a:pos x="82" y="169"/>
                </a:cxn>
                <a:cxn ang="0">
                  <a:pos x="109" y="172"/>
                </a:cxn>
                <a:cxn ang="0">
                  <a:pos x="195" y="115"/>
                </a:cxn>
                <a:cxn ang="0">
                  <a:pos x="248" y="51"/>
                </a:cxn>
                <a:cxn ang="0">
                  <a:pos x="231" y="0"/>
                </a:cxn>
                <a:cxn ang="0">
                  <a:pos x="114" y="32"/>
                </a:cxn>
                <a:cxn ang="0">
                  <a:pos x="48" y="38"/>
                </a:cxn>
                <a:cxn ang="0">
                  <a:pos x="0" y="55"/>
                </a:cxn>
              </a:cxnLst>
              <a:rect l="0" t="0" r="r" b="b"/>
              <a:pathLst>
                <a:path w="248" h="172">
                  <a:moveTo>
                    <a:pt x="0" y="55"/>
                  </a:moveTo>
                  <a:lnTo>
                    <a:pt x="0" y="74"/>
                  </a:lnTo>
                  <a:lnTo>
                    <a:pt x="1" y="102"/>
                  </a:lnTo>
                  <a:lnTo>
                    <a:pt x="7" y="123"/>
                  </a:lnTo>
                  <a:lnTo>
                    <a:pt x="15" y="140"/>
                  </a:lnTo>
                  <a:lnTo>
                    <a:pt x="27" y="152"/>
                  </a:lnTo>
                  <a:lnTo>
                    <a:pt x="42" y="160"/>
                  </a:lnTo>
                  <a:lnTo>
                    <a:pt x="60" y="165"/>
                  </a:lnTo>
                  <a:lnTo>
                    <a:pt x="82" y="169"/>
                  </a:lnTo>
                  <a:lnTo>
                    <a:pt x="109" y="172"/>
                  </a:lnTo>
                  <a:lnTo>
                    <a:pt x="195" y="115"/>
                  </a:lnTo>
                  <a:lnTo>
                    <a:pt x="248" y="51"/>
                  </a:lnTo>
                  <a:lnTo>
                    <a:pt x="231" y="0"/>
                  </a:lnTo>
                  <a:lnTo>
                    <a:pt x="114" y="32"/>
                  </a:lnTo>
                  <a:lnTo>
                    <a:pt x="48" y="38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77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16" name="Freeform 44"/>
            <p:cNvSpPr>
              <a:spLocks/>
            </p:cNvSpPr>
            <p:nvPr/>
          </p:nvSpPr>
          <p:spPr bwMode="auto">
            <a:xfrm>
              <a:off x="7762875" y="2771775"/>
              <a:ext cx="200025" cy="114300"/>
            </a:xfrm>
            <a:custGeom>
              <a:avLst/>
              <a:gdLst/>
              <a:ahLst/>
              <a:cxnLst>
                <a:cxn ang="0">
                  <a:pos x="101" y="29"/>
                </a:cxn>
                <a:cxn ang="0">
                  <a:pos x="96" y="56"/>
                </a:cxn>
                <a:cxn ang="0">
                  <a:pos x="101" y="73"/>
                </a:cxn>
                <a:cxn ang="0">
                  <a:pos x="106" y="88"/>
                </a:cxn>
                <a:cxn ang="0">
                  <a:pos x="111" y="102"/>
                </a:cxn>
                <a:cxn ang="0">
                  <a:pos x="119" y="115"/>
                </a:cxn>
                <a:cxn ang="0">
                  <a:pos x="130" y="125"/>
                </a:cxn>
                <a:cxn ang="0">
                  <a:pos x="144" y="133"/>
                </a:cxn>
                <a:cxn ang="0">
                  <a:pos x="160" y="140"/>
                </a:cxn>
                <a:cxn ang="0">
                  <a:pos x="180" y="143"/>
                </a:cxn>
                <a:cxn ang="0">
                  <a:pos x="164" y="132"/>
                </a:cxn>
                <a:cxn ang="0">
                  <a:pos x="152" y="122"/>
                </a:cxn>
                <a:cxn ang="0">
                  <a:pos x="140" y="114"/>
                </a:cxn>
                <a:cxn ang="0">
                  <a:pos x="131" y="104"/>
                </a:cxn>
                <a:cxn ang="0">
                  <a:pos x="124" y="95"/>
                </a:cxn>
                <a:cxn ang="0">
                  <a:pos x="119" y="84"/>
                </a:cxn>
                <a:cxn ang="0">
                  <a:pos x="117" y="70"/>
                </a:cxn>
                <a:cxn ang="0">
                  <a:pos x="116" y="52"/>
                </a:cxn>
                <a:cxn ang="0">
                  <a:pos x="121" y="29"/>
                </a:cxn>
                <a:cxn ang="0">
                  <a:pos x="160" y="20"/>
                </a:cxn>
                <a:cxn ang="0">
                  <a:pos x="251" y="0"/>
                </a:cxn>
                <a:cxn ang="0">
                  <a:pos x="96" y="11"/>
                </a:cxn>
                <a:cxn ang="0">
                  <a:pos x="0" y="20"/>
                </a:cxn>
                <a:cxn ang="0">
                  <a:pos x="101" y="29"/>
                </a:cxn>
              </a:cxnLst>
              <a:rect l="0" t="0" r="r" b="b"/>
              <a:pathLst>
                <a:path w="251" h="143">
                  <a:moveTo>
                    <a:pt x="101" y="29"/>
                  </a:moveTo>
                  <a:lnTo>
                    <a:pt x="96" y="56"/>
                  </a:lnTo>
                  <a:lnTo>
                    <a:pt x="101" y="73"/>
                  </a:lnTo>
                  <a:lnTo>
                    <a:pt x="106" y="88"/>
                  </a:lnTo>
                  <a:lnTo>
                    <a:pt x="111" y="102"/>
                  </a:lnTo>
                  <a:lnTo>
                    <a:pt x="119" y="115"/>
                  </a:lnTo>
                  <a:lnTo>
                    <a:pt x="130" y="125"/>
                  </a:lnTo>
                  <a:lnTo>
                    <a:pt x="144" y="133"/>
                  </a:lnTo>
                  <a:lnTo>
                    <a:pt x="160" y="140"/>
                  </a:lnTo>
                  <a:lnTo>
                    <a:pt x="180" y="143"/>
                  </a:lnTo>
                  <a:lnTo>
                    <a:pt x="164" y="132"/>
                  </a:lnTo>
                  <a:lnTo>
                    <a:pt x="152" y="122"/>
                  </a:lnTo>
                  <a:lnTo>
                    <a:pt x="140" y="114"/>
                  </a:lnTo>
                  <a:lnTo>
                    <a:pt x="131" y="104"/>
                  </a:lnTo>
                  <a:lnTo>
                    <a:pt x="124" y="95"/>
                  </a:lnTo>
                  <a:lnTo>
                    <a:pt x="119" y="84"/>
                  </a:lnTo>
                  <a:lnTo>
                    <a:pt x="117" y="70"/>
                  </a:lnTo>
                  <a:lnTo>
                    <a:pt x="116" y="52"/>
                  </a:lnTo>
                  <a:lnTo>
                    <a:pt x="121" y="29"/>
                  </a:lnTo>
                  <a:lnTo>
                    <a:pt x="160" y="20"/>
                  </a:lnTo>
                  <a:lnTo>
                    <a:pt x="251" y="0"/>
                  </a:lnTo>
                  <a:lnTo>
                    <a:pt x="96" y="11"/>
                  </a:lnTo>
                  <a:lnTo>
                    <a:pt x="0" y="20"/>
                  </a:lnTo>
                  <a:lnTo>
                    <a:pt x="101" y="29"/>
                  </a:lnTo>
                  <a:close/>
                </a:path>
              </a:pathLst>
            </a:custGeom>
            <a:solidFill>
              <a:srgbClr val="FF283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17" name="Freeform 45"/>
            <p:cNvSpPr>
              <a:spLocks/>
            </p:cNvSpPr>
            <p:nvPr/>
          </p:nvSpPr>
          <p:spPr bwMode="auto">
            <a:xfrm>
              <a:off x="7862888" y="2967038"/>
              <a:ext cx="138112" cy="207963"/>
            </a:xfrm>
            <a:custGeom>
              <a:avLst/>
              <a:gdLst/>
              <a:ahLst/>
              <a:cxnLst>
                <a:cxn ang="0">
                  <a:pos x="89" y="0"/>
                </a:cxn>
                <a:cxn ang="0">
                  <a:pos x="106" y="2"/>
                </a:cxn>
                <a:cxn ang="0">
                  <a:pos x="122" y="10"/>
                </a:cxn>
                <a:cxn ang="0">
                  <a:pos x="137" y="23"/>
                </a:cxn>
                <a:cxn ang="0">
                  <a:pos x="150" y="39"/>
                </a:cxn>
                <a:cxn ang="0">
                  <a:pos x="160" y="59"/>
                </a:cxn>
                <a:cxn ang="0">
                  <a:pos x="168" y="81"/>
                </a:cxn>
                <a:cxn ang="0">
                  <a:pos x="173" y="105"/>
                </a:cxn>
                <a:cxn ang="0">
                  <a:pos x="174" y="131"/>
                </a:cxn>
                <a:cxn ang="0">
                  <a:pos x="172" y="158"/>
                </a:cxn>
                <a:cxn ang="0">
                  <a:pos x="166" y="182"/>
                </a:cxn>
                <a:cxn ang="0">
                  <a:pos x="158" y="204"/>
                </a:cxn>
                <a:cxn ang="0">
                  <a:pos x="148" y="223"/>
                </a:cxn>
                <a:cxn ang="0">
                  <a:pos x="134" y="239"/>
                </a:cxn>
                <a:cxn ang="0">
                  <a:pos x="119" y="251"/>
                </a:cxn>
                <a:cxn ang="0">
                  <a:pos x="103" y="259"/>
                </a:cxn>
                <a:cxn ang="0">
                  <a:pos x="85" y="261"/>
                </a:cxn>
                <a:cxn ang="0">
                  <a:pos x="68" y="258"/>
                </a:cxn>
                <a:cxn ang="0">
                  <a:pos x="52" y="250"/>
                </a:cxn>
                <a:cxn ang="0">
                  <a:pos x="37" y="238"/>
                </a:cxn>
                <a:cxn ang="0">
                  <a:pos x="24" y="221"/>
                </a:cxn>
                <a:cxn ang="0">
                  <a:pos x="14" y="201"/>
                </a:cxn>
                <a:cxn ang="0">
                  <a:pos x="6" y="180"/>
                </a:cxn>
                <a:cxn ang="0">
                  <a:pos x="1" y="155"/>
                </a:cxn>
                <a:cxn ang="0">
                  <a:pos x="0" y="129"/>
                </a:cxn>
                <a:cxn ang="0">
                  <a:pos x="2" y="102"/>
                </a:cxn>
                <a:cxn ang="0">
                  <a:pos x="7" y="78"/>
                </a:cxn>
                <a:cxn ang="0">
                  <a:pos x="16" y="56"/>
                </a:cxn>
                <a:cxn ang="0">
                  <a:pos x="27" y="37"/>
                </a:cxn>
                <a:cxn ang="0">
                  <a:pos x="41" y="21"/>
                </a:cxn>
                <a:cxn ang="0">
                  <a:pos x="55" y="9"/>
                </a:cxn>
                <a:cxn ang="0">
                  <a:pos x="72" y="2"/>
                </a:cxn>
                <a:cxn ang="0">
                  <a:pos x="89" y="0"/>
                </a:cxn>
              </a:cxnLst>
              <a:rect l="0" t="0" r="r" b="b"/>
              <a:pathLst>
                <a:path w="174" h="261">
                  <a:moveTo>
                    <a:pt x="89" y="0"/>
                  </a:moveTo>
                  <a:lnTo>
                    <a:pt x="106" y="2"/>
                  </a:lnTo>
                  <a:lnTo>
                    <a:pt x="122" y="10"/>
                  </a:lnTo>
                  <a:lnTo>
                    <a:pt x="137" y="23"/>
                  </a:lnTo>
                  <a:lnTo>
                    <a:pt x="150" y="39"/>
                  </a:lnTo>
                  <a:lnTo>
                    <a:pt x="160" y="59"/>
                  </a:lnTo>
                  <a:lnTo>
                    <a:pt x="168" y="81"/>
                  </a:lnTo>
                  <a:lnTo>
                    <a:pt x="173" y="105"/>
                  </a:lnTo>
                  <a:lnTo>
                    <a:pt x="174" y="131"/>
                  </a:lnTo>
                  <a:lnTo>
                    <a:pt x="172" y="158"/>
                  </a:lnTo>
                  <a:lnTo>
                    <a:pt x="166" y="182"/>
                  </a:lnTo>
                  <a:lnTo>
                    <a:pt x="158" y="204"/>
                  </a:lnTo>
                  <a:lnTo>
                    <a:pt x="148" y="223"/>
                  </a:lnTo>
                  <a:lnTo>
                    <a:pt x="134" y="239"/>
                  </a:lnTo>
                  <a:lnTo>
                    <a:pt x="119" y="251"/>
                  </a:lnTo>
                  <a:lnTo>
                    <a:pt x="103" y="259"/>
                  </a:lnTo>
                  <a:lnTo>
                    <a:pt x="85" y="261"/>
                  </a:lnTo>
                  <a:lnTo>
                    <a:pt x="68" y="258"/>
                  </a:lnTo>
                  <a:lnTo>
                    <a:pt x="52" y="250"/>
                  </a:lnTo>
                  <a:lnTo>
                    <a:pt x="37" y="238"/>
                  </a:lnTo>
                  <a:lnTo>
                    <a:pt x="24" y="221"/>
                  </a:lnTo>
                  <a:lnTo>
                    <a:pt x="14" y="201"/>
                  </a:lnTo>
                  <a:lnTo>
                    <a:pt x="6" y="180"/>
                  </a:lnTo>
                  <a:lnTo>
                    <a:pt x="1" y="155"/>
                  </a:lnTo>
                  <a:lnTo>
                    <a:pt x="0" y="129"/>
                  </a:lnTo>
                  <a:lnTo>
                    <a:pt x="2" y="102"/>
                  </a:lnTo>
                  <a:lnTo>
                    <a:pt x="7" y="78"/>
                  </a:lnTo>
                  <a:lnTo>
                    <a:pt x="16" y="56"/>
                  </a:lnTo>
                  <a:lnTo>
                    <a:pt x="27" y="37"/>
                  </a:lnTo>
                  <a:lnTo>
                    <a:pt x="41" y="21"/>
                  </a:lnTo>
                  <a:lnTo>
                    <a:pt x="55" y="9"/>
                  </a:lnTo>
                  <a:lnTo>
                    <a:pt x="72" y="2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877F6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18" name="Freeform 46"/>
            <p:cNvSpPr>
              <a:spLocks/>
            </p:cNvSpPr>
            <p:nvPr/>
          </p:nvSpPr>
          <p:spPr bwMode="auto">
            <a:xfrm>
              <a:off x="7727950" y="2894013"/>
              <a:ext cx="300037" cy="323850"/>
            </a:xfrm>
            <a:custGeom>
              <a:avLst/>
              <a:gdLst/>
              <a:ahLst/>
              <a:cxnLst>
                <a:cxn ang="0">
                  <a:pos x="130" y="0"/>
                </a:cxn>
                <a:cxn ang="0">
                  <a:pos x="277" y="14"/>
                </a:cxn>
                <a:cxn ang="0">
                  <a:pos x="298" y="25"/>
                </a:cxn>
                <a:cxn ang="0">
                  <a:pos x="316" y="38"/>
                </a:cxn>
                <a:cxn ang="0">
                  <a:pos x="332" y="54"/>
                </a:cxn>
                <a:cxn ang="0">
                  <a:pos x="344" y="70"/>
                </a:cxn>
                <a:cxn ang="0">
                  <a:pos x="356" y="90"/>
                </a:cxn>
                <a:cxn ang="0">
                  <a:pos x="364" y="109"/>
                </a:cxn>
                <a:cxn ang="0">
                  <a:pos x="371" y="131"/>
                </a:cxn>
                <a:cxn ang="0">
                  <a:pos x="375" y="154"/>
                </a:cxn>
                <a:cxn ang="0">
                  <a:pos x="377" y="182"/>
                </a:cxn>
                <a:cxn ang="0">
                  <a:pos x="377" y="207"/>
                </a:cxn>
                <a:cxn ang="0">
                  <a:pos x="375" y="232"/>
                </a:cxn>
                <a:cxn ang="0">
                  <a:pos x="372" y="255"/>
                </a:cxn>
                <a:cxn ang="0">
                  <a:pos x="367" y="277"/>
                </a:cxn>
                <a:cxn ang="0">
                  <a:pos x="362" y="298"/>
                </a:cxn>
                <a:cxn ang="0">
                  <a:pos x="354" y="318"/>
                </a:cxn>
                <a:cxn ang="0">
                  <a:pos x="343" y="335"/>
                </a:cxn>
                <a:cxn ang="0">
                  <a:pos x="332" y="351"/>
                </a:cxn>
                <a:cxn ang="0">
                  <a:pos x="318" y="365"/>
                </a:cxn>
                <a:cxn ang="0">
                  <a:pos x="303" y="377"/>
                </a:cxn>
                <a:cxn ang="0">
                  <a:pos x="287" y="388"/>
                </a:cxn>
                <a:cxn ang="0">
                  <a:pos x="267" y="396"/>
                </a:cxn>
                <a:cxn ang="0">
                  <a:pos x="248" y="402"/>
                </a:cxn>
                <a:cxn ang="0">
                  <a:pos x="224" y="406"/>
                </a:cxn>
                <a:cxn ang="0">
                  <a:pos x="200" y="407"/>
                </a:cxn>
                <a:cxn ang="0">
                  <a:pos x="45" y="376"/>
                </a:cxn>
                <a:cxn ang="0">
                  <a:pos x="30" y="354"/>
                </a:cxn>
                <a:cxn ang="0">
                  <a:pos x="17" y="333"/>
                </a:cxn>
                <a:cxn ang="0">
                  <a:pos x="9" y="311"/>
                </a:cxn>
                <a:cxn ang="0">
                  <a:pos x="4" y="289"/>
                </a:cxn>
                <a:cxn ang="0">
                  <a:pos x="1" y="266"/>
                </a:cxn>
                <a:cxn ang="0">
                  <a:pos x="0" y="242"/>
                </a:cxn>
                <a:cxn ang="0">
                  <a:pos x="0" y="216"/>
                </a:cxn>
                <a:cxn ang="0">
                  <a:pos x="0" y="190"/>
                </a:cxn>
                <a:cxn ang="0">
                  <a:pos x="9" y="159"/>
                </a:cxn>
                <a:cxn ang="0">
                  <a:pos x="18" y="129"/>
                </a:cxn>
                <a:cxn ang="0">
                  <a:pos x="29" y="102"/>
                </a:cxn>
                <a:cxn ang="0">
                  <a:pos x="41" y="77"/>
                </a:cxn>
                <a:cxn ang="0">
                  <a:pos x="57" y="55"/>
                </a:cxn>
                <a:cxn ang="0">
                  <a:pos x="77" y="34"/>
                </a:cxn>
                <a:cxn ang="0">
                  <a:pos x="101" y="16"/>
                </a:cxn>
                <a:cxn ang="0">
                  <a:pos x="130" y="0"/>
                </a:cxn>
              </a:cxnLst>
              <a:rect l="0" t="0" r="r" b="b"/>
              <a:pathLst>
                <a:path w="377" h="407">
                  <a:moveTo>
                    <a:pt x="130" y="0"/>
                  </a:moveTo>
                  <a:lnTo>
                    <a:pt x="277" y="14"/>
                  </a:lnTo>
                  <a:lnTo>
                    <a:pt x="298" y="25"/>
                  </a:lnTo>
                  <a:lnTo>
                    <a:pt x="316" y="38"/>
                  </a:lnTo>
                  <a:lnTo>
                    <a:pt x="332" y="54"/>
                  </a:lnTo>
                  <a:lnTo>
                    <a:pt x="344" y="70"/>
                  </a:lnTo>
                  <a:lnTo>
                    <a:pt x="356" y="90"/>
                  </a:lnTo>
                  <a:lnTo>
                    <a:pt x="364" y="109"/>
                  </a:lnTo>
                  <a:lnTo>
                    <a:pt x="371" y="131"/>
                  </a:lnTo>
                  <a:lnTo>
                    <a:pt x="375" y="154"/>
                  </a:lnTo>
                  <a:lnTo>
                    <a:pt x="377" y="182"/>
                  </a:lnTo>
                  <a:lnTo>
                    <a:pt x="377" y="207"/>
                  </a:lnTo>
                  <a:lnTo>
                    <a:pt x="375" y="232"/>
                  </a:lnTo>
                  <a:lnTo>
                    <a:pt x="372" y="255"/>
                  </a:lnTo>
                  <a:lnTo>
                    <a:pt x="367" y="277"/>
                  </a:lnTo>
                  <a:lnTo>
                    <a:pt x="362" y="298"/>
                  </a:lnTo>
                  <a:lnTo>
                    <a:pt x="354" y="318"/>
                  </a:lnTo>
                  <a:lnTo>
                    <a:pt x="343" y="335"/>
                  </a:lnTo>
                  <a:lnTo>
                    <a:pt x="332" y="351"/>
                  </a:lnTo>
                  <a:lnTo>
                    <a:pt x="318" y="365"/>
                  </a:lnTo>
                  <a:lnTo>
                    <a:pt x="303" y="377"/>
                  </a:lnTo>
                  <a:lnTo>
                    <a:pt x="287" y="388"/>
                  </a:lnTo>
                  <a:lnTo>
                    <a:pt x="267" y="396"/>
                  </a:lnTo>
                  <a:lnTo>
                    <a:pt x="248" y="402"/>
                  </a:lnTo>
                  <a:lnTo>
                    <a:pt x="224" y="406"/>
                  </a:lnTo>
                  <a:lnTo>
                    <a:pt x="200" y="407"/>
                  </a:lnTo>
                  <a:lnTo>
                    <a:pt x="45" y="376"/>
                  </a:lnTo>
                  <a:lnTo>
                    <a:pt x="30" y="354"/>
                  </a:lnTo>
                  <a:lnTo>
                    <a:pt x="17" y="333"/>
                  </a:lnTo>
                  <a:lnTo>
                    <a:pt x="9" y="311"/>
                  </a:lnTo>
                  <a:lnTo>
                    <a:pt x="4" y="289"/>
                  </a:lnTo>
                  <a:lnTo>
                    <a:pt x="1" y="266"/>
                  </a:lnTo>
                  <a:lnTo>
                    <a:pt x="0" y="242"/>
                  </a:lnTo>
                  <a:lnTo>
                    <a:pt x="0" y="216"/>
                  </a:lnTo>
                  <a:lnTo>
                    <a:pt x="0" y="190"/>
                  </a:lnTo>
                  <a:lnTo>
                    <a:pt x="9" y="159"/>
                  </a:lnTo>
                  <a:lnTo>
                    <a:pt x="18" y="129"/>
                  </a:lnTo>
                  <a:lnTo>
                    <a:pt x="29" y="102"/>
                  </a:lnTo>
                  <a:lnTo>
                    <a:pt x="41" y="77"/>
                  </a:lnTo>
                  <a:lnTo>
                    <a:pt x="57" y="55"/>
                  </a:lnTo>
                  <a:lnTo>
                    <a:pt x="77" y="34"/>
                  </a:lnTo>
                  <a:lnTo>
                    <a:pt x="101" y="16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140F0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19" name="Freeform 47"/>
            <p:cNvSpPr>
              <a:spLocks/>
            </p:cNvSpPr>
            <p:nvPr/>
          </p:nvSpPr>
          <p:spPr bwMode="auto">
            <a:xfrm>
              <a:off x="7888288" y="2982913"/>
              <a:ext cx="107950" cy="192088"/>
            </a:xfrm>
            <a:custGeom>
              <a:avLst/>
              <a:gdLst/>
              <a:ahLst/>
              <a:cxnLst>
                <a:cxn ang="0">
                  <a:pos x="59" y="31"/>
                </a:cxn>
                <a:cxn ang="0">
                  <a:pos x="72" y="38"/>
                </a:cxn>
                <a:cxn ang="0">
                  <a:pos x="82" y="46"/>
                </a:cxn>
                <a:cxn ang="0">
                  <a:pos x="88" y="54"/>
                </a:cxn>
                <a:cxn ang="0">
                  <a:pos x="92" y="65"/>
                </a:cxn>
                <a:cxn ang="0">
                  <a:pos x="96" y="76"/>
                </a:cxn>
                <a:cxn ang="0">
                  <a:pos x="97" y="89"/>
                </a:cxn>
                <a:cxn ang="0">
                  <a:pos x="97" y="102"/>
                </a:cxn>
                <a:cxn ang="0">
                  <a:pos x="97" y="117"/>
                </a:cxn>
                <a:cxn ang="0">
                  <a:pos x="90" y="136"/>
                </a:cxn>
                <a:cxn ang="0">
                  <a:pos x="84" y="153"/>
                </a:cxn>
                <a:cxn ang="0">
                  <a:pos x="79" y="167"/>
                </a:cxn>
                <a:cxn ang="0">
                  <a:pos x="73" y="179"/>
                </a:cxn>
                <a:cxn ang="0">
                  <a:pos x="65" y="188"/>
                </a:cxn>
                <a:cxn ang="0">
                  <a:pos x="53" y="194"/>
                </a:cxn>
                <a:cxn ang="0">
                  <a:pos x="37" y="196"/>
                </a:cxn>
                <a:cxn ang="0">
                  <a:pos x="16" y="195"/>
                </a:cxn>
                <a:cxn ang="0">
                  <a:pos x="3" y="180"/>
                </a:cxn>
                <a:cxn ang="0">
                  <a:pos x="0" y="204"/>
                </a:cxn>
                <a:cxn ang="0">
                  <a:pos x="12" y="221"/>
                </a:cxn>
                <a:cxn ang="0">
                  <a:pos x="36" y="242"/>
                </a:cxn>
                <a:cxn ang="0">
                  <a:pos x="56" y="238"/>
                </a:cxn>
                <a:cxn ang="0">
                  <a:pos x="72" y="232"/>
                </a:cxn>
                <a:cxn ang="0">
                  <a:pos x="84" y="225"/>
                </a:cxn>
                <a:cxn ang="0">
                  <a:pos x="96" y="214"/>
                </a:cxn>
                <a:cxn ang="0">
                  <a:pos x="104" y="203"/>
                </a:cxn>
                <a:cxn ang="0">
                  <a:pos x="112" y="188"/>
                </a:cxn>
                <a:cxn ang="0">
                  <a:pos x="120" y="171"/>
                </a:cxn>
                <a:cxn ang="0">
                  <a:pos x="128" y="151"/>
                </a:cxn>
                <a:cxn ang="0">
                  <a:pos x="136" y="99"/>
                </a:cxn>
                <a:cxn ang="0">
                  <a:pos x="136" y="72"/>
                </a:cxn>
                <a:cxn ang="0">
                  <a:pos x="130" y="48"/>
                </a:cxn>
                <a:cxn ang="0">
                  <a:pos x="122" y="27"/>
                </a:cxn>
                <a:cxn ang="0">
                  <a:pos x="111" y="12"/>
                </a:cxn>
                <a:cxn ang="0">
                  <a:pos x="96" y="3"/>
                </a:cxn>
                <a:cxn ang="0">
                  <a:pos x="79" y="0"/>
                </a:cxn>
                <a:cxn ang="0">
                  <a:pos x="60" y="7"/>
                </a:cxn>
                <a:cxn ang="0">
                  <a:pos x="39" y="23"/>
                </a:cxn>
                <a:cxn ang="0">
                  <a:pos x="29" y="36"/>
                </a:cxn>
                <a:cxn ang="0">
                  <a:pos x="59" y="31"/>
                </a:cxn>
              </a:cxnLst>
              <a:rect l="0" t="0" r="r" b="b"/>
              <a:pathLst>
                <a:path w="136" h="242">
                  <a:moveTo>
                    <a:pt x="59" y="31"/>
                  </a:moveTo>
                  <a:lnTo>
                    <a:pt x="72" y="38"/>
                  </a:lnTo>
                  <a:lnTo>
                    <a:pt x="82" y="46"/>
                  </a:lnTo>
                  <a:lnTo>
                    <a:pt x="88" y="54"/>
                  </a:lnTo>
                  <a:lnTo>
                    <a:pt x="92" y="65"/>
                  </a:lnTo>
                  <a:lnTo>
                    <a:pt x="96" y="76"/>
                  </a:lnTo>
                  <a:lnTo>
                    <a:pt x="97" y="89"/>
                  </a:lnTo>
                  <a:lnTo>
                    <a:pt x="97" y="102"/>
                  </a:lnTo>
                  <a:lnTo>
                    <a:pt x="97" y="117"/>
                  </a:lnTo>
                  <a:lnTo>
                    <a:pt x="90" y="136"/>
                  </a:lnTo>
                  <a:lnTo>
                    <a:pt x="84" y="153"/>
                  </a:lnTo>
                  <a:lnTo>
                    <a:pt x="79" y="167"/>
                  </a:lnTo>
                  <a:lnTo>
                    <a:pt x="73" y="179"/>
                  </a:lnTo>
                  <a:lnTo>
                    <a:pt x="65" y="188"/>
                  </a:lnTo>
                  <a:lnTo>
                    <a:pt x="53" y="194"/>
                  </a:lnTo>
                  <a:lnTo>
                    <a:pt x="37" y="196"/>
                  </a:lnTo>
                  <a:lnTo>
                    <a:pt x="16" y="195"/>
                  </a:lnTo>
                  <a:lnTo>
                    <a:pt x="3" y="180"/>
                  </a:lnTo>
                  <a:lnTo>
                    <a:pt x="0" y="204"/>
                  </a:lnTo>
                  <a:lnTo>
                    <a:pt x="12" y="221"/>
                  </a:lnTo>
                  <a:lnTo>
                    <a:pt x="36" y="242"/>
                  </a:lnTo>
                  <a:lnTo>
                    <a:pt x="56" y="238"/>
                  </a:lnTo>
                  <a:lnTo>
                    <a:pt x="72" y="232"/>
                  </a:lnTo>
                  <a:lnTo>
                    <a:pt x="84" y="225"/>
                  </a:lnTo>
                  <a:lnTo>
                    <a:pt x="96" y="214"/>
                  </a:lnTo>
                  <a:lnTo>
                    <a:pt x="104" y="203"/>
                  </a:lnTo>
                  <a:lnTo>
                    <a:pt x="112" y="188"/>
                  </a:lnTo>
                  <a:lnTo>
                    <a:pt x="120" y="171"/>
                  </a:lnTo>
                  <a:lnTo>
                    <a:pt x="128" y="151"/>
                  </a:lnTo>
                  <a:lnTo>
                    <a:pt x="136" y="99"/>
                  </a:lnTo>
                  <a:lnTo>
                    <a:pt x="136" y="72"/>
                  </a:lnTo>
                  <a:lnTo>
                    <a:pt x="130" y="48"/>
                  </a:lnTo>
                  <a:lnTo>
                    <a:pt x="122" y="27"/>
                  </a:lnTo>
                  <a:lnTo>
                    <a:pt x="111" y="12"/>
                  </a:lnTo>
                  <a:lnTo>
                    <a:pt x="96" y="3"/>
                  </a:lnTo>
                  <a:lnTo>
                    <a:pt x="79" y="0"/>
                  </a:lnTo>
                  <a:lnTo>
                    <a:pt x="60" y="7"/>
                  </a:lnTo>
                  <a:lnTo>
                    <a:pt x="39" y="23"/>
                  </a:lnTo>
                  <a:lnTo>
                    <a:pt x="29" y="36"/>
                  </a:lnTo>
                  <a:lnTo>
                    <a:pt x="59" y="31"/>
                  </a:lnTo>
                  <a:close/>
                </a:path>
              </a:pathLst>
            </a:custGeom>
            <a:solidFill>
              <a:srgbClr val="877F6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20" name="Freeform 48"/>
            <p:cNvSpPr>
              <a:spLocks/>
            </p:cNvSpPr>
            <p:nvPr/>
          </p:nvSpPr>
          <p:spPr bwMode="auto">
            <a:xfrm>
              <a:off x="7959725" y="3049588"/>
              <a:ext cx="36512" cy="101600"/>
            </a:xfrm>
            <a:custGeom>
              <a:avLst/>
              <a:gdLst/>
              <a:ahLst/>
              <a:cxnLst>
                <a:cxn ang="0">
                  <a:pos x="13" y="70"/>
                </a:cxn>
                <a:cxn ang="0">
                  <a:pos x="0" y="96"/>
                </a:cxn>
                <a:cxn ang="0">
                  <a:pos x="3" y="110"/>
                </a:cxn>
                <a:cxn ang="0">
                  <a:pos x="1" y="127"/>
                </a:cxn>
                <a:cxn ang="0">
                  <a:pos x="25" y="105"/>
                </a:cxn>
                <a:cxn ang="0">
                  <a:pos x="42" y="73"/>
                </a:cxn>
                <a:cxn ang="0">
                  <a:pos x="45" y="41"/>
                </a:cxn>
                <a:cxn ang="0">
                  <a:pos x="45" y="0"/>
                </a:cxn>
                <a:cxn ang="0">
                  <a:pos x="33" y="9"/>
                </a:cxn>
                <a:cxn ang="0">
                  <a:pos x="35" y="35"/>
                </a:cxn>
                <a:cxn ang="0">
                  <a:pos x="35" y="61"/>
                </a:cxn>
                <a:cxn ang="0">
                  <a:pos x="16" y="96"/>
                </a:cxn>
                <a:cxn ang="0">
                  <a:pos x="13" y="70"/>
                </a:cxn>
              </a:cxnLst>
              <a:rect l="0" t="0" r="r" b="b"/>
              <a:pathLst>
                <a:path w="45" h="127">
                  <a:moveTo>
                    <a:pt x="13" y="70"/>
                  </a:moveTo>
                  <a:lnTo>
                    <a:pt x="0" y="96"/>
                  </a:lnTo>
                  <a:lnTo>
                    <a:pt x="3" y="110"/>
                  </a:lnTo>
                  <a:lnTo>
                    <a:pt x="1" y="127"/>
                  </a:lnTo>
                  <a:lnTo>
                    <a:pt x="25" y="105"/>
                  </a:lnTo>
                  <a:lnTo>
                    <a:pt x="42" y="73"/>
                  </a:lnTo>
                  <a:lnTo>
                    <a:pt x="45" y="41"/>
                  </a:lnTo>
                  <a:lnTo>
                    <a:pt x="45" y="0"/>
                  </a:lnTo>
                  <a:lnTo>
                    <a:pt x="33" y="9"/>
                  </a:lnTo>
                  <a:lnTo>
                    <a:pt x="35" y="35"/>
                  </a:lnTo>
                  <a:lnTo>
                    <a:pt x="35" y="61"/>
                  </a:lnTo>
                  <a:lnTo>
                    <a:pt x="16" y="96"/>
                  </a:lnTo>
                  <a:lnTo>
                    <a:pt x="13" y="70"/>
                  </a:lnTo>
                  <a:close/>
                </a:path>
              </a:pathLst>
            </a:custGeom>
            <a:solidFill>
              <a:srgbClr val="A0B5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21" name="Freeform 49"/>
            <p:cNvSpPr>
              <a:spLocks/>
            </p:cNvSpPr>
            <p:nvPr/>
          </p:nvSpPr>
          <p:spPr bwMode="auto">
            <a:xfrm>
              <a:off x="7869238" y="2973388"/>
              <a:ext cx="68262" cy="173038"/>
            </a:xfrm>
            <a:custGeom>
              <a:avLst/>
              <a:gdLst/>
              <a:ahLst/>
              <a:cxnLst>
                <a:cxn ang="0">
                  <a:pos x="82" y="0"/>
                </a:cxn>
                <a:cxn ang="0">
                  <a:pos x="60" y="12"/>
                </a:cxn>
                <a:cxn ang="0">
                  <a:pos x="42" y="26"/>
                </a:cxn>
                <a:cxn ang="0">
                  <a:pos x="28" y="44"/>
                </a:cxn>
                <a:cxn ang="0">
                  <a:pos x="18" y="62"/>
                </a:cxn>
                <a:cxn ang="0">
                  <a:pos x="9" y="83"/>
                </a:cxn>
                <a:cxn ang="0">
                  <a:pos x="5" y="106"/>
                </a:cxn>
                <a:cxn ang="0">
                  <a:pos x="1" y="131"/>
                </a:cxn>
                <a:cxn ang="0">
                  <a:pos x="0" y="158"/>
                </a:cxn>
                <a:cxn ang="0">
                  <a:pos x="6" y="187"/>
                </a:cxn>
                <a:cxn ang="0">
                  <a:pos x="18" y="217"/>
                </a:cxn>
                <a:cxn ang="0">
                  <a:pos x="21" y="193"/>
                </a:cxn>
                <a:cxn ang="0">
                  <a:pos x="14" y="148"/>
                </a:cxn>
                <a:cxn ang="0">
                  <a:pos x="36" y="153"/>
                </a:cxn>
                <a:cxn ang="0">
                  <a:pos x="65" y="152"/>
                </a:cxn>
                <a:cxn ang="0">
                  <a:pos x="73" y="135"/>
                </a:cxn>
                <a:cxn ang="0">
                  <a:pos x="86" y="124"/>
                </a:cxn>
                <a:cxn ang="0">
                  <a:pos x="86" y="102"/>
                </a:cxn>
                <a:cxn ang="0">
                  <a:pos x="71" y="94"/>
                </a:cxn>
                <a:cxn ang="0">
                  <a:pos x="72" y="70"/>
                </a:cxn>
                <a:cxn ang="0">
                  <a:pos x="58" y="54"/>
                </a:cxn>
                <a:cxn ang="0">
                  <a:pos x="45" y="49"/>
                </a:cxn>
                <a:cxn ang="0">
                  <a:pos x="50" y="42"/>
                </a:cxn>
                <a:cxn ang="0">
                  <a:pos x="54" y="36"/>
                </a:cxn>
                <a:cxn ang="0">
                  <a:pos x="59" y="30"/>
                </a:cxn>
                <a:cxn ang="0">
                  <a:pos x="62" y="24"/>
                </a:cxn>
                <a:cxn ang="0">
                  <a:pos x="67" y="18"/>
                </a:cxn>
                <a:cxn ang="0">
                  <a:pos x="72" y="12"/>
                </a:cxn>
                <a:cxn ang="0">
                  <a:pos x="76" y="6"/>
                </a:cxn>
                <a:cxn ang="0">
                  <a:pos x="82" y="0"/>
                </a:cxn>
              </a:cxnLst>
              <a:rect l="0" t="0" r="r" b="b"/>
              <a:pathLst>
                <a:path w="86" h="217">
                  <a:moveTo>
                    <a:pt x="82" y="0"/>
                  </a:moveTo>
                  <a:lnTo>
                    <a:pt x="60" y="12"/>
                  </a:lnTo>
                  <a:lnTo>
                    <a:pt x="42" y="26"/>
                  </a:lnTo>
                  <a:lnTo>
                    <a:pt x="28" y="44"/>
                  </a:lnTo>
                  <a:lnTo>
                    <a:pt x="18" y="62"/>
                  </a:lnTo>
                  <a:lnTo>
                    <a:pt x="9" y="83"/>
                  </a:lnTo>
                  <a:lnTo>
                    <a:pt x="5" y="106"/>
                  </a:lnTo>
                  <a:lnTo>
                    <a:pt x="1" y="131"/>
                  </a:lnTo>
                  <a:lnTo>
                    <a:pt x="0" y="158"/>
                  </a:lnTo>
                  <a:lnTo>
                    <a:pt x="6" y="187"/>
                  </a:lnTo>
                  <a:lnTo>
                    <a:pt x="18" y="217"/>
                  </a:lnTo>
                  <a:lnTo>
                    <a:pt x="21" y="193"/>
                  </a:lnTo>
                  <a:lnTo>
                    <a:pt x="14" y="148"/>
                  </a:lnTo>
                  <a:lnTo>
                    <a:pt x="36" y="153"/>
                  </a:lnTo>
                  <a:lnTo>
                    <a:pt x="65" y="152"/>
                  </a:lnTo>
                  <a:lnTo>
                    <a:pt x="73" y="135"/>
                  </a:lnTo>
                  <a:lnTo>
                    <a:pt x="86" y="124"/>
                  </a:lnTo>
                  <a:lnTo>
                    <a:pt x="86" y="102"/>
                  </a:lnTo>
                  <a:lnTo>
                    <a:pt x="71" y="94"/>
                  </a:lnTo>
                  <a:lnTo>
                    <a:pt x="72" y="70"/>
                  </a:lnTo>
                  <a:lnTo>
                    <a:pt x="58" y="54"/>
                  </a:lnTo>
                  <a:lnTo>
                    <a:pt x="45" y="49"/>
                  </a:lnTo>
                  <a:lnTo>
                    <a:pt x="50" y="42"/>
                  </a:lnTo>
                  <a:lnTo>
                    <a:pt x="54" y="36"/>
                  </a:lnTo>
                  <a:lnTo>
                    <a:pt x="59" y="30"/>
                  </a:lnTo>
                  <a:lnTo>
                    <a:pt x="62" y="24"/>
                  </a:lnTo>
                  <a:lnTo>
                    <a:pt x="67" y="18"/>
                  </a:lnTo>
                  <a:lnTo>
                    <a:pt x="72" y="12"/>
                  </a:lnTo>
                  <a:lnTo>
                    <a:pt x="76" y="6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302B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22" name="Freeform 50"/>
            <p:cNvSpPr>
              <a:spLocks/>
            </p:cNvSpPr>
            <p:nvPr/>
          </p:nvSpPr>
          <p:spPr bwMode="auto">
            <a:xfrm>
              <a:off x="7720013" y="2895600"/>
              <a:ext cx="225425" cy="314325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284" y="11"/>
                </a:cxn>
                <a:cxn ang="0">
                  <a:pos x="262" y="15"/>
                </a:cxn>
                <a:cxn ang="0">
                  <a:pos x="240" y="23"/>
                </a:cxn>
                <a:cxn ang="0">
                  <a:pos x="219" y="36"/>
                </a:cxn>
                <a:cxn ang="0">
                  <a:pos x="200" y="52"/>
                </a:cxn>
                <a:cxn ang="0">
                  <a:pos x="181" y="70"/>
                </a:cxn>
                <a:cxn ang="0">
                  <a:pos x="165" y="93"/>
                </a:cxn>
                <a:cxn ang="0">
                  <a:pos x="151" y="117"/>
                </a:cxn>
                <a:cxn ang="0">
                  <a:pos x="140" y="145"/>
                </a:cxn>
                <a:cxn ang="0">
                  <a:pos x="132" y="174"/>
                </a:cxn>
                <a:cxn ang="0">
                  <a:pos x="127" y="204"/>
                </a:cxn>
                <a:cxn ang="0">
                  <a:pos x="126" y="235"/>
                </a:cxn>
                <a:cxn ang="0">
                  <a:pos x="128" y="267"/>
                </a:cxn>
                <a:cxn ang="0">
                  <a:pos x="135" y="300"/>
                </a:cxn>
                <a:cxn ang="0">
                  <a:pos x="147" y="333"/>
                </a:cxn>
                <a:cxn ang="0">
                  <a:pos x="164" y="365"/>
                </a:cxn>
                <a:cxn ang="0">
                  <a:pos x="186" y="396"/>
                </a:cxn>
                <a:cxn ang="0">
                  <a:pos x="127" y="389"/>
                </a:cxn>
                <a:cxn ang="0">
                  <a:pos x="64" y="375"/>
                </a:cxn>
                <a:cxn ang="0">
                  <a:pos x="22" y="335"/>
                </a:cxn>
                <a:cxn ang="0">
                  <a:pos x="9" y="294"/>
                </a:cxn>
                <a:cxn ang="0">
                  <a:pos x="0" y="247"/>
                </a:cxn>
                <a:cxn ang="0">
                  <a:pos x="0" y="198"/>
                </a:cxn>
                <a:cxn ang="0">
                  <a:pos x="9" y="150"/>
                </a:cxn>
                <a:cxn ang="0">
                  <a:pos x="23" y="102"/>
                </a:cxn>
                <a:cxn ang="0">
                  <a:pos x="48" y="60"/>
                </a:cxn>
                <a:cxn ang="0">
                  <a:pos x="81" y="25"/>
                </a:cxn>
                <a:cxn ang="0">
                  <a:pos x="125" y="0"/>
                </a:cxn>
              </a:cxnLst>
              <a:rect l="0" t="0" r="r" b="b"/>
              <a:pathLst>
                <a:path w="284" h="396">
                  <a:moveTo>
                    <a:pt x="125" y="0"/>
                  </a:moveTo>
                  <a:lnTo>
                    <a:pt x="284" y="11"/>
                  </a:lnTo>
                  <a:lnTo>
                    <a:pt x="262" y="15"/>
                  </a:lnTo>
                  <a:lnTo>
                    <a:pt x="240" y="23"/>
                  </a:lnTo>
                  <a:lnTo>
                    <a:pt x="219" y="36"/>
                  </a:lnTo>
                  <a:lnTo>
                    <a:pt x="200" y="52"/>
                  </a:lnTo>
                  <a:lnTo>
                    <a:pt x="181" y="70"/>
                  </a:lnTo>
                  <a:lnTo>
                    <a:pt x="165" y="93"/>
                  </a:lnTo>
                  <a:lnTo>
                    <a:pt x="151" y="117"/>
                  </a:lnTo>
                  <a:lnTo>
                    <a:pt x="140" y="145"/>
                  </a:lnTo>
                  <a:lnTo>
                    <a:pt x="132" y="174"/>
                  </a:lnTo>
                  <a:lnTo>
                    <a:pt x="127" y="204"/>
                  </a:lnTo>
                  <a:lnTo>
                    <a:pt x="126" y="235"/>
                  </a:lnTo>
                  <a:lnTo>
                    <a:pt x="128" y="267"/>
                  </a:lnTo>
                  <a:lnTo>
                    <a:pt x="135" y="300"/>
                  </a:lnTo>
                  <a:lnTo>
                    <a:pt x="147" y="333"/>
                  </a:lnTo>
                  <a:lnTo>
                    <a:pt x="164" y="365"/>
                  </a:lnTo>
                  <a:lnTo>
                    <a:pt x="186" y="396"/>
                  </a:lnTo>
                  <a:lnTo>
                    <a:pt x="127" y="389"/>
                  </a:lnTo>
                  <a:lnTo>
                    <a:pt x="64" y="375"/>
                  </a:lnTo>
                  <a:lnTo>
                    <a:pt x="22" y="335"/>
                  </a:lnTo>
                  <a:lnTo>
                    <a:pt x="9" y="294"/>
                  </a:lnTo>
                  <a:lnTo>
                    <a:pt x="0" y="247"/>
                  </a:lnTo>
                  <a:lnTo>
                    <a:pt x="0" y="198"/>
                  </a:lnTo>
                  <a:lnTo>
                    <a:pt x="9" y="150"/>
                  </a:lnTo>
                  <a:lnTo>
                    <a:pt x="23" y="102"/>
                  </a:lnTo>
                  <a:lnTo>
                    <a:pt x="48" y="60"/>
                  </a:lnTo>
                  <a:lnTo>
                    <a:pt x="81" y="25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33261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23" name="Freeform 51"/>
            <p:cNvSpPr>
              <a:spLocks/>
            </p:cNvSpPr>
            <p:nvPr/>
          </p:nvSpPr>
          <p:spPr bwMode="auto">
            <a:xfrm>
              <a:off x="6415088" y="2970213"/>
              <a:ext cx="1358900" cy="393700"/>
            </a:xfrm>
            <a:custGeom>
              <a:avLst/>
              <a:gdLst/>
              <a:ahLst/>
              <a:cxnLst>
                <a:cxn ang="0">
                  <a:pos x="212" y="199"/>
                </a:cxn>
                <a:cxn ang="0">
                  <a:pos x="181" y="252"/>
                </a:cxn>
                <a:cxn ang="0">
                  <a:pos x="145" y="272"/>
                </a:cxn>
                <a:cxn ang="0">
                  <a:pos x="114" y="289"/>
                </a:cxn>
                <a:cxn ang="0">
                  <a:pos x="87" y="309"/>
                </a:cxn>
                <a:cxn ang="0">
                  <a:pos x="64" y="329"/>
                </a:cxn>
                <a:cxn ang="0">
                  <a:pos x="44" y="355"/>
                </a:cxn>
                <a:cxn ang="0">
                  <a:pos x="26" y="386"/>
                </a:cxn>
                <a:cxn ang="0">
                  <a:pos x="11" y="424"/>
                </a:cxn>
                <a:cxn ang="0">
                  <a:pos x="0" y="460"/>
                </a:cxn>
                <a:cxn ang="0">
                  <a:pos x="25" y="427"/>
                </a:cxn>
                <a:cxn ang="0">
                  <a:pos x="131" y="493"/>
                </a:cxn>
                <a:cxn ang="0">
                  <a:pos x="201" y="498"/>
                </a:cxn>
                <a:cxn ang="0">
                  <a:pos x="193" y="446"/>
                </a:cxn>
                <a:cxn ang="0">
                  <a:pos x="268" y="392"/>
                </a:cxn>
                <a:cxn ang="0">
                  <a:pos x="304" y="367"/>
                </a:cxn>
                <a:cxn ang="0">
                  <a:pos x="339" y="349"/>
                </a:cxn>
                <a:cxn ang="0">
                  <a:pos x="372" y="336"/>
                </a:cxn>
                <a:cxn ang="0">
                  <a:pos x="406" y="326"/>
                </a:cxn>
                <a:cxn ang="0">
                  <a:pos x="439" y="319"/>
                </a:cxn>
                <a:cxn ang="0">
                  <a:pos x="476" y="315"/>
                </a:cxn>
                <a:cxn ang="0">
                  <a:pos x="515" y="310"/>
                </a:cxn>
                <a:cxn ang="0">
                  <a:pos x="560" y="305"/>
                </a:cxn>
                <a:cxn ang="0">
                  <a:pos x="960" y="228"/>
                </a:cxn>
                <a:cxn ang="0">
                  <a:pos x="1033" y="219"/>
                </a:cxn>
                <a:cxn ang="0">
                  <a:pos x="1105" y="209"/>
                </a:cxn>
                <a:cxn ang="0">
                  <a:pos x="1178" y="198"/>
                </a:cxn>
                <a:cxn ang="0">
                  <a:pos x="1250" y="186"/>
                </a:cxn>
                <a:cxn ang="0">
                  <a:pos x="1323" y="173"/>
                </a:cxn>
                <a:cxn ang="0">
                  <a:pos x="1396" y="159"/>
                </a:cxn>
                <a:cxn ang="0">
                  <a:pos x="1467" y="143"/>
                </a:cxn>
                <a:cxn ang="0">
                  <a:pos x="1537" y="126"/>
                </a:cxn>
                <a:cxn ang="0">
                  <a:pos x="1591" y="104"/>
                </a:cxn>
                <a:cxn ang="0">
                  <a:pos x="1640" y="80"/>
                </a:cxn>
                <a:cxn ang="0">
                  <a:pos x="1681" y="47"/>
                </a:cxn>
                <a:cxn ang="0">
                  <a:pos x="1711" y="0"/>
                </a:cxn>
                <a:cxn ang="0">
                  <a:pos x="1614" y="16"/>
                </a:cxn>
                <a:cxn ang="0">
                  <a:pos x="1602" y="38"/>
                </a:cxn>
                <a:cxn ang="0">
                  <a:pos x="1583" y="54"/>
                </a:cxn>
                <a:cxn ang="0">
                  <a:pos x="1560" y="68"/>
                </a:cxn>
                <a:cxn ang="0">
                  <a:pos x="1491" y="60"/>
                </a:cxn>
                <a:cxn ang="0">
                  <a:pos x="503" y="255"/>
                </a:cxn>
                <a:cxn ang="0">
                  <a:pos x="436" y="242"/>
                </a:cxn>
                <a:cxn ang="0">
                  <a:pos x="393" y="239"/>
                </a:cxn>
                <a:cxn ang="0">
                  <a:pos x="360" y="228"/>
                </a:cxn>
                <a:cxn ang="0">
                  <a:pos x="352" y="204"/>
                </a:cxn>
              </a:cxnLst>
              <a:rect l="0" t="0" r="r" b="b"/>
              <a:pathLst>
                <a:path w="1711" h="498">
                  <a:moveTo>
                    <a:pt x="363" y="186"/>
                  </a:moveTo>
                  <a:lnTo>
                    <a:pt x="212" y="199"/>
                  </a:lnTo>
                  <a:lnTo>
                    <a:pt x="202" y="242"/>
                  </a:lnTo>
                  <a:lnTo>
                    <a:pt x="181" y="252"/>
                  </a:lnTo>
                  <a:lnTo>
                    <a:pt x="163" y="263"/>
                  </a:lnTo>
                  <a:lnTo>
                    <a:pt x="145" y="272"/>
                  </a:lnTo>
                  <a:lnTo>
                    <a:pt x="129" y="281"/>
                  </a:lnTo>
                  <a:lnTo>
                    <a:pt x="114" y="289"/>
                  </a:lnTo>
                  <a:lnTo>
                    <a:pt x="99" y="298"/>
                  </a:lnTo>
                  <a:lnTo>
                    <a:pt x="87" y="309"/>
                  </a:lnTo>
                  <a:lnTo>
                    <a:pt x="75" y="319"/>
                  </a:lnTo>
                  <a:lnTo>
                    <a:pt x="64" y="329"/>
                  </a:lnTo>
                  <a:lnTo>
                    <a:pt x="53" y="342"/>
                  </a:lnTo>
                  <a:lnTo>
                    <a:pt x="44" y="355"/>
                  </a:lnTo>
                  <a:lnTo>
                    <a:pt x="35" y="370"/>
                  </a:lnTo>
                  <a:lnTo>
                    <a:pt x="26" y="386"/>
                  </a:lnTo>
                  <a:lnTo>
                    <a:pt x="19" y="403"/>
                  </a:lnTo>
                  <a:lnTo>
                    <a:pt x="11" y="424"/>
                  </a:lnTo>
                  <a:lnTo>
                    <a:pt x="4" y="446"/>
                  </a:lnTo>
                  <a:lnTo>
                    <a:pt x="0" y="460"/>
                  </a:lnTo>
                  <a:lnTo>
                    <a:pt x="16" y="463"/>
                  </a:lnTo>
                  <a:lnTo>
                    <a:pt x="25" y="427"/>
                  </a:lnTo>
                  <a:lnTo>
                    <a:pt x="142" y="452"/>
                  </a:lnTo>
                  <a:lnTo>
                    <a:pt x="131" y="493"/>
                  </a:lnTo>
                  <a:lnTo>
                    <a:pt x="147" y="498"/>
                  </a:lnTo>
                  <a:lnTo>
                    <a:pt x="201" y="498"/>
                  </a:lnTo>
                  <a:lnTo>
                    <a:pt x="237" y="490"/>
                  </a:lnTo>
                  <a:lnTo>
                    <a:pt x="193" y="446"/>
                  </a:lnTo>
                  <a:lnTo>
                    <a:pt x="196" y="430"/>
                  </a:lnTo>
                  <a:lnTo>
                    <a:pt x="268" y="392"/>
                  </a:lnTo>
                  <a:lnTo>
                    <a:pt x="286" y="379"/>
                  </a:lnTo>
                  <a:lnTo>
                    <a:pt x="304" y="367"/>
                  </a:lnTo>
                  <a:lnTo>
                    <a:pt x="322" y="358"/>
                  </a:lnTo>
                  <a:lnTo>
                    <a:pt x="339" y="349"/>
                  </a:lnTo>
                  <a:lnTo>
                    <a:pt x="355" y="342"/>
                  </a:lnTo>
                  <a:lnTo>
                    <a:pt x="372" y="336"/>
                  </a:lnTo>
                  <a:lnTo>
                    <a:pt x="389" y="331"/>
                  </a:lnTo>
                  <a:lnTo>
                    <a:pt x="406" y="326"/>
                  </a:lnTo>
                  <a:lnTo>
                    <a:pt x="422" y="323"/>
                  </a:lnTo>
                  <a:lnTo>
                    <a:pt x="439" y="319"/>
                  </a:lnTo>
                  <a:lnTo>
                    <a:pt x="458" y="317"/>
                  </a:lnTo>
                  <a:lnTo>
                    <a:pt x="476" y="315"/>
                  </a:lnTo>
                  <a:lnTo>
                    <a:pt x="496" y="312"/>
                  </a:lnTo>
                  <a:lnTo>
                    <a:pt x="515" y="310"/>
                  </a:lnTo>
                  <a:lnTo>
                    <a:pt x="537" y="308"/>
                  </a:lnTo>
                  <a:lnTo>
                    <a:pt x="560" y="305"/>
                  </a:lnTo>
                  <a:lnTo>
                    <a:pt x="627" y="293"/>
                  </a:lnTo>
                  <a:lnTo>
                    <a:pt x="960" y="228"/>
                  </a:lnTo>
                  <a:lnTo>
                    <a:pt x="996" y="224"/>
                  </a:lnTo>
                  <a:lnTo>
                    <a:pt x="1033" y="219"/>
                  </a:lnTo>
                  <a:lnTo>
                    <a:pt x="1068" y="213"/>
                  </a:lnTo>
                  <a:lnTo>
                    <a:pt x="1105" y="209"/>
                  </a:lnTo>
                  <a:lnTo>
                    <a:pt x="1142" y="203"/>
                  </a:lnTo>
                  <a:lnTo>
                    <a:pt x="1178" y="198"/>
                  </a:lnTo>
                  <a:lnTo>
                    <a:pt x="1215" y="192"/>
                  </a:lnTo>
                  <a:lnTo>
                    <a:pt x="1250" y="186"/>
                  </a:lnTo>
                  <a:lnTo>
                    <a:pt x="1287" y="180"/>
                  </a:lnTo>
                  <a:lnTo>
                    <a:pt x="1323" y="173"/>
                  </a:lnTo>
                  <a:lnTo>
                    <a:pt x="1360" y="166"/>
                  </a:lnTo>
                  <a:lnTo>
                    <a:pt x="1396" y="159"/>
                  </a:lnTo>
                  <a:lnTo>
                    <a:pt x="1431" y="151"/>
                  </a:lnTo>
                  <a:lnTo>
                    <a:pt x="1467" y="143"/>
                  </a:lnTo>
                  <a:lnTo>
                    <a:pt x="1503" y="135"/>
                  </a:lnTo>
                  <a:lnTo>
                    <a:pt x="1537" y="126"/>
                  </a:lnTo>
                  <a:lnTo>
                    <a:pt x="1565" y="114"/>
                  </a:lnTo>
                  <a:lnTo>
                    <a:pt x="1591" y="104"/>
                  </a:lnTo>
                  <a:lnTo>
                    <a:pt x="1617" y="92"/>
                  </a:lnTo>
                  <a:lnTo>
                    <a:pt x="1640" y="80"/>
                  </a:lnTo>
                  <a:lnTo>
                    <a:pt x="1662" y="66"/>
                  </a:lnTo>
                  <a:lnTo>
                    <a:pt x="1681" y="47"/>
                  </a:lnTo>
                  <a:lnTo>
                    <a:pt x="1697" y="27"/>
                  </a:lnTo>
                  <a:lnTo>
                    <a:pt x="1711" y="0"/>
                  </a:lnTo>
                  <a:lnTo>
                    <a:pt x="1620" y="1"/>
                  </a:lnTo>
                  <a:lnTo>
                    <a:pt x="1614" y="16"/>
                  </a:lnTo>
                  <a:lnTo>
                    <a:pt x="1609" y="29"/>
                  </a:lnTo>
                  <a:lnTo>
                    <a:pt x="1602" y="38"/>
                  </a:lnTo>
                  <a:lnTo>
                    <a:pt x="1594" y="47"/>
                  </a:lnTo>
                  <a:lnTo>
                    <a:pt x="1583" y="54"/>
                  </a:lnTo>
                  <a:lnTo>
                    <a:pt x="1573" y="61"/>
                  </a:lnTo>
                  <a:lnTo>
                    <a:pt x="1560" y="68"/>
                  </a:lnTo>
                  <a:lnTo>
                    <a:pt x="1547" y="76"/>
                  </a:lnTo>
                  <a:lnTo>
                    <a:pt x="1491" y="60"/>
                  </a:lnTo>
                  <a:lnTo>
                    <a:pt x="535" y="245"/>
                  </a:lnTo>
                  <a:lnTo>
                    <a:pt x="503" y="255"/>
                  </a:lnTo>
                  <a:lnTo>
                    <a:pt x="454" y="242"/>
                  </a:lnTo>
                  <a:lnTo>
                    <a:pt x="436" y="242"/>
                  </a:lnTo>
                  <a:lnTo>
                    <a:pt x="414" y="241"/>
                  </a:lnTo>
                  <a:lnTo>
                    <a:pt x="393" y="239"/>
                  </a:lnTo>
                  <a:lnTo>
                    <a:pt x="375" y="235"/>
                  </a:lnTo>
                  <a:lnTo>
                    <a:pt x="360" y="228"/>
                  </a:lnTo>
                  <a:lnTo>
                    <a:pt x="352" y="218"/>
                  </a:lnTo>
                  <a:lnTo>
                    <a:pt x="352" y="204"/>
                  </a:lnTo>
                  <a:lnTo>
                    <a:pt x="363" y="186"/>
                  </a:lnTo>
                  <a:close/>
                </a:path>
              </a:pathLst>
            </a:custGeom>
            <a:solidFill>
              <a:srgbClr val="FFD37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24" name="Freeform 52"/>
            <p:cNvSpPr>
              <a:spLocks/>
            </p:cNvSpPr>
            <p:nvPr/>
          </p:nvSpPr>
          <p:spPr bwMode="auto">
            <a:xfrm>
              <a:off x="7237413" y="2970213"/>
              <a:ext cx="536575" cy="322263"/>
            </a:xfrm>
            <a:custGeom>
              <a:avLst/>
              <a:gdLst/>
              <a:ahLst/>
              <a:cxnLst>
                <a:cxn ang="0">
                  <a:pos x="76" y="196"/>
                </a:cxn>
                <a:cxn ang="0">
                  <a:pos x="425" y="142"/>
                </a:cxn>
                <a:cxn ang="0">
                  <a:pos x="440" y="138"/>
                </a:cxn>
                <a:cxn ang="0">
                  <a:pos x="455" y="134"/>
                </a:cxn>
                <a:cxn ang="0">
                  <a:pos x="470" y="130"/>
                </a:cxn>
                <a:cxn ang="0">
                  <a:pos x="484" y="126"/>
                </a:cxn>
                <a:cxn ang="0">
                  <a:pos x="498" y="121"/>
                </a:cxn>
                <a:cxn ang="0">
                  <a:pos x="512" y="117"/>
                </a:cxn>
                <a:cxn ang="0">
                  <a:pos x="525" y="112"/>
                </a:cxn>
                <a:cxn ang="0">
                  <a:pos x="538" y="106"/>
                </a:cxn>
                <a:cxn ang="0">
                  <a:pos x="551" y="100"/>
                </a:cxn>
                <a:cxn ang="0">
                  <a:pos x="564" y="95"/>
                </a:cxn>
                <a:cxn ang="0">
                  <a:pos x="576" y="88"/>
                </a:cxn>
                <a:cxn ang="0">
                  <a:pos x="589" y="81"/>
                </a:cxn>
                <a:cxn ang="0">
                  <a:pos x="602" y="73"/>
                </a:cxn>
                <a:cxn ang="0">
                  <a:pos x="614" y="65"/>
                </a:cxn>
                <a:cxn ang="0">
                  <a:pos x="627" y="55"/>
                </a:cxn>
                <a:cxn ang="0">
                  <a:pos x="640" y="46"/>
                </a:cxn>
                <a:cxn ang="0">
                  <a:pos x="676" y="0"/>
                </a:cxn>
                <a:cxn ang="0">
                  <a:pos x="660" y="49"/>
                </a:cxn>
                <a:cxn ang="0">
                  <a:pos x="660" y="80"/>
                </a:cxn>
                <a:cxn ang="0">
                  <a:pos x="660" y="266"/>
                </a:cxn>
                <a:cxn ang="0">
                  <a:pos x="610" y="281"/>
                </a:cxn>
                <a:cxn ang="0">
                  <a:pos x="561" y="295"/>
                </a:cxn>
                <a:cxn ang="0">
                  <a:pos x="514" y="308"/>
                </a:cxn>
                <a:cxn ang="0">
                  <a:pos x="468" y="319"/>
                </a:cxn>
                <a:cxn ang="0">
                  <a:pos x="424" y="328"/>
                </a:cxn>
                <a:cxn ang="0">
                  <a:pos x="381" y="338"/>
                </a:cxn>
                <a:cxn ang="0">
                  <a:pos x="340" y="346"/>
                </a:cxn>
                <a:cxn ang="0">
                  <a:pos x="300" y="353"/>
                </a:cxn>
                <a:cxn ang="0">
                  <a:pos x="260" y="359"/>
                </a:cxn>
                <a:cxn ang="0">
                  <a:pos x="221" y="366"/>
                </a:cxn>
                <a:cxn ang="0">
                  <a:pos x="183" y="372"/>
                </a:cxn>
                <a:cxn ang="0">
                  <a:pos x="146" y="379"/>
                </a:cxn>
                <a:cxn ang="0">
                  <a:pos x="110" y="385"/>
                </a:cxn>
                <a:cxn ang="0">
                  <a:pos x="73" y="392"/>
                </a:cxn>
                <a:cxn ang="0">
                  <a:pos x="36" y="400"/>
                </a:cxn>
                <a:cxn ang="0">
                  <a:pos x="0" y="408"/>
                </a:cxn>
                <a:cxn ang="0">
                  <a:pos x="10" y="379"/>
                </a:cxn>
                <a:cxn ang="0">
                  <a:pos x="90" y="369"/>
                </a:cxn>
                <a:cxn ang="0">
                  <a:pos x="115" y="364"/>
                </a:cxn>
                <a:cxn ang="0">
                  <a:pos x="141" y="358"/>
                </a:cxn>
                <a:cxn ang="0">
                  <a:pos x="165" y="354"/>
                </a:cxn>
                <a:cxn ang="0">
                  <a:pos x="190" y="348"/>
                </a:cxn>
                <a:cxn ang="0">
                  <a:pos x="216" y="343"/>
                </a:cxn>
                <a:cxn ang="0">
                  <a:pos x="241" y="338"/>
                </a:cxn>
                <a:cxn ang="0">
                  <a:pos x="265" y="333"/>
                </a:cxn>
                <a:cxn ang="0">
                  <a:pos x="290" y="327"/>
                </a:cxn>
                <a:cxn ang="0">
                  <a:pos x="316" y="323"/>
                </a:cxn>
                <a:cxn ang="0">
                  <a:pos x="341" y="317"/>
                </a:cxn>
                <a:cxn ang="0">
                  <a:pos x="365" y="312"/>
                </a:cxn>
                <a:cxn ang="0">
                  <a:pos x="391" y="306"/>
                </a:cxn>
                <a:cxn ang="0">
                  <a:pos x="416" y="302"/>
                </a:cxn>
                <a:cxn ang="0">
                  <a:pos x="441" y="296"/>
                </a:cxn>
                <a:cxn ang="0">
                  <a:pos x="466" y="292"/>
                </a:cxn>
                <a:cxn ang="0">
                  <a:pos x="491" y="287"/>
                </a:cxn>
                <a:cxn ang="0">
                  <a:pos x="605" y="257"/>
                </a:cxn>
                <a:cxn ang="0">
                  <a:pos x="626" y="237"/>
                </a:cxn>
                <a:cxn ang="0">
                  <a:pos x="626" y="130"/>
                </a:cxn>
                <a:cxn ang="0">
                  <a:pos x="2" y="236"/>
                </a:cxn>
                <a:cxn ang="0">
                  <a:pos x="2" y="209"/>
                </a:cxn>
                <a:cxn ang="0">
                  <a:pos x="76" y="196"/>
                </a:cxn>
              </a:cxnLst>
              <a:rect l="0" t="0" r="r" b="b"/>
              <a:pathLst>
                <a:path w="676" h="408">
                  <a:moveTo>
                    <a:pt x="76" y="196"/>
                  </a:moveTo>
                  <a:lnTo>
                    <a:pt x="425" y="142"/>
                  </a:lnTo>
                  <a:lnTo>
                    <a:pt x="440" y="138"/>
                  </a:lnTo>
                  <a:lnTo>
                    <a:pt x="455" y="134"/>
                  </a:lnTo>
                  <a:lnTo>
                    <a:pt x="470" y="130"/>
                  </a:lnTo>
                  <a:lnTo>
                    <a:pt x="484" y="126"/>
                  </a:lnTo>
                  <a:lnTo>
                    <a:pt x="498" y="121"/>
                  </a:lnTo>
                  <a:lnTo>
                    <a:pt x="512" y="117"/>
                  </a:lnTo>
                  <a:lnTo>
                    <a:pt x="525" y="112"/>
                  </a:lnTo>
                  <a:lnTo>
                    <a:pt x="538" y="106"/>
                  </a:lnTo>
                  <a:lnTo>
                    <a:pt x="551" y="100"/>
                  </a:lnTo>
                  <a:lnTo>
                    <a:pt x="564" y="95"/>
                  </a:lnTo>
                  <a:lnTo>
                    <a:pt x="576" y="88"/>
                  </a:lnTo>
                  <a:lnTo>
                    <a:pt x="589" y="81"/>
                  </a:lnTo>
                  <a:lnTo>
                    <a:pt x="602" y="73"/>
                  </a:lnTo>
                  <a:lnTo>
                    <a:pt x="614" y="65"/>
                  </a:lnTo>
                  <a:lnTo>
                    <a:pt x="627" y="55"/>
                  </a:lnTo>
                  <a:lnTo>
                    <a:pt x="640" y="46"/>
                  </a:lnTo>
                  <a:lnTo>
                    <a:pt x="676" y="0"/>
                  </a:lnTo>
                  <a:lnTo>
                    <a:pt x="660" y="49"/>
                  </a:lnTo>
                  <a:lnTo>
                    <a:pt x="660" y="80"/>
                  </a:lnTo>
                  <a:lnTo>
                    <a:pt x="660" y="266"/>
                  </a:lnTo>
                  <a:lnTo>
                    <a:pt x="610" y="281"/>
                  </a:lnTo>
                  <a:lnTo>
                    <a:pt x="561" y="295"/>
                  </a:lnTo>
                  <a:lnTo>
                    <a:pt x="514" y="308"/>
                  </a:lnTo>
                  <a:lnTo>
                    <a:pt x="468" y="319"/>
                  </a:lnTo>
                  <a:lnTo>
                    <a:pt x="424" y="328"/>
                  </a:lnTo>
                  <a:lnTo>
                    <a:pt x="381" y="338"/>
                  </a:lnTo>
                  <a:lnTo>
                    <a:pt x="340" y="346"/>
                  </a:lnTo>
                  <a:lnTo>
                    <a:pt x="300" y="353"/>
                  </a:lnTo>
                  <a:lnTo>
                    <a:pt x="260" y="359"/>
                  </a:lnTo>
                  <a:lnTo>
                    <a:pt x="221" y="366"/>
                  </a:lnTo>
                  <a:lnTo>
                    <a:pt x="183" y="372"/>
                  </a:lnTo>
                  <a:lnTo>
                    <a:pt x="146" y="379"/>
                  </a:lnTo>
                  <a:lnTo>
                    <a:pt x="110" y="385"/>
                  </a:lnTo>
                  <a:lnTo>
                    <a:pt x="73" y="392"/>
                  </a:lnTo>
                  <a:lnTo>
                    <a:pt x="36" y="400"/>
                  </a:lnTo>
                  <a:lnTo>
                    <a:pt x="0" y="408"/>
                  </a:lnTo>
                  <a:lnTo>
                    <a:pt x="10" y="379"/>
                  </a:lnTo>
                  <a:lnTo>
                    <a:pt x="90" y="369"/>
                  </a:lnTo>
                  <a:lnTo>
                    <a:pt x="115" y="364"/>
                  </a:lnTo>
                  <a:lnTo>
                    <a:pt x="141" y="358"/>
                  </a:lnTo>
                  <a:lnTo>
                    <a:pt x="165" y="354"/>
                  </a:lnTo>
                  <a:lnTo>
                    <a:pt x="190" y="348"/>
                  </a:lnTo>
                  <a:lnTo>
                    <a:pt x="216" y="343"/>
                  </a:lnTo>
                  <a:lnTo>
                    <a:pt x="241" y="338"/>
                  </a:lnTo>
                  <a:lnTo>
                    <a:pt x="265" y="333"/>
                  </a:lnTo>
                  <a:lnTo>
                    <a:pt x="290" y="327"/>
                  </a:lnTo>
                  <a:lnTo>
                    <a:pt x="316" y="323"/>
                  </a:lnTo>
                  <a:lnTo>
                    <a:pt x="341" y="317"/>
                  </a:lnTo>
                  <a:lnTo>
                    <a:pt x="365" y="312"/>
                  </a:lnTo>
                  <a:lnTo>
                    <a:pt x="391" y="306"/>
                  </a:lnTo>
                  <a:lnTo>
                    <a:pt x="416" y="302"/>
                  </a:lnTo>
                  <a:lnTo>
                    <a:pt x="441" y="296"/>
                  </a:lnTo>
                  <a:lnTo>
                    <a:pt x="466" y="292"/>
                  </a:lnTo>
                  <a:lnTo>
                    <a:pt x="491" y="287"/>
                  </a:lnTo>
                  <a:lnTo>
                    <a:pt x="605" y="257"/>
                  </a:lnTo>
                  <a:lnTo>
                    <a:pt x="626" y="237"/>
                  </a:lnTo>
                  <a:lnTo>
                    <a:pt x="626" y="130"/>
                  </a:lnTo>
                  <a:lnTo>
                    <a:pt x="2" y="236"/>
                  </a:lnTo>
                  <a:lnTo>
                    <a:pt x="2" y="209"/>
                  </a:lnTo>
                  <a:lnTo>
                    <a:pt x="76" y="196"/>
                  </a:lnTo>
                  <a:close/>
                </a:path>
              </a:pathLst>
            </a:custGeom>
            <a:solidFill>
              <a:srgbClr val="B7660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25" name="Freeform 53"/>
            <p:cNvSpPr>
              <a:spLocks/>
            </p:cNvSpPr>
            <p:nvPr/>
          </p:nvSpPr>
          <p:spPr bwMode="auto">
            <a:xfrm>
              <a:off x="7131050" y="3117850"/>
              <a:ext cx="150812" cy="228600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116" y="3"/>
                </a:cxn>
                <a:cxn ang="0">
                  <a:pos x="134" y="11"/>
                </a:cxn>
                <a:cxn ang="0">
                  <a:pos x="150" y="24"/>
                </a:cxn>
                <a:cxn ang="0">
                  <a:pos x="164" y="42"/>
                </a:cxn>
                <a:cxn ang="0">
                  <a:pos x="175" y="63"/>
                </a:cxn>
                <a:cxn ang="0">
                  <a:pos x="185" y="87"/>
                </a:cxn>
                <a:cxn ang="0">
                  <a:pos x="189" y="115"/>
                </a:cxn>
                <a:cxn ang="0">
                  <a:pos x="192" y="144"/>
                </a:cxn>
                <a:cxn ang="0">
                  <a:pos x="189" y="173"/>
                </a:cxn>
                <a:cxn ang="0">
                  <a:pos x="183" y="199"/>
                </a:cxn>
                <a:cxn ang="0">
                  <a:pos x="174" y="223"/>
                </a:cxn>
                <a:cxn ang="0">
                  <a:pos x="162" y="244"/>
                </a:cxn>
                <a:cxn ang="0">
                  <a:pos x="148" y="262"/>
                </a:cxn>
                <a:cxn ang="0">
                  <a:pos x="132" y="275"/>
                </a:cxn>
                <a:cxn ang="0">
                  <a:pos x="113" y="283"/>
                </a:cxn>
                <a:cxn ang="0">
                  <a:pos x="94" y="287"/>
                </a:cxn>
                <a:cxn ang="0">
                  <a:pos x="75" y="283"/>
                </a:cxn>
                <a:cxn ang="0">
                  <a:pos x="57" y="275"/>
                </a:cxn>
                <a:cxn ang="0">
                  <a:pos x="41" y="261"/>
                </a:cxn>
                <a:cxn ang="0">
                  <a:pos x="27" y="243"/>
                </a:cxn>
                <a:cxn ang="0">
                  <a:pos x="15" y="222"/>
                </a:cxn>
                <a:cxn ang="0">
                  <a:pos x="7" y="198"/>
                </a:cxn>
                <a:cxn ang="0">
                  <a:pos x="1" y="170"/>
                </a:cxn>
                <a:cxn ang="0">
                  <a:pos x="0" y="141"/>
                </a:cxn>
                <a:cxn ang="0">
                  <a:pos x="3" y="113"/>
                </a:cxn>
                <a:cxn ang="0">
                  <a:pos x="8" y="86"/>
                </a:cxn>
                <a:cxn ang="0">
                  <a:pos x="16" y="62"/>
                </a:cxn>
                <a:cxn ang="0">
                  <a:pos x="29" y="41"/>
                </a:cxn>
                <a:cxn ang="0">
                  <a:pos x="43" y="24"/>
                </a:cxn>
                <a:cxn ang="0">
                  <a:pos x="59" y="10"/>
                </a:cxn>
                <a:cxn ang="0">
                  <a:pos x="77" y="2"/>
                </a:cxn>
                <a:cxn ang="0">
                  <a:pos x="97" y="0"/>
                </a:cxn>
              </a:cxnLst>
              <a:rect l="0" t="0" r="r" b="b"/>
              <a:pathLst>
                <a:path w="192" h="287">
                  <a:moveTo>
                    <a:pt x="97" y="0"/>
                  </a:moveTo>
                  <a:lnTo>
                    <a:pt x="116" y="3"/>
                  </a:lnTo>
                  <a:lnTo>
                    <a:pt x="134" y="11"/>
                  </a:lnTo>
                  <a:lnTo>
                    <a:pt x="150" y="24"/>
                  </a:lnTo>
                  <a:lnTo>
                    <a:pt x="164" y="42"/>
                  </a:lnTo>
                  <a:lnTo>
                    <a:pt x="175" y="63"/>
                  </a:lnTo>
                  <a:lnTo>
                    <a:pt x="185" y="87"/>
                  </a:lnTo>
                  <a:lnTo>
                    <a:pt x="189" y="115"/>
                  </a:lnTo>
                  <a:lnTo>
                    <a:pt x="192" y="144"/>
                  </a:lnTo>
                  <a:lnTo>
                    <a:pt x="189" y="173"/>
                  </a:lnTo>
                  <a:lnTo>
                    <a:pt x="183" y="199"/>
                  </a:lnTo>
                  <a:lnTo>
                    <a:pt x="174" y="223"/>
                  </a:lnTo>
                  <a:lnTo>
                    <a:pt x="162" y="244"/>
                  </a:lnTo>
                  <a:lnTo>
                    <a:pt x="148" y="262"/>
                  </a:lnTo>
                  <a:lnTo>
                    <a:pt x="132" y="275"/>
                  </a:lnTo>
                  <a:lnTo>
                    <a:pt x="113" y="283"/>
                  </a:lnTo>
                  <a:lnTo>
                    <a:pt x="94" y="287"/>
                  </a:lnTo>
                  <a:lnTo>
                    <a:pt x="75" y="283"/>
                  </a:lnTo>
                  <a:lnTo>
                    <a:pt x="57" y="275"/>
                  </a:lnTo>
                  <a:lnTo>
                    <a:pt x="41" y="261"/>
                  </a:lnTo>
                  <a:lnTo>
                    <a:pt x="27" y="243"/>
                  </a:lnTo>
                  <a:lnTo>
                    <a:pt x="15" y="222"/>
                  </a:lnTo>
                  <a:lnTo>
                    <a:pt x="7" y="198"/>
                  </a:lnTo>
                  <a:lnTo>
                    <a:pt x="1" y="170"/>
                  </a:lnTo>
                  <a:lnTo>
                    <a:pt x="0" y="141"/>
                  </a:lnTo>
                  <a:lnTo>
                    <a:pt x="3" y="113"/>
                  </a:lnTo>
                  <a:lnTo>
                    <a:pt x="8" y="86"/>
                  </a:lnTo>
                  <a:lnTo>
                    <a:pt x="16" y="62"/>
                  </a:lnTo>
                  <a:lnTo>
                    <a:pt x="29" y="41"/>
                  </a:lnTo>
                  <a:lnTo>
                    <a:pt x="43" y="24"/>
                  </a:lnTo>
                  <a:lnTo>
                    <a:pt x="59" y="10"/>
                  </a:lnTo>
                  <a:lnTo>
                    <a:pt x="77" y="2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877F6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26" name="Freeform 54"/>
            <p:cNvSpPr>
              <a:spLocks/>
            </p:cNvSpPr>
            <p:nvPr/>
          </p:nvSpPr>
          <p:spPr bwMode="auto">
            <a:xfrm>
              <a:off x="6983413" y="3038475"/>
              <a:ext cx="328612" cy="354013"/>
            </a:xfrm>
            <a:custGeom>
              <a:avLst/>
              <a:gdLst/>
              <a:ahLst/>
              <a:cxnLst>
                <a:cxn ang="0">
                  <a:pos x="142" y="0"/>
                </a:cxn>
                <a:cxn ang="0">
                  <a:pos x="303" y="13"/>
                </a:cxn>
                <a:cxn ang="0">
                  <a:pos x="326" y="26"/>
                </a:cxn>
                <a:cxn ang="0">
                  <a:pos x="345" y="41"/>
                </a:cxn>
                <a:cxn ang="0">
                  <a:pos x="363" y="58"/>
                </a:cxn>
                <a:cxn ang="0">
                  <a:pos x="378" y="77"/>
                </a:cxn>
                <a:cxn ang="0">
                  <a:pos x="389" y="97"/>
                </a:cxn>
                <a:cxn ang="0">
                  <a:pos x="398" y="119"/>
                </a:cxn>
                <a:cxn ang="0">
                  <a:pos x="407" y="143"/>
                </a:cxn>
                <a:cxn ang="0">
                  <a:pos x="411" y="169"/>
                </a:cxn>
                <a:cxn ang="0">
                  <a:pos x="413" y="199"/>
                </a:cxn>
                <a:cxn ang="0">
                  <a:pos x="413" y="226"/>
                </a:cxn>
                <a:cxn ang="0">
                  <a:pos x="412" y="254"/>
                </a:cxn>
                <a:cxn ang="0">
                  <a:pos x="409" y="279"/>
                </a:cxn>
                <a:cxn ang="0">
                  <a:pos x="403" y="304"/>
                </a:cxn>
                <a:cxn ang="0">
                  <a:pos x="396" y="327"/>
                </a:cxn>
                <a:cxn ang="0">
                  <a:pos x="388" y="347"/>
                </a:cxn>
                <a:cxn ang="0">
                  <a:pos x="377" y="367"/>
                </a:cxn>
                <a:cxn ang="0">
                  <a:pos x="364" y="384"/>
                </a:cxn>
                <a:cxn ang="0">
                  <a:pos x="350" y="399"/>
                </a:cxn>
                <a:cxn ang="0">
                  <a:pos x="333" y="413"/>
                </a:cxn>
                <a:cxn ang="0">
                  <a:pos x="314" y="423"/>
                </a:cxn>
                <a:cxn ang="0">
                  <a:pos x="294" y="432"/>
                </a:cxn>
                <a:cxn ang="0">
                  <a:pos x="272" y="439"/>
                </a:cxn>
                <a:cxn ang="0">
                  <a:pos x="246" y="444"/>
                </a:cxn>
                <a:cxn ang="0">
                  <a:pos x="220" y="445"/>
                </a:cxn>
                <a:cxn ang="0">
                  <a:pos x="51" y="414"/>
                </a:cxn>
                <a:cxn ang="0">
                  <a:pos x="33" y="390"/>
                </a:cxn>
                <a:cxn ang="0">
                  <a:pos x="21" y="367"/>
                </a:cxn>
                <a:cxn ang="0">
                  <a:pos x="11" y="343"/>
                </a:cxn>
                <a:cxn ang="0">
                  <a:pos x="6" y="317"/>
                </a:cxn>
                <a:cxn ang="0">
                  <a:pos x="2" y="292"/>
                </a:cxn>
                <a:cxn ang="0">
                  <a:pos x="0" y="266"/>
                </a:cxn>
                <a:cxn ang="0">
                  <a:pos x="0" y="238"/>
                </a:cxn>
                <a:cxn ang="0">
                  <a:pos x="0" y="209"/>
                </a:cxn>
                <a:cxn ang="0">
                  <a:pos x="9" y="175"/>
                </a:cxn>
                <a:cxn ang="0">
                  <a:pos x="19" y="143"/>
                </a:cxn>
                <a:cxn ang="0">
                  <a:pos x="31" y="114"/>
                </a:cxn>
                <a:cxn ang="0">
                  <a:pos x="45" y="86"/>
                </a:cxn>
                <a:cxn ang="0">
                  <a:pos x="62" y="62"/>
                </a:cxn>
                <a:cxn ang="0">
                  <a:pos x="84" y="39"/>
                </a:cxn>
                <a:cxn ang="0">
                  <a:pos x="109" y="18"/>
                </a:cxn>
                <a:cxn ang="0">
                  <a:pos x="142" y="0"/>
                </a:cxn>
              </a:cxnLst>
              <a:rect l="0" t="0" r="r" b="b"/>
              <a:pathLst>
                <a:path w="413" h="445">
                  <a:moveTo>
                    <a:pt x="142" y="0"/>
                  </a:moveTo>
                  <a:lnTo>
                    <a:pt x="303" y="13"/>
                  </a:lnTo>
                  <a:lnTo>
                    <a:pt x="326" y="26"/>
                  </a:lnTo>
                  <a:lnTo>
                    <a:pt x="345" y="41"/>
                  </a:lnTo>
                  <a:lnTo>
                    <a:pt x="363" y="58"/>
                  </a:lnTo>
                  <a:lnTo>
                    <a:pt x="378" y="77"/>
                  </a:lnTo>
                  <a:lnTo>
                    <a:pt x="389" y="97"/>
                  </a:lnTo>
                  <a:lnTo>
                    <a:pt x="398" y="119"/>
                  </a:lnTo>
                  <a:lnTo>
                    <a:pt x="407" y="143"/>
                  </a:lnTo>
                  <a:lnTo>
                    <a:pt x="411" y="169"/>
                  </a:lnTo>
                  <a:lnTo>
                    <a:pt x="413" y="199"/>
                  </a:lnTo>
                  <a:lnTo>
                    <a:pt x="413" y="226"/>
                  </a:lnTo>
                  <a:lnTo>
                    <a:pt x="412" y="254"/>
                  </a:lnTo>
                  <a:lnTo>
                    <a:pt x="409" y="279"/>
                  </a:lnTo>
                  <a:lnTo>
                    <a:pt x="403" y="304"/>
                  </a:lnTo>
                  <a:lnTo>
                    <a:pt x="396" y="327"/>
                  </a:lnTo>
                  <a:lnTo>
                    <a:pt x="388" y="347"/>
                  </a:lnTo>
                  <a:lnTo>
                    <a:pt x="377" y="367"/>
                  </a:lnTo>
                  <a:lnTo>
                    <a:pt x="364" y="384"/>
                  </a:lnTo>
                  <a:lnTo>
                    <a:pt x="350" y="399"/>
                  </a:lnTo>
                  <a:lnTo>
                    <a:pt x="333" y="413"/>
                  </a:lnTo>
                  <a:lnTo>
                    <a:pt x="314" y="423"/>
                  </a:lnTo>
                  <a:lnTo>
                    <a:pt x="294" y="432"/>
                  </a:lnTo>
                  <a:lnTo>
                    <a:pt x="272" y="439"/>
                  </a:lnTo>
                  <a:lnTo>
                    <a:pt x="246" y="444"/>
                  </a:lnTo>
                  <a:lnTo>
                    <a:pt x="220" y="445"/>
                  </a:lnTo>
                  <a:lnTo>
                    <a:pt x="51" y="414"/>
                  </a:lnTo>
                  <a:lnTo>
                    <a:pt x="33" y="390"/>
                  </a:lnTo>
                  <a:lnTo>
                    <a:pt x="21" y="367"/>
                  </a:lnTo>
                  <a:lnTo>
                    <a:pt x="11" y="343"/>
                  </a:lnTo>
                  <a:lnTo>
                    <a:pt x="6" y="317"/>
                  </a:lnTo>
                  <a:lnTo>
                    <a:pt x="2" y="292"/>
                  </a:lnTo>
                  <a:lnTo>
                    <a:pt x="0" y="266"/>
                  </a:lnTo>
                  <a:lnTo>
                    <a:pt x="0" y="238"/>
                  </a:lnTo>
                  <a:lnTo>
                    <a:pt x="0" y="209"/>
                  </a:lnTo>
                  <a:lnTo>
                    <a:pt x="9" y="175"/>
                  </a:lnTo>
                  <a:lnTo>
                    <a:pt x="19" y="143"/>
                  </a:lnTo>
                  <a:lnTo>
                    <a:pt x="31" y="114"/>
                  </a:lnTo>
                  <a:lnTo>
                    <a:pt x="45" y="86"/>
                  </a:lnTo>
                  <a:lnTo>
                    <a:pt x="62" y="62"/>
                  </a:lnTo>
                  <a:lnTo>
                    <a:pt x="84" y="39"/>
                  </a:lnTo>
                  <a:lnTo>
                    <a:pt x="109" y="18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140F0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27" name="Freeform 55"/>
            <p:cNvSpPr>
              <a:spLocks/>
            </p:cNvSpPr>
            <p:nvPr/>
          </p:nvSpPr>
          <p:spPr bwMode="auto">
            <a:xfrm>
              <a:off x="7158038" y="3135313"/>
              <a:ext cx="117475" cy="209550"/>
            </a:xfrm>
            <a:custGeom>
              <a:avLst/>
              <a:gdLst/>
              <a:ahLst/>
              <a:cxnLst>
                <a:cxn ang="0">
                  <a:pos x="63" y="33"/>
                </a:cxn>
                <a:cxn ang="0">
                  <a:pos x="77" y="40"/>
                </a:cxn>
                <a:cxn ang="0">
                  <a:pos x="87" y="49"/>
                </a:cxn>
                <a:cxn ang="0">
                  <a:pos x="95" y="58"/>
                </a:cxn>
                <a:cxn ang="0">
                  <a:pos x="100" y="70"/>
                </a:cxn>
                <a:cxn ang="0">
                  <a:pos x="104" y="81"/>
                </a:cxn>
                <a:cxn ang="0">
                  <a:pos x="105" y="95"/>
                </a:cxn>
                <a:cxn ang="0">
                  <a:pos x="106" y="110"/>
                </a:cxn>
                <a:cxn ang="0">
                  <a:pos x="106" y="126"/>
                </a:cxn>
                <a:cxn ang="0">
                  <a:pos x="98" y="148"/>
                </a:cxn>
                <a:cxn ang="0">
                  <a:pos x="92" y="167"/>
                </a:cxn>
                <a:cxn ang="0">
                  <a:pos x="86" y="183"/>
                </a:cxn>
                <a:cxn ang="0">
                  <a:pos x="79" y="195"/>
                </a:cxn>
                <a:cxn ang="0">
                  <a:pos x="71" y="205"/>
                </a:cxn>
                <a:cxn ang="0">
                  <a:pos x="59" y="210"/>
                </a:cxn>
                <a:cxn ang="0">
                  <a:pos x="41" y="214"/>
                </a:cxn>
                <a:cxn ang="0">
                  <a:pos x="18" y="213"/>
                </a:cxn>
                <a:cxn ang="0">
                  <a:pos x="2" y="195"/>
                </a:cxn>
                <a:cxn ang="0">
                  <a:pos x="0" y="223"/>
                </a:cxn>
                <a:cxn ang="0">
                  <a:pos x="13" y="243"/>
                </a:cxn>
                <a:cxn ang="0">
                  <a:pos x="39" y="264"/>
                </a:cxn>
                <a:cxn ang="0">
                  <a:pos x="61" y="260"/>
                </a:cxn>
                <a:cxn ang="0">
                  <a:pos x="78" y="254"/>
                </a:cxn>
                <a:cxn ang="0">
                  <a:pos x="93" y="245"/>
                </a:cxn>
                <a:cxn ang="0">
                  <a:pos x="105" y="234"/>
                </a:cxn>
                <a:cxn ang="0">
                  <a:pos x="114" y="222"/>
                </a:cxn>
                <a:cxn ang="0">
                  <a:pos x="123" y="206"/>
                </a:cxn>
                <a:cxn ang="0">
                  <a:pos x="131" y="186"/>
                </a:cxn>
                <a:cxn ang="0">
                  <a:pos x="140" y="164"/>
                </a:cxn>
                <a:cxn ang="0">
                  <a:pos x="148" y="108"/>
                </a:cxn>
                <a:cxn ang="0">
                  <a:pos x="147" y="78"/>
                </a:cxn>
                <a:cxn ang="0">
                  <a:pos x="143" y="51"/>
                </a:cxn>
                <a:cxn ang="0">
                  <a:pos x="132" y="28"/>
                </a:cxn>
                <a:cxn ang="0">
                  <a:pos x="120" y="11"/>
                </a:cxn>
                <a:cxn ang="0">
                  <a:pos x="104" y="2"/>
                </a:cxn>
                <a:cxn ang="0">
                  <a:pos x="84" y="0"/>
                </a:cxn>
                <a:cxn ang="0">
                  <a:pos x="63" y="7"/>
                </a:cxn>
                <a:cxn ang="0">
                  <a:pos x="41" y="25"/>
                </a:cxn>
                <a:cxn ang="0">
                  <a:pos x="31" y="39"/>
                </a:cxn>
                <a:cxn ang="0">
                  <a:pos x="63" y="33"/>
                </a:cxn>
              </a:cxnLst>
              <a:rect l="0" t="0" r="r" b="b"/>
              <a:pathLst>
                <a:path w="148" h="264">
                  <a:moveTo>
                    <a:pt x="63" y="33"/>
                  </a:moveTo>
                  <a:lnTo>
                    <a:pt x="77" y="40"/>
                  </a:lnTo>
                  <a:lnTo>
                    <a:pt x="87" y="49"/>
                  </a:lnTo>
                  <a:lnTo>
                    <a:pt x="95" y="58"/>
                  </a:lnTo>
                  <a:lnTo>
                    <a:pt x="100" y="70"/>
                  </a:lnTo>
                  <a:lnTo>
                    <a:pt x="104" y="81"/>
                  </a:lnTo>
                  <a:lnTo>
                    <a:pt x="105" y="95"/>
                  </a:lnTo>
                  <a:lnTo>
                    <a:pt x="106" y="110"/>
                  </a:lnTo>
                  <a:lnTo>
                    <a:pt x="106" y="126"/>
                  </a:lnTo>
                  <a:lnTo>
                    <a:pt x="98" y="148"/>
                  </a:lnTo>
                  <a:lnTo>
                    <a:pt x="92" y="167"/>
                  </a:lnTo>
                  <a:lnTo>
                    <a:pt x="86" y="183"/>
                  </a:lnTo>
                  <a:lnTo>
                    <a:pt x="79" y="195"/>
                  </a:lnTo>
                  <a:lnTo>
                    <a:pt x="71" y="205"/>
                  </a:lnTo>
                  <a:lnTo>
                    <a:pt x="59" y="210"/>
                  </a:lnTo>
                  <a:lnTo>
                    <a:pt x="41" y="214"/>
                  </a:lnTo>
                  <a:lnTo>
                    <a:pt x="18" y="213"/>
                  </a:lnTo>
                  <a:lnTo>
                    <a:pt x="2" y="195"/>
                  </a:lnTo>
                  <a:lnTo>
                    <a:pt x="0" y="223"/>
                  </a:lnTo>
                  <a:lnTo>
                    <a:pt x="13" y="243"/>
                  </a:lnTo>
                  <a:lnTo>
                    <a:pt x="39" y="264"/>
                  </a:lnTo>
                  <a:lnTo>
                    <a:pt x="61" y="260"/>
                  </a:lnTo>
                  <a:lnTo>
                    <a:pt x="78" y="254"/>
                  </a:lnTo>
                  <a:lnTo>
                    <a:pt x="93" y="245"/>
                  </a:lnTo>
                  <a:lnTo>
                    <a:pt x="105" y="234"/>
                  </a:lnTo>
                  <a:lnTo>
                    <a:pt x="114" y="222"/>
                  </a:lnTo>
                  <a:lnTo>
                    <a:pt x="123" y="206"/>
                  </a:lnTo>
                  <a:lnTo>
                    <a:pt x="131" y="186"/>
                  </a:lnTo>
                  <a:lnTo>
                    <a:pt x="140" y="164"/>
                  </a:lnTo>
                  <a:lnTo>
                    <a:pt x="148" y="108"/>
                  </a:lnTo>
                  <a:lnTo>
                    <a:pt x="147" y="78"/>
                  </a:lnTo>
                  <a:lnTo>
                    <a:pt x="143" y="51"/>
                  </a:lnTo>
                  <a:lnTo>
                    <a:pt x="132" y="28"/>
                  </a:lnTo>
                  <a:lnTo>
                    <a:pt x="120" y="11"/>
                  </a:lnTo>
                  <a:lnTo>
                    <a:pt x="104" y="2"/>
                  </a:lnTo>
                  <a:lnTo>
                    <a:pt x="84" y="0"/>
                  </a:lnTo>
                  <a:lnTo>
                    <a:pt x="63" y="7"/>
                  </a:lnTo>
                  <a:lnTo>
                    <a:pt x="41" y="25"/>
                  </a:lnTo>
                  <a:lnTo>
                    <a:pt x="31" y="39"/>
                  </a:lnTo>
                  <a:lnTo>
                    <a:pt x="63" y="33"/>
                  </a:lnTo>
                  <a:close/>
                </a:path>
              </a:pathLst>
            </a:custGeom>
            <a:solidFill>
              <a:srgbClr val="877F6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28" name="Freeform 56"/>
            <p:cNvSpPr>
              <a:spLocks/>
            </p:cNvSpPr>
            <p:nvPr/>
          </p:nvSpPr>
          <p:spPr bwMode="auto">
            <a:xfrm>
              <a:off x="7235825" y="3209925"/>
              <a:ext cx="39687" cy="109538"/>
            </a:xfrm>
            <a:custGeom>
              <a:avLst/>
              <a:gdLst/>
              <a:ahLst/>
              <a:cxnLst>
                <a:cxn ang="0">
                  <a:pos x="14" y="76"/>
                </a:cxn>
                <a:cxn ang="0">
                  <a:pos x="0" y="106"/>
                </a:cxn>
                <a:cxn ang="0">
                  <a:pos x="2" y="119"/>
                </a:cxn>
                <a:cxn ang="0">
                  <a:pos x="2" y="138"/>
                </a:cxn>
                <a:cxn ang="0">
                  <a:pos x="28" y="114"/>
                </a:cxn>
                <a:cxn ang="0">
                  <a:pos x="46" y="78"/>
                </a:cxn>
                <a:cxn ang="0">
                  <a:pos x="49" y="44"/>
                </a:cxn>
                <a:cxn ang="0">
                  <a:pos x="49" y="0"/>
                </a:cxn>
                <a:cxn ang="0">
                  <a:pos x="36" y="8"/>
                </a:cxn>
                <a:cxn ang="0">
                  <a:pos x="39" y="37"/>
                </a:cxn>
                <a:cxn ang="0">
                  <a:pos x="38" y="64"/>
                </a:cxn>
                <a:cxn ang="0">
                  <a:pos x="20" y="106"/>
                </a:cxn>
                <a:cxn ang="0">
                  <a:pos x="14" y="76"/>
                </a:cxn>
              </a:cxnLst>
              <a:rect l="0" t="0" r="r" b="b"/>
              <a:pathLst>
                <a:path w="49" h="138">
                  <a:moveTo>
                    <a:pt x="14" y="76"/>
                  </a:moveTo>
                  <a:lnTo>
                    <a:pt x="0" y="106"/>
                  </a:lnTo>
                  <a:lnTo>
                    <a:pt x="2" y="119"/>
                  </a:lnTo>
                  <a:lnTo>
                    <a:pt x="2" y="138"/>
                  </a:lnTo>
                  <a:lnTo>
                    <a:pt x="28" y="114"/>
                  </a:lnTo>
                  <a:lnTo>
                    <a:pt x="46" y="78"/>
                  </a:lnTo>
                  <a:lnTo>
                    <a:pt x="49" y="44"/>
                  </a:lnTo>
                  <a:lnTo>
                    <a:pt x="49" y="0"/>
                  </a:lnTo>
                  <a:lnTo>
                    <a:pt x="36" y="8"/>
                  </a:lnTo>
                  <a:lnTo>
                    <a:pt x="39" y="37"/>
                  </a:lnTo>
                  <a:lnTo>
                    <a:pt x="38" y="64"/>
                  </a:lnTo>
                  <a:lnTo>
                    <a:pt x="20" y="106"/>
                  </a:lnTo>
                  <a:lnTo>
                    <a:pt x="14" y="76"/>
                  </a:lnTo>
                  <a:close/>
                </a:path>
              </a:pathLst>
            </a:custGeom>
            <a:solidFill>
              <a:srgbClr val="A0B5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29" name="Freeform 57"/>
            <p:cNvSpPr>
              <a:spLocks/>
            </p:cNvSpPr>
            <p:nvPr/>
          </p:nvSpPr>
          <p:spPr bwMode="auto">
            <a:xfrm>
              <a:off x="7137400" y="3124200"/>
              <a:ext cx="74612" cy="190500"/>
            </a:xfrm>
            <a:custGeom>
              <a:avLst/>
              <a:gdLst/>
              <a:ahLst/>
              <a:cxnLst>
                <a:cxn ang="0">
                  <a:pos x="88" y="0"/>
                </a:cxn>
                <a:cxn ang="0">
                  <a:pos x="64" y="14"/>
                </a:cxn>
                <a:cxn ang="0">
                  <a:pos x="44" y="30"/>
                </a:cxn>
                <a:cxn ang="0">
                  <a:pos x="28" y="47"/>
                </a:cxn>
                <a:cxn ang="0">
                  <a:pos x="17" y="68"/>
                </a:cxn>
                <a:cxn ang="0">
                  <a:pos x="9" y="91"/>
                </a:cxn>
                <a:cxn ang="0">
                  <a:pos x="4" y="116"/>
                </a:cxn>
                <a:cxn ang="0">
                  <a:pos x="1" y="143"/>
                </a:cxn>
                <a:cxn ang="0">
                  <a:pos x="0" y="173"/>
                </a:cxn>
                <a:cxn ang="0">
                  <a:pos x="5" y="206"/>
                </a:cxn>
                <a:cxn ang="0">
                  <a:pos x="19" y="238"/>
                </a:cxn>
                <a:cxn ang="0">
                  <a:pos x="21" y="212"/>
                </a:cxn>
                <a:cxn ang="0">
                  <a:pos x="14" y="162"/>
                </a:cxn>
                <a:cxn ang="0">
                  <a:pos x="39" y="168"/>
                </a:cxn>
                <a:cxn ang="0">
                  <a:pos x="71" y="166"/>
                </a:cxn>
                <a:cxn ang="0">
                  <a:pos x="79" y="146"/>
                </a:cxn>
                <a:cxn ang="0">
                  <a:pos x="93" y="136"/>
                </a:cxn>
                <a:cxn ang="0">
                  <a:pos x="93" y="112"/>
                </a:cxn>
                <a:cxn ang="0">
                  <a:pos x="77" y="104"/>
                </a:cxn>
                <a:cxn ang="0">
                  <a:pos x="77" y="76"/>
                </a:cxn>
                <a:cxn ang="0">
                  <a:pos x="61" y="60"/>
                </a:cxn>
                <a:cxn ang="0">
                  <a:pos x="48" y="53"/>
                </a:cxn>
                <a:cxn ang="0">
                  <a:pos x="53" y="46"/>
                </a:cxn>
                <a:cxn ang="0">
                  <a:pos x="57" y="39"/>
                </a:cxn>
                <a:cxn ang="0">
                  <a:pos x="62" y="32"/>
                </a:cxn>
                <a:cxn ang="0">
                  <a:pos x="66" y="26"/>
                </a:cxn>
                <a:cxn ang="0">
                  <a:pos x="72" y="20"/>
                </a:cxn>
                <a:cxn ang="0">
                  <a:pos x="77" y="14"/>
                </a:cxn>
                <a:cxn ang="0">
                  <a:pos x="82" y="7"/>
                </a:cxn>
                <a:cxn ang="0">
                  <a:pos x="88" y="0"/>
                </a:cxn>
              </a:cxnLst>
              <a:rect l="0" t="0" r="r" b="b"/>
              <a:pathLst>
                <a:path w="93" h="238">
                  <a:moveTo>
                    <a:pt x="88" y="0"/>
                  </a:moveTo>
                  <a:lnTo>
                    <a:pt x="64" y="14"/>
                  </a:lnTo>
                  <a:lnTo>
                    <a:pt x="44" y="30"/>
                  </a:lnTo>
                  <a:lnTo>
                    <a:pt x="28" y="47"/>
                  </a:lnTo>
                  <a:lnTo>
                    <a:pt x="17" y="68"/>
                  </a:lnTo>
                  <a:lnTo>
                    <a:pt x="9" y="91"/>
                  </a:lnTo>
                  <a:lnTo>
                    <a:pt x="4" y="116"/>
                  </a:lnTo>
                  <a:lnTo>
                    <a:pt x="1" y="143"/>
                  </a:lnTo>
                  <a:lnTo>
                    <a:pt x="0" y="173"/>
                  </a:lnTo>
                  <a:lnTo>
                    <a:pt x="5" y="206"/>
                  </a:lnTo>
                  <a:lnTo>
                    <a:pt x="19" y="238"/>
                  </a:lnTo>
                  <a:lnTo>
                    <a:pt x="21" y="212"/>
                  </a:lnTo>
                  <a:lnTo>
                    <a:pt x="14" y="162"/>
                  </a:lnTo>
                  <a:lnTo>
                    <a:pt x="39" y="168"/>
                  </a:lnTo>
                  <a:lnTo>
                    <a:pt x="71" y="166"/>
                  </a:lnTo>
                  <a:lnTo>
                    <a:pt x="79" y="146"/>
                  </a:lnTo>
                  <a:lnTo>
                    <a:pt x="93" y="136"/>
                  </a:lnTo>
                  <a:lnTo>
                    <a:pt x="93" y="112"/>
                  </a:lnTo>
                  <a:lnTo>
                    <a:pt x="77" y="104"/>
                  </a:lnTo>
                  <a:lnTo>
                    <a:pt x="77" y="76"/>
                  </a:lnTo>
                  <a:lnTo>
                    <a:pt x="61" y="60"/>
                  </a:lnTo>
                  <a:lnTo>
                    <a:pt x="48" y="53"/>
                  </a:lnTo>
                  <a:lnTo>
                    <a:pt x="53" y="46"/>
                  </a:lnTo>
                  <a:lnTo>
                    <a:pt x="57" y="39"/>
                  </a:lnTo>
                  <a:lnTo>
                    <a:pt x="62" y="32"/>
                  </a:lnTo>
                  <a:lnTo>
                    <a:pt x="66" y="26"/>
                  </a:lnTo>
                  <a:lnTo>
                    <a:pt x="72" y="20"/>
                  </a:lnTo>
                  <a:lnTo>
                    <a:pt x="77" y="14"/>
                  </a:lnTo>
                  <a:lnTo>
                    <a:pt x="82" y="7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302B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30" name="Freeform 58"/>
            <p:cNvSpPr>
              <a:spLocks/>
            </p:cNvSpPr>
            <p:nvPr/>
          </p:nvSpPr>
          <p:spPr bwMode="auto">
            <a:xfrm>
              <a:off x="6973888" y="3040063"/>
              <a:ext cx="246062" cy="344488"/>
            </a:xfrm>
            <a:custGeom>
              <a:avLst/>
              <a:gdLst/>
              <a:ahLst/>
              <a:cxnLst>
                <a:cxn ang="0">
                  <a:pos x="134" y="0"/>
                </a:cxn>
                <a:cxn ang="0">
                  <a:pos x="310" y="11"/>
                </a:cxn>
                <a:cxn ang="0">
                  <a:pos x="286" y="16"/>
                </a:cxn>
                <a:cxn ang="0">
                  <a:pos x="262" y="24"/>
                </a:cxn>
                <a:cxn ang="0">
                  <a:pos x="240" y="38"/>
                </a:cxn>
                <a:cxn ang="0">
                  <a:pos x="218" y="55"/>
                </a:cxn>
                <a:cxn ang="0">
                  <a:pos x="198" y="77"/>
                </a:cxn>
                <a:cxn ang="0">
                  <a:pos x="181" y="101"/>
                </a:cxn>
                <a:cxn ang="0">
                  <a:pos x="166" y="128"/>
                </a:cxn>
                <a:cxn ang="0">
                  <a:pos x="154" y="158"/>
                </a:cxn>
                <a:cxn ang="0">
                  <a:pos x="145" y="190"/>
                </a:cxn>
                <a:cxn ang="0">
                  <a:pos x="140" y="223"/>
                </a:cxn>
                <a:cxn ang="0">
                  <a:pos x="139" y="258"/>
                </a:cxn>
                <a:cxn ang="0">
                  <a:pos x="141" y="292"/>
                </a:cxn>
                <a:cxn ang="0">
                  <a:pos x="149" y="328"/>
                </a:cxn>
                <a:cxn ang="0">
                  <a:pos x="162" y="364"/>
                </a:cxn>
                <a:cxn ang="0">
                  <a:pos x="180" y="399"/>
                </a:cxn>
                <a:cxn ang="0">
                  <a:pos x="204" y="434"/>
                </a:cxn>
                <a:cxn ang="0">
                  <a:pos x="141" y="426"/>
                </a:cxn>
                <a:cxn ang="0">
                  <a:pos x="71" y="411"/>
                </a:cxn>
                <a:cxn ang="0">
                  <a:pos x="26" y="368"/>
                </a:cxn>
                <a:cxn ang="0">
                  <a:pos x="10" y="322"/>
                </a:cxn>
                <a:cxn ang="0">
                  <a:pos x="1" y="272"/>
                </a:cxn>
                <a:cxn ang="0">
                  <a:pos x="0" y="217"/>
                </a:cxn>
                <a:cxn ang="0">
                  <a:pos x="8" y="163"/>
                </a:cxn>
                <a:cxn ang="0">
                  <a:pos x="24" y="113"/>
                </a:cxn>
                <a:cxn ang="0">
                  <a:pos x="51" y="65"/>
                </a:cxn>
                <a:cxn ang="0">
                  <a:pos x="87" y="28"/>
                </a:cxn>
                <a:cxn ang="0">
                  <a:pos x="134" y="0"/>
                </a:cxn>
              </a:cxnLst>
              <a:rect l="0" t="0" r="r" b="b"/>
              <a:pathLst>
                <a:path w="310" h="434">
                  <a:moveTo>
                    <a:pt x="134" y="0"/>
                  </a:moveTo>
                  <a:lnTo>
                    <a:pt x="310" y="11"/>
                  </a:lnTo>
                  <a:lnTo>
                    <a:pt x="286" y="16"/>
                  </a:lnTo>
                  <a:lnTo>
                    <a:pt x="262" y="24"/>
                  </a:lnTo>
                  <a:lnTo>
                    <a:pt x="240" y="38"/>
                  </a:lnTo>
                  <a:lnTo>
                    <a:pt x="218" y="55"/>
                  </a:lnTo>
                  <a:lnTo>
                    <a:pt x="198" y="77"/>
                  </a:lnTo>
                  <a:lnTo>
                    <a:pt x="181" y="101"/>
                  </a:lnTo>
                  <a:lnTo>
                    <a:pt x="166" y="128"/>
                  </a:lnTo>
                  <a:lnTo>
                    <a:pt x="154" y="158"/>
                  </a:lnTo>
                  <a:lnTo>
                    <a:pt x="145" y="190"/>
                  </a:lnTo>
                  <a:lnTo>
                    <a:pt x="140" y="223"/>
                  </a:lnTo>
                  <a:lnTo>
                    <a:pt x="139" y="258"/>
                  </a:lnTo>
                  <a:lnTo>
                    <a:pt x="141" y="292"/>
                  </a:lnTo>
                  <a:lnTo>
                    <a:pt x="149" y="328"/>
                  </a:lnTo>
                  <a:lnTo>
                    <a:pt x="162" y="364"/>
                  </a:lnTo>
                  <a:lnTo>
                    <a:pt x="180" y="399"/>
                  </a:lnTo>
                  <a:lnTo>
                    <a:pt x="204" y="434"/>
                  </a:lnTo>
                  <a:lnTo>
                    <a:pt x="141" y="426"/>
                  </a:lnTo>
                  <a:lnTo>
                    <a:pt x="71" y="411"/>
                  </a:lnTo>
                  <a:lnTo>
                    <a:pt x="26" y="368"/>
                  </a:lnTo>
                  <a:lnTo>
                    <a:pt x="10" y="322"/>
                  </a:lnTo>
                  <a:lnTo>
                    <a:pt x="1" y="272"/>
                  </a:lnTo>
                  <a:lnTo>
                    <a:pt x="0" y="217"/>
                  </a:lnTo>
                  <a:lnTo>
                    <a:pt x="8" y="163"/>
                  </a:lnTo>
                  <a:lnTo>
                    <a:pt x="24" y="113"/>
                  </a:lnTo>
                  <a:lnTo>
                    <a:pt x="51" y="65"/>
                  </a:lnTo>
                  <a:lnTo>
                    <a:pt x="87" y="28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33261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31" name="Freeform 59"/>
            <p:cNvSpPr>
              <a:spLocks/>
            </p:cNvSpPr>
            <p:nvPr/>
          </p:nvSpPr>
          <p:spPr bwMode="auto">
            <a:xfrm>
              <a:off x="6583363" y="3206750"/>
              <a:ext cx="447675" cy="204788"/>
            </a:xfrm>
            <a:custGeom>
              <a:avLst/>
              <a:gdLst/>
              <a:ahLst/>
              <a:cxnLst>
                <a:cxn ang="0">
                  <a:pos x="4" y="126"/>
                </a:cxn>
                <a:cxn ang="0">
                  <a:pos x="95" y="95"/>
                </a:cxn>
                <a:cxn ang="0">
                  <a:pos x="226" y="59"/>
                </a:cxn>
                <a:cxn ang="0">
                  <a:pos x="364" y="86"/>
                </a:cxn>
                <a:cxn ang="0">
                  <a:pos x="444" y="0"/>
                </a:cxn>
                <a:cxn ang="0">
                  <a:pos x="506" y="12"/>
                </a:cxn>
                <a:cxn ang="0">
                  <a:pos x="524" y="112"/>
                </a:cxn>
                <a:cxn ang="0">
                  <a:pos x="535" y="166"/>
                </a:cxn>
                <a:cxn ang="0">
                  <a:pos x="566" y="196"/>
                </a:cxn>
                <a:cxn ang="0">
                  <a:pos x="287" y="250"/>
                </a:cxn>
                <a:cxn ang="0">
                  <a:pos x="255" y="258"/>
                </a:cxn>
                <a:cxn ang="0">
                  <a:pos x="262" y="215"/>
                </a:cxn>
                <a:cxn ang="0">
                  <a:pos x="218" y="206"/>
                </a:cxn>
                <a:cxn ang="0">
                  <a:pos x="0" y="148"/>
                </a:cxn>
                <a:cxn ang="0">
                  <a:pos x="4" y="126"/>
                </a:cxn>
              </a:cxnLst>
              <a:rect l="0" t="0" r="r" b="b"/>
              <a:pathLst>
                <a:path w="566" h="258">
                  <a:moveTo>
                    <a:pt x="4" y="126"/>
                  </a:moveTo>
                  <a:lnTo>
                    <a:pt x="95" y="95"/>
                  </a:lnTo>
                  <a:lnTo>
                    <a:pt x="226" y="59"/>
                  </a:lnTo>
                  <a:lnTo>
                    <a:pt x="364" y="86"/>
                  </a:lnTo>
                  <a:lnTo>
                    <a:pt x="444" y="0"/>
                  </a:lnTo>
                  <a:lnTo>
                    <a:pt x="506" y="12"/>
                  </a:lnTo>
                  <a:lnTo>
                    <a:pt x="524" y="112"/>
                  </a:lnTo>
                  <a:lnTo>
                    <a:pt x="535" y="166"/>
                  </a:lnTo>
                  <a:lnTo>
                    <a:pt x="566" y="196"/>
                  </a:lnTo>
                  <a:lnTo>
                    <a:pt x="287" y="250"/>
                  </a:lnTo>
                  <a:lnTo>
                    <a:pt x="255" y="258"/>
                  </a:lnTo>
                  <a:lnTo>
                    <a:pt x="262" y="215"/>
                  </a:lnTo>
                  <a:lnTo>
                    <a:pt x="218" y="206"/>
                  </a:lnTo>
                  <a:lnTo>
                    <a:pt x="0" y="148"/>
                  </a:lnTo>
                  <a:lnTo>
                    <a:pt x="4" y="126"/>
                  </a:lnTo>
                  <a:close/>
                </a:path>
              </a:pathLst>
            </a:custGeom>
            <a:solidFill>
              <a:srgbClr val="8E211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32" name="Freeform 60"/>
            <p:cNvSpPr>
              <a:spLocks/>
            </p:cNvSpPr>
            <p:nvPr/>
          </p:nvSpPr>
          <p:spPr bwMode="auto">
            <a:xfrm>
              <a:off x="6580188" y="3295650"/>
              <a:ext cx="225425" cy="74613"/>
            </a:xfrm>
            <a:custGeom>
              <a:avLst/>
              <a:gdLst/>
              <a:ahLst/>
              <a:cxnLst>
                <a:cxn ang="0">
                  <a:pos x="3" y="15"/>
                </a:cxn>
                <a:cxn ang="0">
                  <a:pos x="46" y="0"/>
                </a:cxn>
                <a:cxn ang="0">
                  <a:pos x="283" y="50"/>
                </a:cxn>
                <a:cxn ang="0">
                  <a:pos x="261" y="60"/>
                </a:cxn>
                <a:cxn ang="0">
                  <a:pos x="246" y="95"/>
                </a:cxn>
                <a:cxn ang="0">
                  <a:pos x="10" y="35"/>
                </a:cxn>
                <a:cxn ang="0">
                  <a:pos x="1" y="28"/>
                </a:cxn>
                <a:cxn ang="0">
                  <a:pos x="0" y="22"/>
                </a:cxn>
                <a:cxn ang="0">
                  <a:pos x="2" y="18"/>
                </a:cxn>
                <a:cxn ang="0">
                  <a:pos x="3" y="15"/>
                </a:cxn>
              </a:cxnLst>
              <a:rect l="0" t="0" r="r" b="b"/>
              <a:pathLst>
                <a:path w="283" h="95">
                  <a:moveTo>
                    <a:pt x="3" y="15"/>
                  </a:moveTo>
                  <a:lnTo>
                    <a:pt x="46" y="0"/>
                  </a:lnTo>
                  <a:lnTo>
                    <a:pt x="283" y="50"/>
                  </a:lnTo>
                  <a:lnTo>
                    <a:pt x="261" y="60"/>
                  </a:lnTo>
                  <a:lnTo>
                    <a:pt x="246" y="95"/>
                  </a:lnTo>
                  <a:lnTo>
                    <a:pt x="10" y="35"/>
                  </a:lnTo>
                  <a:lnTo>
                    <a:pt x="1" y="28"/>
                  </a:lnTo>
                  <a:lnTo>
                    <a:pt x="0" y="22"/>
                  </a:lnTo>
                  <a:lnTo>
                    <a:pt x="2" y="18"/>
                  </a:lnTo>
                  <a:lnTo>
                    <a:pt x="3" y="15"/>
                  </a:lnTo>
                  <a:close/>
                </a:path>
              </a:pathLst>
            </a:custGeom>
            <a:solidFill>
              <a:srgbClr val="FF283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33" name="Freeform 61"/>
            <p:cNvSpPr>
              <a:spLocks/>
            </p:cNvSpPr>
            <p:nvPr/>
          </p:nvSpPr>
          <p:spPr bwMode="auto">
            <a:xfrm>
              <a:off x="6769100" y="3206750"/>
              <a:ext cx="212725" cy="198438"/>
            </a:xfrm>
            <a:custGeom>
              <a:avLst/>
              <a:gdLst/>
              <a:ahLst/>
              <a:cxnLst>
                <a:cxn ang="0">
                  <a:pos x="217" y="0"/>
                </a:cxn>
                <a:cxn ang="0">
                  <a:pos x="74" y="136"/>
                </a:cxn>
                <a:cxn ang="0">
                  <a:pos x="13" y="200"/>
                </a:cxn>
                <a:cxn ang="0">
                  <a:pos x="7" y="212"/>
                </a:cxn>
                <a:cxn ang="0">
                  <a:pos x="4" y="221"/>
                </a:cxn>
                <a:cxn ang="0">
                  <a:pos x="0" y="228"/>
                </a:cxn>
                <a:cxn ang="0">
                  <a:pos x="0" y="233"/>
                </a:cxn>
                <a:cxn ang="0">
                  <a:pos x="3" y="238"/>
                </a:cxn>
                <a:cxn ang="0">
                  <a:pos x="8" y="241"/>
                </a:cxn>
                <a:cxn ang="0">
                  <a:pos x="17" y="244"/>
                </a:cxn>
                <a:cxn ang="0">
                  <a:pos x="30" y="250"/>
                </a:cxn>
                <a:cxn ang="0">
                  <a:pos x="27" y="228"/>
                </a:cxn>
                <a:cxn ang="0">
                  <a:pos x="29" y="217"/>
                </a:cxn>
                <a:cxn ang="0">
                  <a:pos x="38" y="206"/>
                </a:cxn>
                <a:cxn ang="0">
                  <a:pos x="52" y="188"/>
                </a:cxn>
                <a:cxn ang="0">
                  <a:pos x="268" y="15"/>
                </a:cxn>
                <a:cxn ang="0">
                  <a:pos x="217" y="0"/>
                </a:cxn>
              </a:cxnLst>
              <a:rect l="0" t="0" r="r" b="b"/>
              <a:pathLst>
                <a:path w="268" h="250">
                  <a:moveTo>
                    <a:pt x="217" y="0"/>
                  </a:moveTo>
                  <a:lnTo>
                    <a:pt x="74" y="136"/>
                  </a:lnTo>
                  <a:lnTo>
                    <a:pt x="13" y="200"/>
                  </a:lnTo>
                  <a:lnTo>
                    <a:pt x="7" y="212"/>
                  </a:lnTo>
                  <a:lnTo>
                    <a:pt x="4" y="221"/>
                  </a:lnTo>
                  <a:lnTo>
                    <a:pt x="0" y="228"/>
                  </a:lnTo>
                  <a:lnTo>
                    <a:pt x="0" y="233"/>
                  </a:lnTo>
                  <a:lnTo>
                    <a:pt x="3" y="238"/>
                  </a:lnTo>
                  <a:lnTo>
                    <a:pt x="8" y="241"/>
                  </a:lnTo>
                  <a:lnTo>
                    <a:pt x="17" y="244"/>
                  </a:lnTo>
                  <a:lnTo>
                    <a:pt x="30" y="250"/>
                  </a:lnTo>
                  <a:lnTo>
                    <a:pt x="27" y="228"/>
                  </a:lnTo>
                  <a:lnTo>
                    <a:pt x="29" y="217"/>
                  </a:lnTo>
                  <a:lnTo>
                    <a:pt x="38" y="206"/>
                  </a:lnTo>
                  <a:lnTo>
                    <a:pt x="52" y="188"/>
                  </a:lnTo>
                  <a:lnTo>
                    <a:pt x="268" y="15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283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34" name="Freeform 62"/>
            <p:cNvSpPr>
              <a:spLocks/>
            </p:cNvSpPr>
            <p:nvPr/>
          </p:nvSpPr>
          <p:spPr bwMode="auto">
            <a:xfrm>
              <a:off x="7337425" y="2806700"/>
              <a:ext cx="46037" cy="38100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7" y="11"/>
                </a:cxn>
                <a:cxn ang="0">
                  <a:pos x="3" y="22"/>
                </a:cxn>
                <a:cxn ang="0">
                  <a:pos x="1" y="33"/>
                </a:cxn>
                <a:cxn ang="0">
                  <a:pos x="0" y="41"/>
                </a:cxn>
                <a:cxn ang="0">
                  <a:pos x="0" y="43"/>
                </a:cxn>
                <a:cxn ang="0">
                  <a:pos x="57" y="49"/>
                </a:cxn>
                <a:cxn ang="0">
                  <a:pos x="54" y="22"/>
                </a:cxn>
                <a:cxn ang="0">
                  <a:pos x="29" y="0"/>
                </a:cxn>
              </a:cxnLst>
              <a:rect l="0" t="0" r="r" b="b"/>
              <a:pathLst>
                <a:path w="57" h="49">
                  <a:moveTo>
                    <a:pt x="29" y="0"/>
                  </a:moveTo>
                  <a:lnTo>
                    <a:pt x="7" y="11"/>
                  </a:lnTo>
                  <a:lnTo>
                    <a:pt x="3" y="22"/>
                  </a:lnTo>
                  <a:lnTo>
                    <a:pt x="1" y="33"/>
                  </a:lnTo>
                  <a:lnTo>
                    <a:pt x="0" y="41"/>
                  </a:lnTo>
                  <a:lnTo>
                    <a:pt x="0" y="43"/>
                  </a:lnTo>
                  <a:lnTo>
                    <a:pt x="57" y="49"/>
                  </a:lnTo>
                  <a:lnTo>
                    <a:pt x="54" y="2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DDA88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35" name="Freeform 63"/>
            <p:cNvSpPr>
              <a:spLocks/>
            </p:cNvSpPr>
            <p:nvPr/>
          </p:nvSpPr>
          <p:spPr bwMode="auto">
            <a:xfrm>
              <a:off x="7353300" y="2801938"/>
              <a:ext cx="211137" cy="682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50" y="0"/>
                </a:cxn>
                <a:cxn ang="0">
                  <a:pos x="192" y="27"/>
                </a:cxn>
                <a:cxn ang="0">
                  <a:pos x="255" y="66"/>
                </a:cxn>
                <a:cxn ang="0">
                  <a:pos x="265" y="86"/>
                </a:cxn>
                <a:cxn ang="0">
                  <a:pos x="195" y="54"/>
                </a:cxn>
                <a:cxn ang="0">
                  <a:pos x="150" y="27"/>
                </a:cxn>
                <a:cxn ang="0">
                  <a:pos x="100" y="27"/>
                </a:cxn>
                <a:cxn ang="0">
                  <a:pos x="33" y="34"/>
                </a:cxn>
                <a:cxn ang="0">
                  <a:pos x="22" y="16"/>
                </a:cxn>
                <a:cxn ang="0">
                  <a:pos x="0" y="5"/>
                </a:cxn>
              </a:cxnLst>
              <a:rect l="0" t="0" r="r" b="b"/>
              <a:pathLst>
                <a:path w="265" h="86">
                  <a:moveTo>
                    <a:pt x="0" y="5"/>
                  </a:moveTo>
                  <a:lnTo>
                    <a:pt x="150" y="0"/>
                  </a:lnTo>
                  <a:lnTo>
                    <a:pt x="192" y="27"/>
                  </a:lnTo>
                  <a:lnTo>
                    <a:pt x="255" y="66"/>
                  </a:lnTo>
                  <a:lnTo>
                    <a:pt x="265" y="86"/>
                  </a:lnTo>
                  <a:lnTo>
                    <a:pt x="195" y="54"/>
                  </a:lnTo>
                  <a:lnTo>
                    <a:pt x="150" y="27"/>
                  </a:lnTo>
                  <a:lnTo>
                    <a:pt x="100" y="27"/>
                  </a:lnTo>
                  <a:lnTo>
                    <a:pt x="33" y="34"/>
                  </a:lnTo>
                  <a:lnTo>
                    <a:pt x="22" y="16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997C7C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36" name="Freeform 64"/>
            <p:cNvSpPr>
              <a:spLocks/>
            </p:cNvSpPr>
            <p:nvPr/>
          </p:nvSpPr>
          <p:spPr bwMode="auto">
            <a:xfrm>
              <a:off x="7450138" y="2944813"/>
              <a:ext cx="247650" cy="317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" y="32"/>
                </a:cxn>
                <a:cxn ang="0">
                  <a:pos x="303" y="39"/>
                </a:cxn>
                <a:cxn ang="0">
                  <a:pos x="0" y="7"/>
                </a:cxn>
                <a:cxn ang="0">
                  <a:pos x="0" y="0"/>
                </a:cxn>
              </a:cxnLst>
              <a:rect l="0" t="0" r="r" b="b"/>
              <a:pathLst>
                <a:path w="314" h="39">
                  <a:moveTo>
                    <a:pt x="0" y="0"/>
                  </a:moveTo>
                  <a:lnTo>
                    <a:pt x="314" y="32"/>
                  </a:lnTo>
                  <a:lnTo>
                    <a:pt x="303" y="39"/>
                  </a:ln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7C7C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37" name="Freeform 65"/>
            <p:cNvSpPr>
              <a:spLocks/>
            </p:cNvSpPr>
            <p:nvPr/>
          </p:nvSpPr>
          <p:spPr bwMode="auto">
            <a:xfrm>
              <a:off x="7454900" y="2965450"/>
              <a:ext cx="231775" cy="301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93" y="32"/>
                </a:cxn>
                <a:cxn ang="0">
                  <a:pos x="284" y="38"/>
                </a:cxn>
                <a:cxn ang="0">
                  <a:pos x="0" y="5"/>
                </a:cxn>
                <a:cxn ang="0">
                  <a:pos x="0" y="0"/>
                </a:cxn>
              </a:cxnLst>
              <a:rect l="0" t="0" r="r" b="b"/>
              <a:pathLst>
                <a:path w="293" h="38">
                  <a:moveTo>
                    <a:pt x="0" y="0"/>
                  </a:moveTo>
                  <a:lnTo>
                    <a:pt x="293" y="32"/>
                  </a:lnTo>
                  <a:lnTo>
                    <a:pt x="284" y="38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7C7C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38" name="Freeform 66"/>
            <p:cNvSpPr>
              <a:spLocks/>
            </p:cNvSpPr>
            <p:nvPr/>
          </p:nvSpPr>
          <p:spPr bwMode="auto">
            <a:xfrm>
              <a:off x="7445375" y="2894013"/>
              <a:ext cx="133350" cy="41275"/>
            </a:xfrm>
            <a:custGeom>
              <a:avLst/>
              <a:gdLst/>
              <a:ahLst/>
              <a:cxnLst>
                <a:cxn ang="0">
                  <a:pos x="25" y="16"/>
                </a:cxn>
                <a:cxn ang="0">
                  <a:pos x="152" y="0"/>
                </a:cxn>
                <a:cxn ang="0">
                  <a:pos x="168" y="5"/>
                </a:cxn>
                <a:cxn ang="0">
                  <a:pos x="168" y="30"/>
                </a:cxn>
                <a:cxn ang="0">
                  <a:pos x="41" y="48"/>
                </a:cxn>
                <a:cxn ang="0">
                  <a:pos x="5" y="51"/>
                </a:cxn>
                <a:cxn ang="0">
                  <a:pos x="0" y="19"/>
                </a:cxn>
                <a:cxn ang="0">
                  <a:pos x="25" y="16"/>
                </a:cxn>
              </a:cxnLst>
              <a:rect l="0" t="0" r="r" b="b"/>
              <a:pathLst>
                <a:path w="168" h="51">
                  <a:moveTo>
                    <a:pt x="25" y="16"/>
                  </a:moveTo>
                  <a:lnTo>
                    <a:pt x="152" y="0"/>
                  </a:lnTo>
                  <a:lnTo>
                    <a:pt x="168" y="5"/>
                  </a:lnTo>
                  <a:lnTo>
                    <a:pt x="168" y="30"/>
                  </a:lnTo>
                  <a:lnTo>
                    <a:pt x="41" y="48"/>
                  </a:lnTo>
                  <a:lnTo>
                    <a:pt x="5" y="51"/>
                  </a:lnTo>
                  <a:lnTo>
                    <a:pt x="0" y="19"/>
                  </a:lnTo>
                  <a:lnTo>
                    <a:pt x="25" y="16"/>
                  </a:lnTo>
                  <a:close/>
                </a:path>
              </a:pathLst>
            </a:custGeom>
            <a:solidFill>
              <a:srgbClr val="5B3D1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39" name="Freeform 67"/>
            <p:cNvSpPr>
              <a:spLocks/>
            </p:cNvSpPr>
            <p:nvPr/>
          </p:nvSpPr>
          <p:spPr bwMode="auto">
            <a:xfrm>
              <a:off x="7532688" y="2901950"/>
              <a:ext cx="160337" cy="49213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38"/>
                </a:cxn>
                <a:cxn ang="0">
                  <a:pos x="173" y="0"/>
                </a:cxn>
                <a:cxn ang="0">
                  <a:pos x="202" y="6"/>
                </a:cxn>
                <a:cxn ang="0">
                  <a:pos x="39" y="61"/>
                </a:cxn>
                <a:cxn ang="0">
                  <a:pos x="0" y="54"/>
                </a:cxn>
              </a:cxnLst>
              <a:rect l="0" t="0" r="r" b="b"/>
              <a:pathLst>
                <a:path w="202" h="61">
                  <a:moveTo>
                    <a:pt x="0" y="54"/>
                  </a:moveTo>
                  <a:lnTo>
                    <a:pt x="42" y="38"/>
                  </a:lnTo>
                  <a:lnTo>
                    <a:pt x="173" y="0"/>
                  </a:lnTo>
                  <a:lnTo>
                    <a:pt x="202" y="6"/>
                  </a:lnTo>
                  <a:lnTo>
                    <a:pt x="39" y="61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5B3D1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40" name="Freeform 68"/>
            <p:cNvSpPr>
              <a:spLocks/>
            </p:cNvSpPr>
            <p:nvPr/>
          </p:nvSpPr>
          <p:spPr bwMode="auto">
            <a:xfrm>
              <a:off x="7612063" y="2897188"/>
              <a:ext cx="152400" cy="55563"/>
            </a:xfrm>
            <a:custGeom>
              <a:avLst/>
              <a:gdLst/>
              <a:ahLst/>
              <a:cxnLst>
                <a:cxn ang="0">
                  <a:pos x="0" y="65"/>
                </a:cxn>
                <a:cxn ang="0">
                  <a:pos x="137" y="0"/>
                </a:cxn>
                <a:cxn ang="0">
                  <a:pos x="173" y="2"/>
                </a:cxn>
                <a:cxn ang="0">
                  <a:pos x="193" y="20"/>
                </a:cxn>
                <a:cxn ang="0">
                  <a:pos x="65" y="71"/>
                </a:cxn>
                <a:cxn ang="0">
                  <a:pos x="0" y="65"/>
                </a:cxn>
              </a:cxnLst>
              <a:rect l="0" t="0" r="r" b="b"/>
              <a:pathLst>
                <a:path w="193" h="71">
                  <a:moveTo>
                    <a:pt x="0" y="65"/>
                  </a:moveTo>
                  <a:lnTo>
                    <a:pt x="137" y="0"/>
                  </a:lnTo>
                  <a:lnTo>
                    <a:pt x="173" y="2"/>
                  </a:lnTo>
                  <a:lnTo>
                    <a:pt x="193" y="20"/>
                  </a:lnTo>
                  <a:lnTo>
                    <a:pt x="65" y="71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5B3D1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41" name="Freeform 69"/>
            <p:cNvSpPr>
              <a:spLocks/>
            </p:cNvSpPr>
            <p:nvPr/>
          </p:nvSpPr>
          <p:spPr bwMode="auto">
            <a:xfrm>
              <a:off x="6978650" y="2873375"/>
              <a:ext cx="204787" cy="60325"/>
            </a:xfrm>
            <a:custGeom>
              <a:avLst/>
              <a:gdLst/>
              <a:ahLst/>
              <a:cxnLst>
                <a:cxn ang="0">
                  <a:pos x="21" y="51"/>
                </a:cxn>
                <a:cxn ang="0">
                  <a:pos x="229" y="5"/>
                </a:cxn>
                <a:cxn ang="0">
                  <a:pos x="258" y="0"/>
                </a:cxn>
                <a:cxn ang="0">
                  <a:pos x="225" y="32"/>
                </a:cxn>
                <a:cxn ang="0">
                  <a:pos x="209" y="55"/>
                </a:cxn>
                <a:cxn ang="0">
                  <a:pos x="159" y="76"/>
                </a:cxn>
                <a:cxn ang="0">
                  <a:pos x="92" y="76"/>
                </a:cxn>
                <a:cxn ang="0">
                  <a:pos x="21" y="76"/>
                </a:cxn>
                <a:cxn ang="0">
                  <a:pos x="0" y="64"/>
                </a:cxn>
                <a:cxn ang="0">
                  <a:pos x="21" y="51"/>
                </a:cxn>
              </a:cxnLst>
              <a:rect l="0" t="0" r="r" b="b"/>
              <a:pathLst>
                <a:path w="258" h="76">
                  <a:moveTo>
                    <a:pt x="21" y="51"/>
                  </a:moveTo>
                  <a:lnTo>
                    <a:pt x="229" y="5"/>
                  </a:lnTo>
                  <a:lnTo>
                    <a:pt x="258" y="0"/>
                  </a:lnTo>
                  <a:lnTo>
                    <a:pt x="225" y="32"/>
                  </a:lnTo>
                  <a:lnTo>
                    <a:pt x="209" y="55"/>
                  </a:lnTo>
                  <a:lnTo>
                    <a:pt x="159" y="76"/>
                  </a:lnTo>
                  <a:lnTo>
                    <a:pt x="92" y="76"/>
                  </a:lnTo>
                  <a:lnTo>
                    <a:pt x="21" y="76"/>
                  </a:lnTo>
                  <a:lnTo>
                    <a:pt x="0" y="64"/>
                  </a:lnTo>
                  <a:lnTo>
                    <a:pt x="21" y="51"/>
                  </a:lnTo>
                  <a:close/>
                </a:path>
              </a:pathLst>
            </a:custGeom>
            <a:solidFill>
              <a:srgbClr val="66332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42" name="Freeform 70"/>
            <p:cNvSpPr>
              <a:spLocks/>
            </p:cNvSpPr>
            <p:nvPr/>
          </p:nvSpPr>
          <p:spPr bwMode="auto">
            <a:xfrm>
              <a:off x="6913563" y="2873375"/>
              <a:ext cx="73025" cy="53975"/>
            </a:xfrm>
            <a:custGeom>
              <a:avLst/>
              <a:gdLst/>
              <a:ahLst/>
              <a:cxnLst>
                <a:cxn ang="0">
                  <a:pos x="34" y="64"/>
                </a:cxn>
                <a:cxn ang="0">
                  <a:pos x="0" y="55"/>
                </a:cxn>
                <a:cxn ang="0">
                  <a:pos x="0" y="22"/>
                </a:cxn>
                <a:cxn ang="0">
                  <a:pos x="50" y="0"/>
                </a:cxn>
                <a:cxn ang="0">
                  <a:pos x="92" y="0"/>
                </a:cxn>
                <a:cxn ang="0">
                  <a:pos x="88" y="64"/>
                </a:cxn>
                <a:cxn ang="0">
                  <a:pos x="62" y="68"/>
                </a:cxn>
                <a:cxn ang="0">
                  <a:pos x="34" y="64"/>
                </a:cxn>
              </a:cxnLst>
              <a:rect l="0" t="0" r="r" b="b"/>
              <a:pathLst>
                <a:path w="92" h="68">
                  <a:moveTo>
                    <a:pt x="34" y="64"/>
                  </a:moveTo>
                  <a:lnTo>
                    <a:pt x="0" y="55"/>
                  </a:lnTo>
                  <a:lnTo>
                    <a:pt x="0" y="22"/>
                  </a:lnTo>
                  <a:lnTo>
                    <a:pt x="50" y="0"/>
                  </a:lnTo>
                  <a:lnTo>
                    <a:pt x="92" y="0"/>
                  </a:lnTo>
                  <a:lnTo>
                    <a:pt x="88" y="64"/>
                  </a:lnTo>
                  <a:lnTo>
                    <a:pt x="62" y="68"/>
                  </a:lnTo>
                  <a:lnTo>
                    <a:pt x="34" y="64"/>
                  </a:lnTo>
                  <a:close/>
                </a:path>
              </a:pathLst>
            </a:custGeom>
            <a:solidFill>
              <a:srgbClr val="FFD37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43" name="Freeform 71"/>
            <p:cNvSpPr>
              <a:spLocks/>
            </p:cNvSpPr>
            <p:nvPr/>
          </p:nvSpPr>
          <p:spPr bwMode="auto">
            <a:xfrm>
              <a:off x="7124700" y="2952750"/>
              <a:ext cx="66675" cy="47625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0" y="59"/>
                </a:cxn>
                <a:cxn ang="0">
                  <a:pos x="46" y="51"/>
                </a:cxn>
                <a:cxn ang="0">
                  <a:pos x="84" y="29"/>
                </a:cxn>
                <a:cxn ang="0">
                  <a:pos x="67" y="5"/>
                </a:cxn>
                <a:cxn ang="0">
                  <a:pos x="38" y="0"/>
                </a:cxn>
                <a:cxn ang="0">
                  <a:pos x="0" y="9"/>
                </a:cxn>
              </a:cxnLst>
              <a:rect l="0" t="0" r="r" b="b"/>
              <a:pathLst>
                <a:path w="84" h="59">
                  <a:moveTo>
                    <a:pt x="0" y="9"/>
                  </a:moveTo>
                  <a:lnTo>
                    <a:pt x="0" y="59"/>
                  </a:lnTo>
                  <a:lnTo>
                    <a:pt x="46" y="51"/>
                  </a:lnTo>
                  <a:lnTo>
                    <a:pt x="84" y="29"/>
                  </a:lnTo>
                  <a:lnTo>
                    <a:pt x="67" y="5"/>
                  </a:lnTo>
                  <a:lnTo>
                    <a:pt x="38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3634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44" name="Freeform 72"/>
            <p:cNvSpPr>
              <a:spLocks/>
            </p:cNvSpPr>
            <p:nvPr/>
          </p:nvSpPr>
          <p:spPr bwMode="auto">
            <a:xfrm>
              <a:off x="7137400" y="2903538"/>
              <a:ext cx="60325" cy="66675"/>
            </a:xfrm>
            <a:custGeom>
              <a:avLst/>
              <a:gdLst/>
              <a:ahLst/>
              <a:cxnLst>
                <a:cxn ang="0">
                  <a:pos x="0" y="59"/>
                </a:cxn>
                <a:cxn ang="0">
                  <a:pos x="12" y="26"/>
                </a:cxn>
                <a:cxn ang="0">
                  <a:pos x="57" y="0"/>
                </a:cxn>
                <a:cxn ang="0">
                  <a:pos x="74" y="30"/>
                </a:cxn>
                <a:cxn ang="0">
                  <a:pos x="74" y="63"/>
                </a:cxn>
                <a:cxn ang="0">
                  <a:pos x="24" y="84"/>
                </a:cxn>
                <a:cxn ang="0">
                  <a:pos x="0" y="59"/>
                </a:cxn>
              </a:cxnLst>
              <a:rect l="0" t="0" r="r" b="b"/>
              <a:pathLst>
                <a:path w="74" h="84">
                  <a:moveTo>
                    <a:pt x="0" y="59"/>
                  </a:moveTo>
                  <a:lnTo>
                    <a:pt x="12" y="26"/>
                  </a:lnTo>
                  <a:lnTo>
                    <a:pt x="57" y="0"/>
                  </a:lnTo>
                  <a:lnTo>
                    <a:pt x="74" y="30"/>
                  </a:lnTo>
                  <a:lnTo>
                    <a:pt x="74" y="63"/>
                  </a:lnTo>
                  <a:lnTo>
                    <a:pt x="24" y="84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FFD37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45" name="Freeform 73"/>
            <p:cNvSpPr>
              <a:spLocks/>
            </p:cNvSpPr>
            <p:nvPr/>
          </p:nvSpPr>
          <p:spPr bwMode="auto">
            <a:xfrm>
              <a:off x="7450138" y="3114675"/>
              <a:ext cx="68262" cy="90488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88" y="0"/>
                </a:cxn>
                <a:cxn ang="0">
                  <a:pos x="88" y="96"/>
                </a:cxn>
                <a:cxn ang="0">
                  <a:pos x="21" y="112"/>
                </a:cxn>
                <a:cxn ang="0">
                  <a:pos x="0" y="115"/>
                </a:cxn>
                <a:cxn ang="0">
                  <a:pos x="0" y="14"/>
                </a:cxn>
              </a:cxnLst>
              <a:rect l="0" t="0" r="r" b="b"/>
              <a:pathLst>
                <a:path w="88" h="115">
                  <a:moveTo>
                    <a:pt x="0" y="14"/>
                  </a:moveTo>
                  <a:lnTo>
                    <a:pt x="88" y="0"/>
                  </a:lnTo>
                  <a:lnTo>
                    <a:pt x="88" y="96"/>
                  </a:lnTo>
                  <a:lnTo>
                    <a:pt x="21" y="112"/>
                  </a:lnTo>
                  <a:lnTo>
                    <a:pt x="0" y="115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B7660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46" name="Freeform 74"/>
            <p:cNvSpPr>
              <a:spLocks/>
            </p:cNvSpPr>
            <p:nvPr/>
          </p:nvSpPr>
          <p:spPr bwMode="auto">
            <a:xfrm>
              <a:off x="7488238" y="3111500"/>
              <a:ext cx="41275" cy="85725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0" y="107"/>
                </a:cxn>
                <a:cxn ang="0">
                  <a:pos x="52" y="98"/>
                </a:cxn>
                <a:cxn ang="0">
                  <a:pos x="52" y="0"/>
                </a:cxn>
                <a:cxn ang="0">
                  <a:pos x="0" y="10"/>
                </a:cxn>
              </a:cxnLst>
              <a:rect l="0" t="0" r="r" b="b"/>
              <a:pathLst>
                <a:path w="52" h="107">
                  <a:moveTo>
                    <a:pt x="0" y="10"/>
                  </a:moveTo>
                  <a:lnTo>
                    <a:pt x="0" y="107"/>
                  </a:lnTo>
                  <a:lnTo>
                    <a:pt x="52" y="98"/>
                  </a:lnTo>
                  <a:lnTo>
                    <a:pt x="5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9421C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47" name="Freeform 75"/>
            <p:cNvSpPr>
              <a:spLocks/>
            </p:cNvSpPr>
            <p:nvPr/>
          </p:nvSpPr>
          <p:spPr bwMode="auto">
            <a:xfrm>
              <a:off x="7513638" y="3109913"/>
              <a:ext cx="36512" cy="84138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106"/>
                </a:cxn>
                <a:cxn ang="0">
                  <a:pos x="46" y="96"/>
                </a:cxn>
                <a:cxn ang="0">
                  <a:pos x="46" y="0"/>
                </a:cxn>
                <a:cxn ang="0">
                  <a:pos x="0" y="6"/>
                </a:cxn>
              </a:cxnLst>
              <a:rect l="0" t="0" r="r" b="b"/>
              <a:pathLst>
                <a:path w="46" h="106">
                  <a:moveTo>
                    <a:pt x="0" y="6"/>
                  </a:moveTo>
                  <a:lnTo>
                    <a:pt x="0" y="106"/>
                  </a:lnTo>
                  <a:lnTo>
                    <a:pt x="46" y="96"/>
                  </a:lnTo>
                  <a:lnTo>
                    <a:pt x="46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6633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48" name="Freeform 76"/>
            <p:cNvSpPr>
              <a:spLocks/>
            </p:cNvSpPr>
            <p:nvPr/>
          </p:nvSpPr>
          <p:spPr bwMode="auto">
            <a:xfrm>
              <a:off x="7558088" y="3095625"/>
              <a:ext cx="38100" cy="101600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38" y="128"/>
                </a:cxn>
                <a:cxn ang="0">
                  <a:pos x="48" y="123"/>
                </a:cxn>
                <a:cxn ang="0">
                  <a:pos x="10" y="0"/>
                </a:cxn>
                <a:cxn ang="0">
                  <a:pos x="0" y="4"/>
                </a:cxn>
              </a:cxnLst>
              <a:rect l="0" t="0" r="r" b="b"/>
              <a:pathLst>
                <a:path w="48" h="128">
                  <a:moveTo>
                    <a:pt x="0" y="4"/>
                  </a:moveTo>
                  <a:lnTo>
                    <a:pt x="38" y="128"/>
                  </a:lnTo>
                  <a:lnTo>
                    <a:pt x="48" y="123"/>
                  </a:lnTo>
                  <a:lnTo>
                    <a:pt x="10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663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49" name="Freeform 77"/>
            <p:cNvSpPr>
              <a:spLocks/>
            </p:cNvSpPr>
            <p:nvPr/>
          </p:nvSpPr>
          <p:spPr bwMode="auto">
            <a:xfrm>
              <a:off x="6926263" y="2947988"/>
              <a:ext cx="14287" cy="20638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26"/>
                </a:cxn>
                <a:cxn ang="0">
                  <a:pos x="19" y="26"/>
                </a:cxn>
                <a:cxn ang="0">
                  <a:pos x="19" y="0"/>
                </a:cxn>
              </a:cxnLst>
              <a:rect l="0" t="0" r="r" b="b"/>
              <a:pathLst>
                <a:path w="19" h="26">
                  <a:moveTo>
                    <a:pt x="19" y="0"/>
                  </a:moveTo>
                  <a:lnTo>
                    <a:pt x="0" y="26"/>
                  </a:lnTo>
                  <a:lnTo>
                    <a:pt x="19" y="26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6633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50" name="Freeform 78"/>
            <p:cNvSpPr>
              <a:spLocks/>
            </p:cNvSpPr>
            <p:nvPr/>
          </p:nvSpPr>
          <p:spPr bwMode="auto">
            <a:xfrm>
              <a:off x="6956425" y="2952750"/>
              <a:ext cx="14287" cy="20638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27"/>
                </a:cxn>
                <a:cxn ang="0">
                  <a:pos x="19" y="27"/>
                </a:cxn>
                <a:cxn ang="0">
                  <a:pos x="19" y="0"/>
                </a:cxn>
              </a:cxnLst>
              <a:rect l="0" t="0" r="r" b="b"/>
              <a:pathLst>
                <a:path w="19" h="27">
                  <a:moveTo>
                    <a:pt x="19" y="0"/>
                  </a:moveTo>
                  <a:lnTo>
                    <a:pt x="0" y="27"/>
                  </a:lnTo>
                  <a:lnTo>
                    <a:pt x="19" y="27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6633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51" name="Freeform 79"/>
            <p:cNvSpPr>
              <a:spLocks/>
            </p:cNvSpPr>
            <p:nvPr/>
          </p:nvSpPr>
          <p:spPr bwMode="auto">
            <a:xfrm>
              <a:off x="6994525" y="2965450"/>
              <a:ext cx="15875" cy="20638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27"/>
                </a:cxn>
                <a:cxn ang="0">
                  <a:pos x="18" y="27"/>
                </a:cxn>
                <a:cxn ang="0">
                  <a:pos x="18" y="0"/>
                </a:cxn>
              </a:cxnLst>
              <a:rect l="0" t="0" r="r" b="b"/>
              <a:pathLst>
                <a:path w="18" h="27">
                  <a:moveTo>
                    <a:pt x="18" y="0"/>
                  </a:moveTo>
                  <a:lnTo>
                    <a:pt x="0" y="27"/>
                  </a:lnTo>
                  <a:lnTo>
                    <a:pt x="18" y="27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6633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52" name="Freeform 80"/>
            <p:cNvSpPr>
              <a:spLocks/>
            </p:cNvSpPr>
            <p:nvPr/>
          </p:nvSpPr>
          <p:spPr bwMode="auto">
            <a:xfrm>
              <a:off x="7385050" y="3138488"/>
              <a:ext cx="28575" cy="74613"/>
            </a:xfrm>
            <a:custGeom>
              <a:avLst/>
              <a:gdLst/>
              <a:ahLst/>
              <a:cxnLst>
                <a:cxn ang="0">
                  <a:pos x="11" y="4"/>
                </a:cxn>
                <a:cxn ang="0">
                  <a:pos x="0" y="20"/>
                </a:cxn>
                <a:cxn ang="0">
                  <a:pos x="0" y="39"/>
                </a:cxn>
                <a:cxn ang="0">
                  <a:pos x="10" y="35"/>
                </a:cxn>
                <a:cxn ang="0">
                  <a:pos x="10" y="93"/>
                </a:cxn>
                <a:cxn ang="0">
                  <a:pos x="36" y="89"/>
                </a:cxn>
                <a:cxn ang="0">
                  <a:pos x="36" y="0"/>
                </a:cxn>
                <a:cxn ang="0">
                  <a:pos x="11" y="4"/>
                </a:cxn>
              </a:cxnLst>
              <a:rect l="0" t="0" r="r" b="b"/>
              <a:pathLst>
                <a:path w="36" h="93">
                  <a:moveTo>
                    <a:pt x="11" y="4"/>
                  </a:moveTo>
                  <a:lnTo>
                    <a:pt x="0" y="20"/>
                  </a:lnTo>
                  <a:lnTo>
                    <a:pt x="0" y="39"/>
                  </a:lnTo>
                  <a:lnTo>
                    <a:pt x="10" y="35"/>
                  </a:lnTo>
                  <a:lnTo>
                    <a:pt x="10" y="93"/>
                  </a:lnTo>
                  <a:lnTo>
                    <a:pt x="36" y="89"/>
                  </a:lnTo>
                  <a:lnTo>
                    <a:pt x="36" y="0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420F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53" name="Freeform 81"/>
            <p:cNvSpPr>
              <a:spLocks/>
            </p:cNvSpPr>
            <p:nvPr/>
          </p:nvSpPr>
          <p:spPr bwMode="auto">
            <a:xfrm>
              <a:off x="6516688" y="3190875"/>
              <a:ext cx="98425" cy="71438"/>
            </a:xfrm>
            <a:custGeom>
              <a:avLst/>
              <a:gdLst/>
              <a:ahLst/>
              <a:cxnLst>
                <a:cxn ang="0">
                  <a:pos x="95" y="2"/>
                </a:cxn>
                <a:cxn ang="0">
                  <a:pos x="78" y="0"/>
                </a:cxn>
                <a:cxn ang="0">
                  <a:pos x="54" y="16"/>
                </a:cxn>
                <a:cxn ang="0">
                  <a:pos x="67" y="21"/>
                </a:cxn>
                <a:cxn ang="0">
                  <a:pos x="58" y="26"/>
                </a:cxn>
                <a:cxn ang="0">
                  <a:pos x="48" y="31"/>
                </a:cxn>
                <a:cxn ang="0">
                  <a:pos x="40" y="37"/>
                </a:cxn>
                <a:cxn ang="0">
                  <a:pos x="32" y="44"/>
                </a:cxn>
                <a:cxn ang="0">
                  <a:pos x="25" y="52"/>
                </a:cxn>
                <a:cxn ang="0">
                  <a:pos x="17" y="60"/>
                </a:cxn>
                <a:cxn ang="0">
                  <a:pos x="9" y="70"/>
                </a:cxn>
                <a:cxn ang="0">
                  <a:pos x="0" y="82"/>
                </a:cxn>
                <a:cxn ang="0">
                  <a:pos x="32" y="89"/>
                </a:cxn>
                <a:cxn ang="0">
                  <a:pos x="43" y="77"/>
                </a:cxn>
                <a:cxn ang="0">
                  <a:pos x="53" y="66"/>
                </a:cxn>
                <a:cxn ang="0">
                  <a:pos x="63" y="55"/>
                </a:cxn>
                <a:cxn ang="0">
                  <a:pos x="75" y="46"/>
                </a:cxn>
                <a:cxn ang="0">
                  <a:pos x="86" y="38"/>
                </a:cxn>
                <a:cxn ang="0">
                  <a:pos x="98" y="29"/>
                </a:cxn>
                <a:cxn ang="0">
                  <a:pos x="111" y="21"/>
                </a:cxn>
                <a:cxn ang="0">
                  <a:pos x="124" y="13"/>
                </a:cxn>
                <a:cxn ang="0">
                  <a:pos x="95" y="2"/>
                </a:cxn>
              </a:cxnLst>
              <a:rect l="0" t="0" r="r" b="b"/>
              <a:pathLst>
                <a:path w="124" h="89">
                  <a:moveTo>
                    <a:pt x="95" y="2"/>
                  </a:moveTo>
                  <a:lnTo>
                    <a:pt x="78" y="0"/>
                  </a:lnTo>
                  <a:lnTo>
                    <a:pt x="54" y="16"/>
                  </a:lnTo>
                  <a:lnTo>
                    <a:pt x="67" y="21"/>
                  </a:lnTo>
                  <a:lnTo>
                    <a:pt x="58" y="26"/>
                  </a:lnTo>
                  <a:lnTo>
                    <a:pt x="48" y="31"/>
                  </a:lnTo>
                  <a:lnTo>
                    <a:pt x="40" y="37"/>
                  </a:lnTo>
                  <a:lnTo>
                    <a:pt x="32" y="44"/>
                  </a:lnTo>
                  <a:lnTo>
                    <a:pt x="25" y="52"/>
                  </a:lnTo>
                  <a:lnTo>
                    <a:pt x="17" y="60"/>
                  </a:lnTo>
                  <a:lnTo>
                    <a:pt x="9" y="70"/>
                  </a:lnTo>
                  <a:lnTo>
                    <a:pt x="0" y="82"/>
                  </a:lnTo>
                  <a:lnTo>
                    <a:pt x="32" y="89"/>
                  </a:lnTo>
                  <a:lnTo>
                    <a:pt x="43" y="77"/>
                  </a:lnTo>
                  <a:lnTo>
                    <a:pt x="53" y="66"/>
                  </a:lnTo>
                  <a:lnTo>
                    <a:pt x="63" y="55"/>
                  </a:lnTo>
                  <a:lnTo>
                    <a:pt x="75" y="46"/>
                  </a:lnTo>
                  <a:lnTo>
                    <a:pt x="86" y="38"/>
                  </a:lnTo>
                  <a:lnTo>
                    <a:pt x="98" y="29"/>
                  </a:lnTo>
                  <a:lnTo>
                    <a:pt x="111" y="21"/>
                  </a:lnTo>
                  <a:lnTo>
                    <a:pt x="124" y="13"/>
                  </a:lnTo>
                  <a:lnTo>
                    <a:pt x="95" y="2"/>
                  </a:lnTo>
                  <a:close/>
                </a:path>
              </a:pathLst>
            </a:custGeom>
            <a:solidFill>
              <a:srgbClr val="420F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107" name="Улыбающееся лицо 106"/>
          <p:cNvSpPr/>
          <p:nvPr/>
        </p:nvSpPr>
        <p:spPr>
          <a:xfrm>
            <a:off x="8072462" y="785794"/>
            <a:ext cx="714380" cy="642918"/>
          </a:xfrm>
          <a:prstGeom prst="smileyFace">
            <a:avLst/>
          </a:prstGeom>
          <a:solidFill>
            <a:srgbClr val="FFFF00"/>
          </a:solidFill>
          <a:ln>
            <a:solidFill>
              <a:srgbClr val="C0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8" name="Улыбающееся лицо 107"/>
          <p:cNvSpPr/>
          <p:nvPr/>
        </p:nvSpPr>
        <p:spPr>
          <a:xfrm>
            <a:off x="8215338" y="3286124"/>
            <a:ext cx="714380" cy="642918"/>
          </a:xfrm>
          <a:prstGeom prst="smileyFace">
            <a:avLst/>
          </a:prstGeo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FF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156 0.02292 C -0.10729 0.02083 -0.11076 0.02569 -0.11615 0.02685 C -0.1224 0.02847 -0.12812 0.0294 -0.1342 0.03171 C -0.13733 0.03287 -0.14045 0.03449 -0.14358 0.03565 C -0.1467 0.03681 -0.1533 0.03819 -0.1533 0.03843 C -0.17222 0.03773 -0.19132 0.03773 -0.21042 0.03681 C -0.21302 0.03681 -0.21562 0.0338 -0.21806 0.0331 C -0.22569 0.03079 -0.23333 0.02824 -0.2408 0.02546 C -0.24687 0.02037 -0.25295 0.01597 -0.2592 0.01157 C -0.26146 0.00995 -0.26424 0.00995 -0.26667 0.00787 C -0.2717 0.00347 -0.28021 -0.00255 -0.28559 -0.00463 C -0.29201 -0.01204 -0.29965 -0.0125 -0.30625 -0.01852 C -0.30781 -0.01991 -0.30885 -0.02292 -0.31059 -0.02361 C -0.32014 -0.02755 -0.32865 -0.03449 -0.33802 -0.03866 C -0.34271 -0.04375 -0.34931 -0.04468 -0.35469 -0.04607 C -0.36372 -0.04861 -0.37257 -0.05232 -0.38142 -0.0537 C -0.39722 -0.06111 -0.41319 -0.06528 -0.42934 -0.07014 C -0.44844 -0.07593 -0.43003 -0.06968 -0.44219 -0.075 C -0.44444 -0.07593 -0.44913 -0.07755 -0.44913 -0.07732 C -0.4908 -0.07662 -0.49253 -0.07639 -0.51979 -0.07269 C -0.52431 -0.06991 -0.5276 -0.06852 -0.53264 -0.06759 C -0.53837 -0.06389 -0.54479 -0.0625 -0.55069 -0.06134 C -0.55625 -0.05833 -0.56198 -0.05718 -0.56753 -0.05625 C -0.57361 -0.05324 -0.57969 -0.05185 -0.58594 -0.05 C -0.60156 -0.04537 -0.61719 -0.03912 -0.63281 -0.03495 C -0.63802 -0.03171 -0.64427 -0.03032 -0.64983 -0.02847 C -0.6526 -0.02755 -0.65781 -0.02616 -0.65781 -0.02593 " pathEditMode="relative" rAng="0" ptsTypes="ffffffffffffffffffffffffffA">
                                      <p:cBhvr>
                                        <p:cTn id="6" dur="2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812" y="-4259"/>
                                    </p:animMotion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1.48148E-6 C -0.02309 -0.00579 -0.0467 -0.00046 -0.06979 -0.00625 C -0.07622 -0.00972 -0.08559 -0.0125 -0.09149 -0.01759 C -0.09375 -0.01944 -0.09618 -0.0213 -0.09809 -0.02384 C -0.09896 -0.02523 -0.09983 -0.02685 -0.10087 -0.02778 C -0.10313 -0.02986 -0.1059 -0.03009 -0.10833 -0.03148 C -0.12379 -0.05093 -0.16788 -0.06366 -0.18958 -0.06412 C -0.23958 -0.06505 -0.28958 -0.06505 -0.33958 -0.06551 C -0.35278 -0.06829 -0.35972 -0.0706 -0.37448 -0.07176 C -0.38507 -0.07616 -0.39566 -0.07917 -0.4066 -0.08171 C -0.41319 -0.08495 -0.40833 -0.08287 -0.4217 -0.08565 C -0.42361 -0.08611 -0.42726 -0.08681 -0.42726 -0.08681 C -0.43802 -0.09213 -0.45087 -0.09213 -0.46215 -0.09306 C -0.46771 -0.09514 -0.47344 -0.09676 -0.47917 -0.09815 C -0.49392 -0.09769 -0.50868 -0.09769 -0.52344 -0.09699 C -0.53438 -0.09653 -0.54497 -0.09074 -0.55556 -0.08819 C -0.56319 -0.08426 -0.56129 -0.08565 -0.54149 -0.08819 C -0.5309 -0.08958 -0.50938 -0.09051 -0.50938 -0.09051 " pathEditMode="relative" ptsTypes="fffffffffffffffffA">
                                      <p:cBhvr>
                                        <p:cTn id="11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</p:childTnLst>
        </p:cTn>
      </p:par>
    </p:tnLst>
  </p:timing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рек">
  <a:themeElements>
    <a:clrScheme name="Трек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Трек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Трек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3</Words>
  <Application>Microsoft Office PowerPoint</Application>
  <PresentationFormat>Экран (4:3)</PresentationFormat>
  <Paragraphs>4</Paragraphs>
  <Slides>4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</vt:i4>
      </vt:variant>
    </vt:vector>
  </HeadingPairs>
  <TitlesOfParts>
    <vt:vector size="6" baseType="lpstr">
      <vt:lpstr>Тема Office</vt:lpstr>
      <vt:lpstr>Трек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famaly</dc:creator>
  <cp:lastModifiedBy>PAE</cp:lastModifiedBy>
  <cp:revision>13</cp:revision>
  <dcterms:created xsi:type="dcterms:W3CDTF">2013-09-29T16:08:47Z</dcterms:created>
  <dcterms:modified xsi:type="dcterms:W3CDTF">2018-04-04T07:50:01Z</dcterms:modified>
</cp:coreProperties>
</file>