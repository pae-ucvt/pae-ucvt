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67" r:id="rId2"/>
    <p:sldId id="260" r:id="rId3"/>
    <p:sldId id="261" r:id="rId4"/>
    <p:sldId id="272" r:id="rId5"/>
    <p:sldId id="268" r:id="rId6"/>
    <p:sldId id="262" r:id="rId7"/>
    <p:sldId id="270" r:id="rId8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9966"/>
    <a:srgbClr val="969696"/>
    <a:srgbClr val="000099"/>
    <a:srgbClr val="CC9900"/>
    <a:srgbClr val="FFB48F"/>
    <a:srgbClr val="FFCC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26" autoAdjust="0"/>
    <p:restoredTop sz="86756" autoAdjust="0"/>
  </p:normalViewPr>
  <p:slideViewPr>
    <p:cSldViewPr>
      <p:cViewPr varScale="1">
        <p:scale>
          <a:sx n="64" d="100"/>
          <a:sy n="64" d="100"/>
        </p:scale>
        <p:origin x="153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46F0B24-D433-43FC-8D33-8B8642666079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1023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4059F1-5292-458C-92CB-CF562685BF51}" type="slidenum">
              <a:rPr lang="ru-RU"/>
              <a:pPr/>
              <a:t>4</a:t>
            </a:fld>
            <a:endParaRPr lang="ru-RU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90291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0B24-D433-43FC-8D33-8B8642666079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687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6F0B24-D433-43FC-8D33-8B8642666079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838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45B0F-6880-445C-93EC-C16CEDBEC63E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2A2007-682E-40B5-92AD-C60A427B191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2EBD5-E240-449F-B54D-FD8DDBD197D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A22CD6-D273-4D5F-90B7-330042BC6D1B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8D73F-53E8-4984-8E4B-214A675664AC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62682-5692-475D-B3DC-D589E8FFE0A1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3C1717-3349-47EE-8CF1-64831527E56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C7EA7F-2BEC-4F19-A85F-811F11495A2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8D4F1F-4223-41B8-A3C2-99BB16F9D7E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688D53-8286-4A99-BD19-4550131D0F64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3C8C18-C99B-4503-896F-94551F51181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B51DABE-B2A1-4187-ACE2-8E6480DF0E15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07068-3D18-41C0-96EA-68AD59289B88}" type="slidenum">
              <a:rPr lang="ru-RU"/>
              <a:pPr/>
              <a:t>1</a:t>
            </a:fld>
            <a:endParaRPr lang="ru-RU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/>
            </a:r>
            <a:br>
              <a:rPr lang="en-US" sz="4000"/>
            </a:br>
            <a:r>
              <a:rPr lang="ru-RU" sz="4000"/>
              <a:t>Эффекты анимации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solidFill>
                  <a:srgbClr val="006600"/>
                </a:solidFill>
              </a:rPr>
              <a:t>Эффекты входа</a:t>
            </a:r>
            <a:endParaRPr lang="ru-RU"/>
          </a:p>
          <a:p>
            <a:r>
              <a:rPr lang="ru-RU">
                <a:solidFill>
                  <a:srgbClr val="FFCC00"/>
                </a:solidFill>
              </a:rPr>
              <a:t>Эффекты выделения</a:t>
            </a:r>
          </a:p>
          <a:p>
            <a:r>
              <a:rPr lang="ru-RU">
                <a:solidFill>
                  <a:srgbClr val="C32615"/>
                </a:solidFill>
              </a:rPr>
              <a:t>Эффекты выхода</a:t>
            </a:r>
          </a:p>
          <a:p>
            <a:r>
              <a:rPr lang="ru-RU"/>
              <a:t>Стандартные пути перемещения</a:t>
            </a:r>
          </a:p>
          <a:p>
            <a:r>
              <a:rPr lang="ru-RU"/>
              <a:t>Специально заданные пути перемещения</a:t>
            </a:r>
          </a:p>
        </p:txBody>
      </p:sp>
      <p:sp>
        <p:nvSpPr>
          <p:cNvPr id="20485" name="AutoShape 5" descr="Значок кнопки"/>
          <p:cNvSpPr>
            <a:spLocks noChangeAspect="1" noChangeArrowheads="1"/>
          </p:cNvSpPr>
          <p:nvPr/>
        </p:nvSpPr>
        <p:spPr bwMode="auto">
          <a:xfrm>
            <a:off x="155575" y="46038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20487" name="AutoShape 7" descr="Значок кнопки"/>
          <p:cNvSpPr>
            <a:spLocks noChangeAspect="1" noChangeArrowheads="1"/>
          </p:cNvSpPr>
          <p:nvPr/>
        </p:nvSpPr>
        <p:spPr bwMode="auto">
          <a:xfrm>
            <a:off x="155575" y="46038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F84A8-F559-4284-B1C2-6F5493B0CFB8}" type="slidenum">
              <a:rPr lang="ru-RU"/>
              <a:pPr/>
              <a:t>2</a:t>
            </a:fld>
            <a:endParaRPr lang="ru-RU"/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4138613" y="333375"/>
            <a:ext cx="48260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/>
              <a:t>Если во время показа слайдов требуется ввести текст или объект с определенным эффектом, выберите значок   </a:t>
            </a:r>
            <a:r>
              <a:rPr lang="ru-RU" b="1">
                <a:solidFill>
                  <a:srgbClr val="006600"/>
                </a:solidFill>
              </a:rPr>
              <a:t>Вход</a:t>
            </a:r>
            <a:r>
              <a:rPr lang="ru-RU"/>
              <a:t>, а затем — нужный эффект  (например, «Со скоростью света»</a:t>
            </a:r>
            <a:r>
              <a:rPr lang="en-US"/>
              <a:t>)</a:t>
            </a:r>
            <a:r>
              <a:rPr lang="ru-RU"/>
              <a:t>. </a:t>
            </a:r>
          </a:p>
        </p:txBody>
      </p:sp>
      <p:pic>
        <p:nvPicPr>
          <p:cNvPr id="9241" name="Picture 25" descr="j021295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flipH="1">
            <a:off x="1331913" y="260350"/>
            <a:ext cx="1830387" cy="1149350"/>
          </a:xfrm>
          <a:prstGeom prst="rect">
            <a:avLst/>
          </a:prstGeom>
          <a:noFill/>
        </p:spPr>
      </p:pic>
      <p:sp>
        <p:nvSpPr>
          <p:cNvPr id="9244" name="Text Box 28"/>
          <p:cNvSpPr txBox="1">
            <a:spLocks noChangeArrowheads="1"/>
          </p:cNvSpPr>
          <p:nvPr/>
        </p:nvSpPr>
        <p:spPr bwMode="auto">
          <a:xfrm>
            <a:off x="468313" y="2636838"/>
            <a:ext cx="5148262" cy="187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/>
              <a:t>Если требуется добавить эффект, вызывающий исчезновение текста или объекта со слайда, выберите значок   </a:t>
            </a:r>
            <a:r>
              <a:rPr lang="ru-RU" b="1">
                <a:solidFill>
                  <a:srgbClr val="C32615"/>
                </a:solidFill>
              </a:rPr>
              <a:t>Выход</a:t>
            </a:r>
            <a:r>
              <a:rPr lang="ru-RU"/>
              <a:t>, а затем — нужный эффект (например, «Вылет за край листа»). </a:t>
            </a:r>
          </a:p>
          <a:p>
            <a:pPr>
              <a:spcBef>
                <a:spcPct val="50000"/>
              </a:spcBef>
            </a:pPr>
            <a:endParaRPr lang="ru-RU"/>
          </a:p>
        </p:txBody>
      </p:sp>
      <p:grpSp>
        <p:nvGrpSpPr>
          <p:cNvPr id="9283" name="Group 67"/>
          <p:cNvGrpSpPr>
            <a:grpSpLocks/>
          </p:cNvGrpSpPr>
          <p:nvPr/>
        </p:nvGrpSpPr>
        <p:grpSpPr bwMode="auto">
          <a:xfrm>
            <a:off x="971550" y="4608513"/>
            <a:ext cx="2962275" cy="1484312"/>
            <a:chOff x="2653" y="2069"/>
            <a:chExt cx="1866" cy="935"/>
          </a:xfrm>
        </p:grpSpPr>
        <p:sp>
          <p:nvSpPr>
            <p:cNvPr id="9248" name="AutoShape 32"/>
            <p:cNvSpPr>
              <a:spLocks noChangeAspect="1" noChangeArrowheads="1" noTextEdit="1"/>
            </p:cNvSpPr>
            <p:nvPr/>
          </p:nvSpPr>
          <p:spPr bwMode="auto">
            <a:xfrm>
              <a:off x="2653" y="2069"/>
              <a:ext cx="1866" cy="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3" name="Freeform 37"/>
            <p:cNvSpPr>
              <a:spLocks/>
            </p:cNvSpPr>
            <p:nvPr/>
          </p:nvSpPr>
          <p:spPr bwMode="auto">
            <a:xfrm>
              <a:off x="2844" y="2612"/>
              <a:ext cx="402" cy="125"/>
            </a:xfrm>
            <a:custGeom>
              <a:avLst/>
              <a:gdLst/>
              <a:ahLst/>
              <a:cxnLst>
                <a:cxn ang="0">
                  <a:pos x="504" y="251"/>
                </a:cxn>
                <a:cxn ang="0">
                  <a:pos x="0" y="224"/>
                </a:cxn>
                <a:cxn ang="0">
                  <a:pos x="188" y="48"/>
                </a:cxn>
                <a:cxn ang="0">
                  <a:pos x="804" y="0"/>
                </a:cxn>
                <a:cxn ang="0">
                  <a:pos x="504" y="251"/>
                </a:cxn>
                <a:cxn ang="0">
                  <a:pos x="504" y="251"/>
                </a:cxn>
              </a:cxnLst>
              <a:rect l="0" t="0" r="r" b="b"/>
              <a:pathLst>
                <a:path w="804" h="251">
                  <a:moveTo>
                    <a:pt x="504" y="251"/>
                  </a:moveTo>
                  <a:lnTo>
                    <a:pt x="0" y="224"/>
                  </a:lnTo>
                  <a:lnTo>
                    <a:pt x="188" y="48"/>
                  </a:lnTo>
                  <a:lnTo>
                    <a:pt x="804" y="0"/>
                  </a:lnTo>
                  <a:lnTo>
                    <a:pt x="504" y="251"/>
                  </a:lnTo>
                  <a:lnTo>
                    <a:pt x="504" y="251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4" name="Freeform 38"/>
            <p:cNvSpPr>
              <a:spLocks/>
            </p:cNvSpPr>
            <p:nvPr/>
          </p:nvSpPr>
          <p:spPr bwMode="auto">
            <a:xfrm>
              <a:off x="3794" y="2088"/>
              <a:ext cx="462" cy="167"/>
            </a:xfrm>
            <a:custGeom>
              <a:avLst/>
              <a:gdLst/>
              <a:ahLst/>
              <a:cxnLst>
                <a:cxn ang="0">
                  <a:pos x="0" y="334"/>
                </a:cxn>
                <a:cxn ang="0">
                  <a:pos x="468" y="295"/>
                </a:cxn>
                <a:cxn ang="0">
                  <a:pos x="685" y="224"/>
                </a:cxn>
                <a:cxn ang="0">
                  <a:pos x="924" y="0"/>
                </a:cxn>
                <a:cxn ang="0">
                  <a:pos x="654" y="55"/>
                </a:cxn>
                <a:cxn ang="0">
                  <a:pos x="601" y="95"/>
                </a:cxn>
                <a:cxn ang="0">
                  <a:pos x="533" y="76"/>
                </a:cxn>
                <a:cxn ang="0">
                  <a:pos x="531" y="74"/>
                </a:cxn>
                <a:cxn ang="0">
                  <a:pos x="527" y="72"/>
                </a:cxn>
                <a:cxn ang="0">
                  <a:pos x="519" y="67"/>
                </a:cxn>
                <a:cxn ang="0">
                  <a:pos x="512" y="61"/>
                </a:cxn>
                <a:cxn ang="0">
                  <a:pos x="504" y="57"/>
                </a:cxn>
                <a:cxn ang="0">
                  <a:pos x="499" y="53"/>
                </a:cxn>
                <a:cxn ang="0">
                  <a:pos x="491" y="49"/>
                </a:cxn>
                <a:cxn ang="0">
                  <a:pos x="485" y="48"/>
                </a:cxn>
                <a:cxn ang="0">
                  <a:pos x="476" y="44"/>
                </a:cxn>
                <a:cxn ang="0">
                  <a:pos x="468" y="40"/>
                </a:cxn>
                <a:cxn ang="0">
                  <a:pos x="459" y="36"/>
                </a:cxn>
                <a:cxn ang="0">
                  <a:pos x="451" y="34"/>
                </a:cxn>
                <a:cxn ang="0">
                  <a:pos x="440" y="30"/>
                </a:cxn>
                <a:cxn ang="0">
                  <a:pos x="428" y="27"/>
                </a:cxn>
                <a:cxn ang="0">
                  <a:pos x="417" y="25"/>
                </a:cxn>
                <a:cxn ang="0">
                  <a:pos x="405" y="23"/>
                </a:cxn>
                <a:cxn ang="0">
                  <a:pos x="392" y="21"/>
                </a:cxn>
                <a:cxn ang="0">
                  <a:pos x="379" y="19"/>
                </a:cxn>
                <a:cxn ang="0">
                  <a:pos x="365" y="19"/>
                </a:cxn>
                <a:cxn ang="0">
                  <a:pos x="352" y="21"/>
                </a:cxn>
                <a:cxn ang="0">
                  <a:pos x="345" y="21"/>
                </a:cxn>
                <a:cxn ang="0">
                  <a:pos x="339" y="21"/>
                </a:cxn>
                <a:cxn ang="0">
                  <a:pos x="331" y="21"/>
                </a:cxn>
                <a:cxn ang="0">
                  <a:pos x="324" y="23"/>
                </a:cxn>
                <a:cxn ang="0">
                  <a:pos x="316" y="23"/>
                </a:cxn>
                <a:cxn ang="0">
                  <a:pos x="308" y="23"/>
                </a:cxn>
                <a:cxn ang="0">
                  <a:pos x="301" y="25"/>
                </a:cxn>
                <a:cxn ang="0">
                  <a:pos x="293" y="27"/>
                </a:cxn>
                <a:cxn ang="0">
                  <a:pos x="284" y="29"/>
                </a:cxn>
                <a:cxn ang="0">
                  <a:pos x="276" y="30"/>
                </a:cxn>
                <a:cxn ang="0">
                  <a:pos x="267" y="32"/>
                </a:cxn>
                <a:cxn ang="0">
                  <a:pos x="259" y="36"/>
                </a:cxn>
                <a:cxn ang="0">
                  <a:pos x="251" y="38"/>
                </a:cxn>
                <a:cxn ang="0">
                  <a:pos x="244" y="42"/>
                </a:cxn>
                <a:cxn ang="0">
                  <a:pos x="234" y="46"/>
                </a:cxn>
                <a:cxn ang="0">
                  <a:pos x="227" y="49"/>
                </a:cxn>
                <a:cxn ang="0">
                  <a:pos x="4" y="207"/>
                </a:cxn>
                <a:cxn ang="0">
                  <a:pos x="0" y="334"/>
                </a:cxn>
                <a:cxn ang="0">
                  <a:pos x="0" y="334"/>
                </a:cxn>
              </a:cxnLst>
              <a:rect l="0" t="0" r="r" b="b"/>
              <a:pathLst>
                <a:path w="924" h="334">
                  <a:moveTo>
                    <a:pt x="0" y="334"/>
                  </a:moveTo>
                  <a:lnTo>
                    <a:pt x="468" y="295"/>
                  </a:lnTo>
                  <a:lnTo>
                    <a:pt x="685" y="224"/>
                  </a:lnTo>
                  <a:lnTo>
                    <a:pt x="924" y="0"/>
                  </a:lnTo>
                  <a:lnTo>
                    <a:pt x="654" y="55"/>
                  </a:lnTo>
                  <a:lnTo>
                    <a:pt x="601" y="95"/>
                  </a:lnTo>
                  <a:lnTo>
                    <a:pt x="533" y="76"/>
                  </a:lnTo>
                  <a:lnTo>
                    <a:pt x="531" y="74"/>
                  </a:lnTo>
                  <a:lnTo>
                    <a:pt x="527" y="72"/>
                  </a:lnTo>
                  <a:lnTo>
                    <a:pt x="519" y="67"/>
                  </a:lnTo>
                  <a:lnTo>
                    <a:pt x="512" y="61"/>
                  </a:lnTo>
                  <a:lnTo>
                    <a:pt x="504" y="57"/>
                  </a:lnTo>
                  <a:lnTo>
                    <a:pt x="499" y="53"/>
                  </a:lnTo>
                  <a:lnTo>
                    <a:pt x="491" y="49"/>
                  </a:lnTo>
                  <a:lnTo>
                    <a:pt x="485" y="48"/>
                  </a:lnTo>
                  <a:lnTo>
                    <a:pt x="476" y="44"/>
                  </a:lnTo>
                  <a:lnTo>
                    <a:pt x="468" y="40"/>
                  </a:lnTo>
                  <a:lnTo>
                    <a:pt x="459" y="36"/>
                  </a:lnTo>
                  <a:lnTo>
                    <a:pt x="451" y="34"/>
                  </a:lnTo>
                  <a:lnTo>
                    <a:pt x="440" y="30"/>
                  </a:lnTo>
                  <a:lnTo>
                    <a:pt x="428" y="27"/>
                  </a:lnTo>
                  <a:lnTo>
                    <a:pt x="417" y="25"/>
                  </a:lnTo>
                  <a:lnTo>
                    <a:pt x="405" y="23"/>
                  </a:lnTo>
                  <a:lnTo>
                    <a:pt x="392" y="21"/>
                  </a:lnTo>
                  <a:lnTo>
                    <a:pt x="379" y="19"/>
                  </a:lnTo>
                  <a:lnTo>
                    <a:pt x="365" y="19"/>
                  </a:lnTo>
                  <a:lnTo>
                    <a:pt x="352" y="21"/>
                  </a:lnTo>
                  <a:lnTo>
                    <a:pt x="345" y="21"/>
                  </a:lnTo>
                  <a:lnTo>
                    <a:pt x="339" y="21"/>
                  </a:lnTo>
                  <a:lnTo>
                    <a:pt x="331" y="21"/>
                  </a:lnTo>
                  <a:lnTo>
                    <a:pt x="324" y="23"/>
                  </a:lnTo>
                  <a:lnTo>
                    <a:pt x="316" y="23"/>
                  </a:lnTo>
                  <a:lnTo>
                    <a:pt x="308" y="23"/>
                  </a:lnTo>
                  <a:lnTo>
                    <a:pt x="301" y="25"/>
                  </a:lnTo>
                  <a:lnTo>
                    <a:pt x="293" y="27"/>
                  </a:lnTo>
                  <a:lnTo>
                    <a:pt x="284" y="29"/>
                  </a:lnTo>
                  <a:lnTo>
                    <a:pt x="276" y="30"/>
                  </a:lnTo>
                  <a:lnTo>
                    <a:pt x="267" y="32"/>
                  </a:lnTo>
                  <a:lnTo>
                    <a:pt x="259" y="36"/>
                  </a:lnTo>
                  <a:lnTo>
                    <a:pt x="251" y="38"/>
                  </a:lnTo>
                  <a:lnTo>
                    <a:pt x="244" y="42"/>
                  </a:lnTo>
                  <a:lnTo>
                    <a:pt x="234" y="46"/>
                  </a:lnTo>
                  <a:lnTo>
                    <a:pt x="227" y="49"/>
                  </a:lnTo>
                  <a:lnTo>
                    <a:pt x="4" y="207"/>
                  </a:lnTo>
                  <a:lnTo>
                    <a:pt x="0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473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7" name="Freeform 41"/>
            <p:cNvSpPr>
              <a:spLocks/>
            </p:cNvSpPr>
            <p:nvPr/>
          </p:nvSpPr>
          <p:spPr bwMode="auto">
            <a:xfrm>
              <a:off x="2821" y="2299"/>
              <a:ext cx="816" cy="212"/>
            </a:xfrm>
            <a:custGeom>
              <a:avLst/>
              <a:gdLst/>
              <a:ahLst/>
              <a:cxnLst>
                <a:cxn ang="0">
                  <a:pos x="1631" y="0"/>
                </a:cxn>
                <a:cxn ang="0">
                  <a:pos x="321" y="2"/>
                </a:cxn>
                <a:cxn ang="0">
                  <a:pos x="20" y="68"/>
                </a:cxn>
                <a:cxn ang="0">
                  <a:pos x="0" y="213"/>
                </a:cxn>
                <a:cxn ang="0">
                  <a:pos x="979" y="424"/>
                </a:cxn>
                <a:cxn ang="0">
                  <a:pos x="1631" y="0"/>
                </a:cxn>
                <a:cxn ang="0">
                  <a:pos x="1631" y="0"/>
                </a:cxn>
              </a:cxnLst>
              <a:rect l="0" t="0" r="r" b="b"/>
              <a:pathLst>
                <a:path w="1631" h="424">
                  <a:moveTo>
                    <a:pt x="1631" y="0"/>
                  </a:moveTo>
                  <a:lnTo>
                    <a:pt x="321" y="2"/>
                  </a:lnTo>
                  <a:lnTo>
                    <a:pt x="20" y="68"/>
                  </a:lnTo>
                  <a:lnTo>
                    <a:pt x="0" y="213"/>
                  </a:lnTo>
                  <a:lnTo>
                    <a:pt x="979" y="424"/>
                  </a:lnTo>
                  <a:lnTo>
                    <a:pt x="1631" y="0"/>
                  </a:lnTo>
                  <a:lnTo>
                    <a:pt x="1631" y="0"/>
                  </a:lnTo>
                  <a:close/>
                </a:path>
              </a:pathLst>
            </a:custGeom>
            <a:solidFill>
              <a:srgbClr val="757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59" name="Freeform 43"/>
            <p:cNvSpPr>
              <a:spLocks/>
            </p:cNvSpPr>
            <p:nvPr/>
          </p:nvSpPr>
          <p:spPr bwMode="auto">
            <a:xfrm>
              <a:off x="3144" y="2300"/>
              <a:ext cx="384" cy="230"/>
            </a:xfrm>
            <a:custGeom>
              <a:avLst/>
              <a:gdLst/>
              <a:ahLst/>
              <a:cxnLst>
                <a:cxn ang="0">
                  <a:pos x="753" y="0"/>
                </a:cxn>
                <a:cxn ang="0">
                  <a:pos x="753" y="146"/>
                </a:cxn>
                <a:cxn ang="0">
                  <a:pos x="768" y="460"/>
                </a:cxn>
                <a:cxn ang="0">
                  <a:pos x="766" y="458"/>
                </a:cxn>
                <a:cxn ang="0">
                  <a:pos x="762" y="458"/>
                </a:cxn>
                <a:cxn ang="0">
                  <a:pos x="757" y="458"/>
                </a:cxn>
                <a:cxn ang="0">
                  <a:pos x="749" y="458"/>
                </a:cxn>
                <a:cxn ang="0">
                  <a:pos x="738" y="456"/>
                </a:cxn>
                <a:cxn ang="0">
                  <a:pos x="728" y="456"/>
                </a:cxn>
                <a:cxn ang="0">
                  <a:pos x="720" y="456"/>
                </a:cxn>
                <a:cxn ang="0">
                  <a:pos x="713" y="456"/>
                </a:cxn>
                <a:cxn ang="0">
                  <a:pos x="705" y="456"/>
                </a:cxn>
                <a:cxn ang="0">
                  <a:pos x="700" y="456"/>
                </a:cxn>
                <a:cxn ang="0">
                  <a:pos x="690" y="454"/>
                </a:cxn>
                <a:cxn ang="0">
                  <a:pos x="681" y="452"/>
                </a:cxn>
                <a:cxn ang="0">
                  <a:pos x="673" y="450"/>
                </a:cxn>
                <a:cxn ang="0">
                  <a:pos x="665" y="450"/>
                </a:cxn>
                <a:cxn ang="0">
                  <a:pos x="656" y="450"/>
                </a:cxn>
                <a:cxn ang="0">
                  <a:pos x="646" y="450"/>
                </a:cxn>
                <a:cxn ang="0">
                  <a:pos x="637" y="448"/>
                </a:cxn>
                <a:cxn ang="0">
                  <a:pos x="627" y="448"/>
                </a:cxn>
                <a:cxn ang="0">
                  <a:pos x="618" y="448"/>
                </a:cxn>
                <a:cxn ang="0">
                  <a:pos x="608" y="446"/>
                </a:cxn>
                <a:cxn ang="0">
                  <a:pos x="597" y="446"/>
                </a:cxn>
                <a:cxn ang="0">
                  <a:pos x="587" y="446"/>
                </a:cxn>
                <a:cxn ang="0">
                  <a:pos x="578" y="444"/>
                </a:cxn>
                <a:cxn ang="0">
                  <a:pos x="568" y="444"/>
                </a:cxn>
                <a:cxn ang="0">
                  <a:pos x="557" y="444"/>
                </a:cxn>
                <a:cxn ang="0">
                  <a:pos x="547" y="444"/>
                </a:cxn>
                <a:cxn ang="0">
                  <a:pos x="536" y="443"/>
                </a:cxn>
                <a:cxn ang="0">
                  <a:pos x="527" y="441"/>
                </a:cxn>
                <a:cxn ang="0">
                  <a:pos x="517" y="441"/>
                </a:cxn>
                <a:cxn ang="0">
                  <a:pos x="508" y="441"/>
                </a:cxn>
                <a:cxn ang="0">
                  <a:pos x="496" y="439"/>
                </a:cxn>
                <a:cxn ang="0">
                  <a:pos x="485" y="437"/>
                </a:cxn>
                <a:cxn ang="0">
                  <a:pos x="475" y="437"/>
                </a:cxn>
                <a:cxn ang="0">
                  <a:pos x="468" y="437"/>
                </a:cxn>
                <a:cxn ang="0">
                  <a:pos x="456" y="435"/>
                </a:cxn>
                <a:cxn ang="0">
                  <a:pos x="447" y="433"/>
                </a:cxn>
                <a:cxn ang="0">
                  <a:pos x="437" y="433"/>
                </a:cxn>
                <a:cxn ang="0">
                  <a:pos x="430" y="433"/>
                </a:cxn>
                <a:cxn ang="0">
                  <a:pos x="420" y="431"/>
                </a:cxn>
                <a:cxn ang="0">
                  <a:pos x="412" y="431"/>
                </a:cxn>
                <a:cxn ang="0">
                  <a:pos x="405" y="429"/>
                </a:cxn>
                <a:cxn ang="0">
                  <a:pos x="397" y="429"/>
                </a:cxn>
                <a:cxn ang="0">
                  <a:pos x="388" y="429"/>
                </a:cxn>
                <a:cxn ang="0">
                  <a:pos x="380" y="427"/>
                </a:cxn>
                <a:cxn ang="0">
                  <a:pos x="373" y="425"/>
                </a:cxn>
                <a:cxn ang="0">
                  <a:pos x="369" y="425"/>
                </a:cxn>
                <a:cxn ang="0">
                  <a:pos x="355" y="425"/>
                </a:cxn>
                <a:cxn ang="0">
                  <a:pos x="348" y="425"/>
                </a:cxn>
                <a:cxn ang="0">
                  <a:pos x="338" y="424"/>
                </a:cxn>
                <a:cxn ang="0">
                  <a:pos x="333" y="422"/>
                </a:cxn>
                <a:cxn ang="0">
                  <a:pos x="329" y="422"/>
                </a:cxn>
                <a:cxn ang="0">
                  <a:pos x="0" y="357"/>
                </a:cxn>
                <a:cxn ang="0">
                  <a:pos x="188" y="175"/>
                </a:cxn>
                <a:cxn ang="0">
                  <a:pos x="300" y="171"/>
                </a:cxn>
                <a:cxn ang="0">
                  <a:pos x="468" y="0"/>
                </a:cxn>
                <a:cxn ang="0">
                  <a:pos x="753" y="0"/>
                </a:cxn>
                <a:cxn ang="0">
                  <a:pos x="753" y="0"/>
                </a:cxn>
              </a:cxnLst>
              <a:rect l="0" t="0" r="r" b="b"/>
              <a:pathLst>
                <a:path w="768" h="460">
                  <a:moveTo>
                    <a:pt x="753" y="0"/>
                  </a:moveTo>
                  <a:lnTo>
                    <a:pt x="753" y="146"/>
                  </a:lnTo>
                  <a:lnTo>
                    <a:pt x="768" y="460"/>
                  </a:lnTo>
                  <a:lnTo>
                    <a:pt x="766" y="458"/>
                  </a:lnTo>
                  <a:lnTo>
                    <a:pt x="762" y="458"/>
                  </a:lnTo>
                  <a:lnTo>
                    <a:pt x="757" y="458"/>
                  </a:lnTo>
                  <a:lnTo>
                    <a:pt x="749" y="458"/>
                  </a:lnTo>
                  <a:lnTo>
                    <a:pt x="738" y="456"/>
                  </a:lnTo>
                  <a:lnTo>
                    <a:pt x="728" y="456"/>
                  </a:lnTo>
                  <a:lnTo>
                    <a:pt x="720" y="456"/>
                  </a:lnTo>
                  <a:lnTo>
                    <a:pt x="713" y="456"/>
                  </a:lnTo>
                  <a:lnTo>
                    <a:pt x="705" y="456"/>
                  </a:lnTo>
                  <a:lnTo>
                    <a:pt x="700" y="456"/>
                  </a:lnTo>
                  <a:lnTo>
                    <a:pt x="690" y="454"/>
                  </a:lnTo>
                  <a:lnTo>
                    <a:pt x="681" y="452"/>
                  </a:lnTo>
                  <a:lnTo>
                    <a:pt x="673" y="450"/>
                  </a:lnTo>
                  <a:lnTo>
                    <a:pt x="665" y="450"/>
                  </a:lnTo>
                  <a:lnTo>
                    <a:pt x="656" y="450"/>
                  </a:lnTo>
                  <a:lnTo>
                    <a:pt x="646" y="450"/>
                  </a:lnTo>
                  <a:lnTo>
                    <a:pt x="637" y="448"/>
                  </a:lnTo>
                  <a:lnTo>
                    <a:pt x="627" y="448"/>
                  </a:lnTo>
                  <a:lnTo>
                    <a:pt x="618" y="448"/>
                  </a:lnTo>
                  <a:lnTo>
                    <a:pt x="608" y="446"/>
                  </a:lnTo>
                  <a:lnTo>
                    <a:pt x="597" y="446"/>
                  </a:lnTo>
                  <a:lnTo>
                    <a:pt x="587" y="446"/>
                  </a:lnTo>
                  <a:lnTo>
                    <a:pt x="578" y="444"/>
                  </a:lnTo>
                  <a:lnTo>
                    <a:pt x="568" y="444"/>
                  </a:lnTo>
                  <a:lnTo>
                    <a:pt x="557" y="444"/>
                  </a:lnTo>
                  <a:lnTo>
                    <a:pt x="547" y="444"/>
                  </a:lnTo>
                  <a:lnTo>
                    <a:pt x="536" y="443"/>
                  </a:lnTo>
                  <a:lnTo>
                    <a:pt x="527" y="441"/>
                  </a:lnTo>
                  <a:lnTo>
                    <a:pt x="517" y="441"/>
                  </a:lnTo>
                  <a:lnTo>
                    <a:pt x="508" y="441"/>
                  </a:lnTo>
                  <a:lnTo>
                    <a:pt x="496" y="439"/>
                  </a:lnTo>
                  <a:lnTo>
                    <a:pt x="485" y="437"/>
                  </a:lnTo>
                  <a:lnTo>
                    <a:pt x="475" y="437"/>
                  </a:lnTo>
                  <a:lnTo>
                    <a:pt x="468" y="437"/>
                  </a:lnTo>
                  <a:lnTo>
                    <a:pt x="456" y="435"/>
                  </a:lnTo>
                  <a:lnTo>
                    <a:pt x="447" y="433"/>
                  </a:lnTo>
                  <a:lnTo>
                    <a:pt x="437" y="433"/>
                  </a:lnTo>
                  <a:lnTo>
                    <a:pt x="430" y="433"/>
                  </a:lnTo>
                  <a:lnTo>
                    <a:pt x="420" y="431"/>
                  </a:lnTo>
                  <a:lnTo>
                    <a:pt x="412" y="431"/>
                  </a:lnTo>
                  <a:lnTo>
                    <a:pt x="405" y="429"/>
                  </a:lnTo>
                  <a:lnTo>
                    <a:pt x="397" y="429"/>
                  </a:lnTo>
                  <a:lnTo>
                    <a:pt x="388" y="429"/>
                  </a:lnTo>
                  <a:lnTo>
                    <a:pt x="380" y="427"/>
                  </a:lnTo>
                  <a:lnTo>
                    <a:pt x="373" y="425"/>
                  </a:lnTo>
                  <a:lnTo>
                    <a:pt x="369" y="425"/>
                  </a:lnTo>
                  <a:lnTo>
                    <a:pt x="355" y="425"/>
                  </a:lnTo>
                  <a:lnTo>
                    <a:pt x="348" y="425"/>
                  </a:lnTo>
                  <a:lnTo>
                    <a:pt x="338" y="424"/>
                  </a:lnTo>
                  <a:lnTo>
                    <a:pt x="333" y="422"/>
                  </a:lnTo>
                  <a:lnTo>
                    <a:pt x="329" y="422"/>
                  </a:lnTo>
                  <a:lnTo>
                    <a:pt x="0" y="357"/>
                  </a:lnTo>
                  <a:lnTo>
                    <a:pt x="188" y="175"/>
                  </a:lnTo>
                  <a:lnTo>
                    <a:pt x="300" y="171"/>
                  </a:lnTo>
                  <a:lnTo>
                    <a:pt x="468" y="0"/>
                  </a:lnTo>
                  <a:lnTo>
                    <a:pt x="753" y="0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94911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0" name="Freeform 44"/>
            <p:cNvSpPr>
              <a:spLocks/>
            </p:cNvSpPr>
            <p:nvPr/>
          </p:nvSpPr>
          <p:spPr bwMode="auto">
            <a:xfrm>
              <a:off x="2890" y="2330"/>
              <a:ext cx="629" cy="327"/>
            </a:xfrm>
            <a:custGeom>
              <a:avLst/>
              <a:gdLst/>
              <a:ahLst/>
              <a:cxnLst>
                <a:cxn ang="0">
                  <a:pos x="1210" y="653"/>
                </a:cxn>
                <a:cxn ang="0">
                  <a:pos x="388" y="429"/>
                </a:cxn>
                <a:cxn ang="0">
                  <a:pos x="354" y="492"/>
                </a:cxn>
                <a:cxn ang="0">
                  <a:pos x="261" y="429"/>
                </a:cxn>
                <a:cxn ang="0">
                  <a:pos x="0" y="51"/>
                </a:cxn>
                <a:cxn ang="0">
                  <a:pos x="327" y="0"/>
                </a:cxn>
                <a:cxn ang="0">
                  <a:pos x="472" y="114"/>
                </a:cxn>
                <a:cxn ang="0">
                  <a:pos x="637" y="387"/>
                </a:cxn>
                <a:cxn ang="0">
                  <a:pos x="905" y="321"/>
                </a:cxn>
                <a:cxn ang="0">
                  <a:pos x="1259" y="89"/>
                </a:cxn>
                <a:cxn ang="0">
                  <a:pos x="1210" y="653"/>
                </a:cxn>
                <a:cxn ang="0">
                  <a:pos x="1210" y="653"/>
                </a:cxn>
              </a:cxnLst>
              <a:rect l="0" t="0" r="r" b="b"/>
              <a:pathLst>
                <a:path w="1259" h="653">
                  <a:moveTo>
                    <a:pt x="1210" y="653"/>
                  </a:moveTo>
                  <a:lnTo>
                    <a:pt x="388" y="429"/>
                  </a:lnTo>
                  <a:lnTo>
                    <a:pt x="354" y="492"/>
                  </a:lnTo>
                  <a:lnTo>
                    <a:pt x="261" y="429"/>
                  </a:lnTo>
                  <a:lnTo>
                    <a:pt x="0" y="51"/>
                  </a:lnTo>
                  <a:lnTo>
                    <a:pt x="327" y="0"/>
                  </a:lnTo>
                  <a:lnTo>
                    <a:pt x="472" y="114"/>
                  </a:lnTo>
                  <a:lnTo>
                    <a:pt x="637" y="387"/>
                  </a:lnTo>
                  <a:lnTo>
                    <a:pt x="905" y="321"/>
                  </a:lnTo>
                  <a:lnTo>
                    <a:pt x="1259" y="89"/>
                  </a:lnTo>
                  <a:lnTo>
                    <a:pt x="1210" y="653"/>
                  </a:lnTo>
                  <a:lnTo>
                    <a:pt x="1210" y="653"/>
                  </a:lnTo>
                  <a:close/>
                </a:path>
              </a:pathLst>
            </a:custGeom>
            <a:solidFill>
              <a:srgbClr val="473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1" name="Freeform 45"/>
            <p:cNvSpPr>
              <a:spLocks/>
            </p:cNvSpPr>
            <p:nvPr/>
          </p:nvSpPr>
          <p:spPr bwMode="auto">
            <a:xfrm>
              <a:off x="3518" y="2192"/>
              <a:ext cx="450" cy="352"/>
            </a:xfrm>
            <a:custGeom>
              <a:avLst/>
              <a:gdLst/>
              <a:ahLst/>
              <a:cxnLst>
                <a:cxn ang="0">
                  <a:pos x="899" y="312"/>
                </a:cxn>
                <a:cxn ang="0">
                  <a:pos x="0" y="705"/>
                </a:cxn>
                <a:cxn ang="0">
                  <a:pos x="2" y="367"/>
                </a:cxn>
                <a:cxn ang="0">
                  <a:pos x="289" y="272"/>
                </a:cxn>
                <a:cxn ang="0">
                  <a:pos x="376" y="116"/>
                </a:cxn>
                <a:cxn ang="0">
                  <a:pos x="555" y="0"/>
                </a:cxn>
                <a:cxn ang="0">
                  <a:pos x="557" y="0"/>
                </a:cxn>
                <a:cxn ang="0">
                  <a:pos x="563" y="0"/>
                </a:cxn>
                <a:cxn ang="0">
                  <a:pos x="570" y="0"/>
                </a:cxn>
                <a:cxn ang="0">
                  <a:pos x="582" y="0"/>
                </a:cxn>
                <a:cxn ang="0">
                  <a:pos x="589" y="0"/>
                </a:cxn>
                <a:cxn ang="0">
                  <a:pos x="595" y="0"/>
                </a:cxn>
                <a:cxn ang="0">
                  <a:pos x="603" y="2"/>
                </a:cxn>
                <a:cxn ang="0">
                  <a:pos x="612" y="4"/>
                </a:cxn>
                <a:cxn ang="0">
                  <a:pos x="620" y="4"/>
                </a:cxn>
                <a:cxn ang="0">
                  <a:pos x="629" y="4"/>
                </a:cxn>
                <a:cxn ang="0">
                  <a:pos x="639" y="6"/>
                </a:cxn>
                <a:cxn ang="0">
                  <a:pos x="650" y="8"/>
                </a:cxn>
                <a:cxn ang="0">
                  <a:pos x="658" y="8"/>
                </a:cxn>
                <a:cxn ang="0">
                  <a:pos x="667" y="8"/>
                </a:cxn>
                <a:cxn ang="0">
                  <a:pos x="679" y="10"/>
                </a:cxn>
                <a:cxn ang="0">
                  <a:pos x="690" y="12"/>
                </a:cxn>
                <a:cxn ang="0">
                  <a:pos x="702" y="12"/>
                </a:cxn>
                <a:cxn ang="0">
                  <a:pos x="711" y="12"/>
                </a:cxn>
                <a:cxn ang="0">
                  <a:pos x="723" y="13"/>
                </a:cxn>
                <a:cxn ang="0">
                  <a:pos x="734" y="15"/>
                </a:cxn>
                <a:cxn ang="0">
                  <a:pos x="743" y="15"/>
                </a:cxn>
                <a:cxn ang="0">
                  <a:pos x="753" y="19"/>
                </a:cxn>
                <a:cxn ang="0">
                  <a:pos x="762" y="19"/>
                </a:cxn>
                <a:cxn ang="0">
                  <a:pos x="774" y="23"/>
                </a:cxn>
                <a:cxn ang="0">
                  <a:pos x="783" y="23"/>
                </a:cxn>
                <a:cxn ang="0">
                  <a:pos x="793" y="25"/>
                </a:cxn>
                <a:cxn ang="0">
                  <a:pos x="802" y="27"/>
                </a:cxn>
                <a:cxn ang="0">
                  <a:pos x="812" y="29"/>
                </a:cxn>
                <a:cxn ang="0">
                  <a:pos x="899" y="312"/>
                </a:cxn>
                <a:cxn ang="0">
                  <a:pos x="899" y="312"/>
                </a:cxn>
              </a:cxnLst>
              <a:rect l="0" t="0" r="r" b="b"/>
              <a:pathLst>
                <a:path w="899" h="705">
                  <a:moveTo>
                    <a:pt x="899" y="312"/>
                  </a:moveTo>
                  <a:lnTo>
                    <a:pt x="0" y="705"/>
                  </a:lnTo>
                  <a:lnTo>
                    <a:pt x="2" y="367"/>
                  </a:lnTo>
                  <a:lnTo>
                    <a:pt x="289" y="272"/>
                  </a:lnTo>
                  <a:lnTo>
                    <a:pt x="376" y="116"/>
                  </a:lnTo>
                  <a:lnTo>
                    <a:pt x="555" y="0"/>
                  </a:lnTo>
                  <a:lnTo>
                    <a:pt x="557" y="0"/>
                  </a:lnTo>
                  <a:lnTo>
                    <a:pt x="563" y="0"/>
                  </a:lnTo>
                  <a:lnTo>
                    <a:pt x="570" y="0"/>
                  </a:lnTo>
                  <a:lnTo>
                    <a:pt x="582" y="0"/>
                  </a:lnTo>
                  <a:lnTo>
                    <a:pt x="589" y="0"/>
                  </a:lnTo>
                  <a:lnTo>
                    <a:pt x="595" y="0"/>
                  </a:lnTo>
                  <a:lnTo>
                    <a:pt x="603" y="2"/>
                  </a:lnTo>
                  <a:lnTo>
                    <a:pt x="612" y="4"/>
                  </a:lnTo>
                  <a:lnTo>
                    <a:pt x="620" y="4"/>
                  </a:lnTo>
                  <a:lnTo>
                    <a:pt x="629" y="4"/>
                  </a:lnTo>
                  <a:lnTo>
                    <a:pt x="639" y="6"/>
                  </a:lnTo>
                  <a:lnTo>
                    <a:pt x="650" y="8"/>
                  </a:lnTo>
                  <a:lnTo>
                    <a:pt x="658" y="8"/>
                  </a:lnTo>
                  <a:lnTo>
                    <a:pt x="667" y="8"/>
                  </a:lnTo>
                  <a:lnTo>
                    <a:pt x="679" y="10"/>
                  </a:lnTo>
                  <a:lnTo>
                    <a:pt x="690" y="12"/>
                  </a:lnTo>
                  <a:lnTo>
                    <a:pt x="702" y="12"/>
                  </a:lnTo>
                  <a:lnTo>
                    <a:pt x="711" y="12"/>
                  </a:lnTo>
                  <a:lnTo>
                    <a:pt x="723" y="13"/>
                  </a:lnTo>
                  <a:lnTo>
                    <a:pt x="734" y="15"/>
                  </a:lnTo>
                  <a:lnTo>
                    <a:pt x="743" y="15"/>
                  </a:lnTo>
                  <a:lnTo>
                    <a:pt x="753" y="19"/>
                  </a:lnTo>
                  <a:lnTo>
                    <a:pt x="762" y="19"/>
                  </a:lnTo>
                  <a:lnTo>
                    <a:pt x="774" y="23"/>
                  </a:lnTo>
                  <a:lnTo>
                    <a:pt x="783" y="23"/>
                  </a:lnTo>
                  <a:lnTo>
                    <a:pt x="793" y="25"/>
                  </a:lnTo>
                  <a:lnTo>
                    <a:pt x="802" y="27"/>
                  </a:lnTo>
                  <a:lnTo>
                    <a:pt x="812" y="29"/>
                  </a:lnTo>
                  <a:lnTo>
                    <a:pt x="899" y="312"/>
                  </a:lnTo>
                  <a:lnTo>
                    <a:pt x="899" y="312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2" name="Freeform 46"/>
            <p:cNvSpPr>
              <a:spLocks/>
            </p:cNvSpPr>
            <p:nvPr/>
          </p:nvSpPr>
          <p:spPr bwMode="auto">
            <a:xfrm>
              <a:off x="3499" y="2369"/>
              <a:ext cx="467" cy="345"/>
            </a:xfrm>
            <a:custGeom>
              <a:avLst/>
              <a:gdLst/>
              <a:ahLst/>
              <a:cxnLst>
                <a:cxn ang="0">
                  <a:pos x="0" y="505"/>
                </a:cxn>
                <a:cxn ang="0">
                  <a:pos x="40" y="689"/>
                </a:cxn>
                <a:cxn ang="0">
                  <a:pos x="236" y="648"/>
                </a:cxn>
                <a:cxn ang="0">
                  <a:pos x="555" y="501"/>
                </a:cxn>
                <a:cxn ang="0">
                  <a:pos x="601" y="526"/>
                </a:cxn>
                <a:cxn ang="0">
                  <a:pos x="768" y="520"/>
                </a:cxn>
                <a:cxn ang="0">
                  <a:pos x="873" y="663"/>
                </a:cxn>
                <a:cxn ang="0">
                  <a:pos x="934" y="0"/>
                </a:cxn>
                <a:cxn ang="0">
                  <a:pos x="38" y="349"/>
                </a:cxn>
                <a:cxn ang="0">
                  <a:pos x="0" y="505"/>
                </a:cxn>
                <a:cxn ang="0">
                  <a:pos x="0" y="505"/>
                </a:cxn>
              </a:cxnLst>
              <a:rect l="0" t="0" r="r" b="b"/>
              <a:pathLst>
                <a:path w="934" h="689">
                  <a:moveTo>
                    <a:pt x="0" y="505"/>
                  </a:moveTo>
                  <a:lnTo>
                    <a:pt x="40" y="689"/>
                  </a:lnTo>
                  <a:lnTo>
                    <a:pt x="236" y="648"/>
                  </a:lnTo>
                  <a:lnTo>
                    <a:pt x="555" y="501"/>
                  </a:lnTo>
                  <a:lnTo>
                    <a:pt x="601" y="526"/>
                  </a:lnTo>
                  <a:lnTo>
                    <a:pt x="768" y="520"/>
                  </a:lnTo>
                  <a:lnTo>
                    <a:pt x="873" y="663"/>
                  </a:lnTo>
                  <a:lnTo>
                    <a:pt x="934" y="0"/>
                  </a:lnTo>
                  <a:lnTo>
                    <a:pt x="38" y="349"/>
                  </a:lnTo>
                  <a:lnTo>
                    <a:pt x="0" y="505"/>
                  </a:lnTo>
                  <a:lnTo>
                    <a:pt x="0" y="505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3" name="Freeform 47"/>
            <p:cNvSpPr>
              <a:spLocks/>
            </p:cNvSpPr>
            <p:nvPr/>
          </p:nvSpPr>
          <p:spPr bwMode="auto">
            <a:xfrm>
              <a:off x="3932" y="2513"/>
              <a:ext cx="562" cy="472"/>
            </a:xfrm>
            <a:custGeom>
              <a:avLst/>
              <a:gdLst/>
              <a:ahLst/>
              <a:cxnLst>
                <a:cxn ang="0">
                  <a:pos x="0" y="67"/>
                </a:cxn>
                <a:cxn ang="0">
                  <a:pos x="287" y="0"/>
                </a:cxn>
                <a:cxn ang="0">
                  <a:pos x="472" y="69"/>
                </a:cxn>
                <a:cxn ang="0">
                  <a:pos x="612" y="179"/>
                </a:cxn>
                <a:cxn ang="0">
                  <a:pos x="656" y="352"/>
                </a:cxn>
                <a:cxn ang="0">
                  <a:pos x="960" y="443"/>
                </a:cxn>
                <a:cxn ang="0">
                  <a:pos x="1112" y="563"/>
                </a:cxn>
                <a:cxn ang="0">
                  <a:pos x="1126" y="945"/>
                </a:cxn>
                <a:cxn ang="0">
                  <a:pos x="565" y="666"/>
                </a:cxn>
                <a:cxn ang="0">
                  <a:pos x="475" y="479"/>
                </a:cxn>
                <a:cxn ang="0">
                  <a:pos x="297" y="523"/>
                </a:cxn>
                <a:cxn ang="0">
                  <a:pos x="181" y="462"/>
                </a:cxn>
                <a:cxn ang="0">
                  <a:pos x="156" y="295"/>
                </a:cxn>
                <a:cxn ang="0">
                  <a:pos x="6" y="375"/>
                </a:cxn>
                <a:cxn ang="0">
                  <a:pos x="0" y="67"/>
                </a:cxn>
                <a:cxn ang="0">
                  <a:pos x="0" y="67"/>
                </a:cxn>
              </a:cxnLst>
              <a:rect l="0" t="0" r="r" b="b"/>
              <a:pathLst>
                <a:path w="1126" h="945">
                  <a:moveTo>
                    <a:pt x="0" y="67"/>
                  </a:moveTo>
                  <a:lnTo>
                    <a:pt x="287" y="0"/>
                  </a:lnTo>
                  <a:lnTo>
                    <a:pt x="472" y="69"/>
                  </a:lnTo>
                  <a:lnTo>
                    <a:pt x="612" y="179"/>
                  </a:lnTo>
                  <a:lnTo>
                    <a:pt x="656" y="352"/>
                  </a:lnTo>
                  <a:lnTo>
                    <a:pt x="960" y="443"/>
                  </a:lnTo>
                  <a:lnTo>
                    <a:pt x="1112" y="563"/>
                  </a:lnTo>
                  <a:lnTo>
                    <a:pt x="1126" y="945"/>
                  </a:lnTo>
                  <a:lnTo>
                    <a:pt x="565" y="666"/>
                  </a:lnTo>
                  <a:lnTo>
                    <a:pt x="475" y="479"/>
                  </a:lnTo>
                  <a:lnTo>
                    <a:pt x="297" y="523"/>
                  </a:lnTo>
                  <a:lnTo>
                    <a:pt x="181" y="462"/>
                  </a:lnTo>
                  <a:lnTo>
                    <a:pt x="156" y="295"/>
                  </a:lnTo>
                  <a:lnTo>
                    <a:pt x="6" y="375"/>
                  </a:lnTo>
                  <a:lnTo>
                    <a:pt x="0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4" name="Freeform 48"/>
            <p:cNvSpPr>
              <a:spLocks/>
            </p:cNvSpPr>
            <p:nvPr/>
          </p:nvSpPr>
          <p:spPr bwMode="auto">
            <a:xfrm>
              <a:off x="2984" y="2544"/>
              <a:ext cx="535" cy="342"/>
            </a:xfrm>
            <a:custGeom>
              <a:avLst/>
              <a:gdLst/>
              <a:ahLst/>
              <a:cxnLst>
                <a:cxn ang="0">
                  <a:pos x="1068" y="0"/>
                </a:cxn>
                <a:cxn ang="0">
                  <a:pos x="1070" y="287"/>
                </a:cxn>
                <a:cxn ang="0">
                  <a:pos x="994" y="331"/>
                </a:cxn>
                <a:cxn ang="0">
                  <a:pos x="806" y="447"/>
                </a:cxn>
                <a:cxn ang="0">
                  <a:pos x="348" y="684"/>
                </a:cxn>
                <a:cxn ang="0">
                  <a:pos x="119" y="675"/>
                </a:cxn>
                <a:cxn ang="0">
                  <a:pos x="0" y="567"/>
                </a:cxn>
                <a:cxn ang="0">
                  <a:pos x="285" y="327"/>
                </a:cxn>
                <a:cxn ang="0">
                  <a:pos x="72" y="2"/>
                </a:cxn>
                <a:cxn ang="0">
                  <a:pos x="1068" y="0"/>
                </a:cxn>
                <a:cxn ang="0">
                  <a:pos x="1068" y="0"/>
                </a:cxn>
              </a:cxnLst>
              <a:rect l="0" t="0" r="r" b="b"/>
              <a:pathLst>
                <a:path w="1070" h="684">
                  <a:moveTo>
                    <a:pt x="1068" y="0"/>
                  </a:moveTo>
                  <a:lnTo>
                    <a:pt x="1070" y="287"/>
                  </a:lnTo>
                  <a:lnTo>
                    <a:pt x="994" y="331"/>
                  </a:lnTo>
                  <a:lnTo>
                    <a:pt x="806" y="447"/>
                  </a:lnTo>
                  <a:lnTo>
                    <a:pt x="348" y="684"/>
                  </a:lnTo>
                  <a:lnTo>
                    <a:pt x="119" y="675"/>
                  </a:lnTo>
                  <a:lnTo>
                    <a:pt x="0" y="567"/>
                  </a:lnTo>
                  <a:lnTo>
                    <a:pt x="285" y="327"/>
                  </a:lnTo>
                  <a:lnTo>
                    <a:pt x="72" y="2"/>
                  </a:lnTo>
                  <a:lnTo>
                    <a:pt x="1068" y="0"/>
                  </a:lnTo>
                  <a:lnTo>
                    <a:pt x="1068" y="0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5" name="Freeform 49"/>
            <p:cNvSpPr>
              <a:spLocks/>
            </p:cNvSpPr>
            <p:nvPr/>
          </p:nvSpPr>
          <p:spPr bwMode="auto">
            <a:xfrm>
              <a:off x="4015" y="2116"/>
              <a:ext cx="127" cy="146"/>
            </a:xfrm>
            <a:custGeom>
              <a:avLst/>
              <a:gdLst/>
              <a:ahLst/>
              <a:cxnLst>
                <a:cxn ang="0">
                  <a:pos x="29" y="293"/>
                </a:cxn>
                <a:cxn ang="0">
                  <a:pos x="2" y="146"/>
                </a:cxn>
                <a:cxn ang="0">
                  <a:pos x="31" y="74"/>
                </a:cxn>
                <a:cxn ang="0">
                  <a:pos x="0" y="10"/>
                </a:cxn>
                <a:cxn ang="0">
                  <a:pos x="90" y="21"/>
                </a:cxn>
                <a:cxn ang="0">
                  <a:pos x="211" y="0"/>
                </a:cxn>
                <a:cxn ang="0">
                  <a:pos x="253" y="65"/>
                </a:cxn>
                <a:cxn ang="0">
                  <a:pos x="217" y="108"/>
                </a:cxn>
                <a:cxn ang="0">
                  <a:pos x="242" y="169"/>
                </a:cxn>
                <a:cxn ang="0">
                  <a:pos x="156" y="249"/>
                </a:cxn>
                <a:cxn ang="0">
                  <a:pos x="29" y="293"/>
                </a:cxn>
                <a:cxn ang="0">
                  <a:pos x="29" y="293"/>
                </a:cxn>
              </a:cxnLst>
              <a:rect l="0" t="0" r="r" b="b"/>
              <a:pathLst>
                <a:path w="253" h="293">
                  <a:moveTo>
                    <a:pt x="29" y="293"/>
                  </a:moveTo>
                  <a:lnTo>
                    <a:pt x="2" y="146"/>
                  </a:lnTo>
                  <a:lnTo>
                    <a:pt x="31" y="74"/>
                  </a:lnTo>
                  <a:lnTo>
                    <a:pt x="0" y="10"/>
                  </a:lnTo>
                  <a:lnTo>
                    <a:pt x="90" y="21"/>
                  </a:lnTo>
                  <a:lnTo>
                    <a:pt x="211" y="0"/>
                  </a:lnTo>
                  <a:lnTo>
                    <a:pt x="253" y="65"/>
                  </a:lnTo>
                  <a:lnTo>
                    <a:pt x="217" y="108"/>
                  </a:lnTo>
                  <a:lnTo>
                    <a:pt x="242" y="169"/>
                  </a:lnTo>
                  <a:lnTo>
                    <a:pt x="156" y="249"/>
                  </a:lnTo>
                  <a:lnTo>
                    <a:pt x="29" y="293"/>
                  </a:lnTo>
                  <a:lnTo>
                    <a:pt x="29" y="293"/>
                  </a:lnTo>
                  <a:close/>
                </a:path>
              </a:pathLst>
            </a:custGeom>
            <a:solidFill>
              <a:srgbClr val="7578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6" name="Freeform 50"/>
            <p:cNvSpPr>
              <a:spLocks/>
            </p:cNvSpPr>
            <p:nvPr/>
          </p:nvSpPr>
          <p:spPr bwMode="auto">
            <a:xfrm>
              <a:off x="4080" y="2602"/>
              <a:ext cx="332" cy="243"/>
            </a:xfrm>
            <a:custGeom>
              <a:avLst/>
              <a:gdLst/>
              <a:ahLst/>
              <a:cxnLst>
                <a:cxn ang="0">
                  <a:pos x="315" y="0"/>
                </a:cxn>
                <a:cxn ang="0">
                  <a:pos x="277" y="124"/>
                </a:cxn>
                <a:cxn ang="0">
                  <a:pos x="140" y="156"/>
                </a:cxn>
                <a:cxn ang="0">
                  <a:pos x="0" y="344"/>
                </a:cxn>
                <a:cxn ang="0">
                  <a:pos x="268" y="487"/>
                </a:cxn>
                <a:cxn ang="0">
                  <a:pos x="351" y="375"/>
                </a:cxn>
                <a:cxn ang="0">
                  <a:pos x="465" y="363"/>
                </a:cxn>
                <a:cxn ang="0">
                  <a:pos x="540" y="300"/>
                </a:cxn>
                <a:cxn ang="0">
                  <a:pos x="614" y="295"/>
                </a:cxn>
                <a:cxn ang="0">
                  <a:pos x="663" y="264"/>
                </a:cxn>
                <a:cxn ang="0">
                  <a:pos x="315" y="0"/>
                </a:cxn>
                <a:cxn ang="0">
                  <a:pos x="315" y="0"/>
                </a:cxn>
              </a:cxnLst>
              <a:rect l="0" t="0" r="r" b="b"/>
              <a:pathLst>
                <a:path w="663" h="487">
                  <a:moveTo>
                    <a:pt x="315" y="0"/>
                  </a:moveTo>
                  <a:lnTo>
                    <a:pt x="277" y="124"/>
                  </a:lnTo>
                  <a:lnTo>
                    <a:pt x="140" y="156"/>
                  </a:lnTo>
                  <a:lnTo>
                    <a:pt x="0" y="344"/>
                  </a:lnTo>
                  <a:lnTo>
                    <a:pt x="268" y="487"/>
                  </a:lnTo>
                  <a:lnTo>
                    <a:pt x="351" y="375"/>
                  </a:lnTo>
                  <a:lnTo>
                    <a:pt x="465" y="363"/>
                  </a:lnTo>
                  <a:lnTo>
                    <a:pt x="540" y="300"/>
                  </a:lnTo>
                  <a:lnTo>
                    <a:pt x="614" y="295"/>
                  </a:lnTo>
                  <a:lnTo>
                    <a:pt x="663" y="264"/>
                  </a:lnTo>
                  <a:lnTo>
                    <a:pt x="315" y="0"/>
                  </a:lnTo>
                  <a:lnTo>
                    <a:pt x="315" y="0"/>
                  </a:lnTo>
                  <a:close/>
                </a:path>
              </a:pathLst>
            </a:custGeom>
            <a:solidFill>
              <a:srgbClr val="757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7" name="Freeform 51"/>
            <p:cNvSpPr>
              <a:spLocks/>
            </p:cNvSpPr>
            <p:nvPr/>
          </p:nvSpPr>
          <p:spPr bwMode="auto">
            <a:xfrm>
              <a:off x="3881" y="2482"/>
              <a:ext cx="191" cy="262"/>
            </a:xfrm>
            <a:custGeom>
              <a:avLst/>
              <a:gdLst/>
              <a:ahLst/>
              <a:cxnLst>
                <a:cxn ang="0">
                  <a:pos x="0" y="275"/>
                </a:cxn>
                <a:cxn ang="0">
                  <a:pos x="101" y="127"/>
                </a:cxn>
                <a:cxn ang="0">
                  <a:pos x="213" y="0"/>
                </a:cxn>
                <a:cxn ang="0">
                  <a:pos x="360" y="129"/>
                </a:cxn>
                <a:cxn ang="0">
                  <a:pos x="382" y="188"/>
                </a:cxn>
                <a:cxn ang="0">
                  <a:pos x="293" y="287"/>
                </a:cxn>
                <a:cxn ang="0">
                  <a:pos x="329" y="387"/>
                </a:cxn>
                <a:cxn ang="0">
                  <a:pos x="282" y="522"/>
                </a:cxn>
                <a:cxn ang="0">
                  <a:pos x="107" y="435"/>
                </a:cxn>
                <a:cxn ang="0">
                  <a:pos x="0" y="275"/>
                </a:cxn>
                <a:cxn ang="0">
                  <a:pos x="0" y="275"/>
                </a:cxn>
              </a:cxnLst>
              <a:rect l="0" t="0" r="r" b="b"/>
              <a:pathLst>
                <a:path w="382" h="522">
                  <a:moveTo>
                    <a:pt x="0" y="275"/>
                  </a:moveTo>
                  <a:lnTo>
                    <a:pt x="101" y="127"/>
                  </a:lnTo>
                  <a:lnTo>
                    <a:pt x="213" y="0"/>
                  </a:lnTo>
                  <a:lnTo>
                    <a:pt x="360" y="129"/>
                  </a:lnTo>
                  <a:lnTo>
                    <a:pt x="382" y="188"/>
                  </a:lnTo>
                  <a:lnTo>
                    <a:pt x="293" y="287"/>
                  </a:lnTo>
                  <a:lnTo>
                    <a:pt x="329" y="387"/>
                  </a:lnTo>
                  <a:lnTo>
                    <a:pt x="282" y="522"/>
                  </a:lnTo>
                  <a:lnTo>
                    <a:pt x="107" y="435"/>
                  </a:lnTo>
                  <a:lnTo>
                    <a:pt x="0" y="275"/>
                  </a:lnTo>
                  <a:lnTo>
                    <a:pt x="0" y="275"/>
                  </a:lnTo>
                  <a:close/>
                </a:path>
              </a:pathLst>
            </a:custGeom>
            <a:solidFill>
              <a:srgbClr val="757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8" name="Freeform 52"/>
            <p:cNvSpPr>
              <a:spLocks/>
            </p:cNvSpPr>
            <p:nvPr/>
          </p:nvSpPr>
          <p:spPr bwMode="auto">
            <a:xfrm>
              <a:off x="3929" y="2375"/>
              <a:ext cx="149" cy="172"/>
            </a:xfrm>
            <a:custGeom>
              <a:avLst/>
              <a:gdLst/>
              <a:ahLst/>
              <a:cxnLst>
                <a:cxn ang="0">
                  <a:pos x="6" y="342"/>
                </a:cxn>
                <a:cxn ang="0">
                  <a:pos x="0" y="125"/>
                </a:cxn>
                <a:cxn ang="0">
                  <a:pos x="46" y="0"/>
                </a:cxn>
                <a:cxn ang="0">
                  <a:pos x="94" y="44"/>
                </a:cxn>
                <a:cxn ang="0">
                  <a:pos x="299" y="211"/>
                </a:cxn>
                <a:cxn ang="0">
                  <a:pos x="267" y="344"/>
                </a:cxn>
                <a:cxn ang="0">
                  <a:pos x="6" y="342"/>
                </a:cxn>
                <a:cxn ang="0">
                  <a:pos x="6" y="342"/>
                </a:cxn>
              </a:cxnLst>
              <a:rect l="0" t="0" r="r" b="b"/>
              <a:pathLst>
                <a:path w="299" h="344">
                  <a:moveTo>
                    <a:pt x="6" y="342"/>
                  </a:moveTo>
                  <a:lnTo>
                    <a:pt x="0" y="125"/>
                  </a:lnTo>
                  <a:lnTo>
                    <a:pt x="46" y="0"/>
                  </a:lnTo>
                  <a:lnTo>
                    <a:pt x="94" y="44"/>
                  </a:lnTo>
                  <a:lnTo>
                    <a:pt x="299" y="211"/>
                  </a:lnTo>
                  <a:lnTo>
                    <a:pt x="267" y="344"/>
                  </a:lnTo>
                  <a:lnTo>
                    <a:pt x="6" y="342"/>
                  </a:lnTo>
                  <a:lnTo>
                    <a:pt x="6" y="342"/>
                  </a:lnTo>
                  <a:close/>
                </a:path>
              </a:pathLst>
            </a:custGeom>
            <a:solidFill>
              <a:srgbClr val="949114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69" name="Freeform 53"/>
            <p:cNvSpPr>
              <a:spLocks/>
            </p:cNvSpPr>
            <p:nvPr/>
          </p:nvSpPr>
          <p:spPr bwMode="auto">
            <a:xfrm>
              <a:off x="4052" y="2480"/>
              <a:ext cx="115" cy="67"/>
            </a:xfrm>
            <a:custGeom>
              <a:avLst/>
              <a:gdLst/>
              <a:ahLst/>
              <a:cxnLst>
                <a:cxn ang="0">
                  <a:pos x="51" y="0"/>
                </a:cxn>
                <a:cxn ang="0">
                  <a:pos x="230" y="133"/>
                </a:cxn>
                <a:cxn ang="0">
                  <a:pos x="17" y="133"/>
                </a:cxn>
                <a:cxn ang="0">
                  <a:pos x="0" y="57"/>
                </a:cxn>
                <a:cxn ang="0">
                  <a:pos x="51" y="0"/>
                </a:cxn>
                <a:cxn ang="0">
                  <a:pos x="51" y="0"/>
                </a:cxn>
              </a:cxnLst>
              <a:rect l="0" t="0" r="r" b="b"/>
              <a:pathLst>
                <a:path w="230" h="133">
                  <a:moveTo>
                    <a:pt x="51" y="0"/>
                  </a:moveTo>
                  <a:lnTo>
                    <a:pt x="230" y="133"/>
                  </a:lnTo>
                  <a:lnTo>
                    <a:pt x="17" y="133"/>
                  </a:lnTo>
                  <a:lnTo>
                    <a:pt x="0" y="57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757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0" name="Freeform 54"/>
            <p:cNvSpPr>
              <a:spLocks/>
            </p:cNvSpPr>
            <p:nvPr/>
          </p:nvSpPr>
          <p:spPr bwMode="auto">
            <a:xfrm>
              <a:off x="3799" y="2546"/>
              <a:ext cx="135" cy="154"/>
            </a:xfrm>
            <a:custGeom>
              <a:avLst/>
              <a:gdLst/>
              <a:ahLst/>
              <a:cxnLst>
                <a:cxn ang="0">
                  <a:pos x="217" y="0"/>
                </a:cxn>
                <a:cxn ang="0">
                  <a:pos x="156" y="93"/>
                </a:cxn>
                <a:cxn ang="0">
                  <a:pos x="0" y="173"/>
                </a:cxn>
                <a:cxn ang="0">
                  <a:pos x="270" y="308"/>
                </a:cxn>
                <a:cxn ang="0">
                  <a:pos x="264" y="0"/>
                </a:cxn>
                <a:cxn ang="0">
                  <a:pos x="217" y="0"/>
                </a:cxn>
                <a:cxn ang="0">
                  <a:pos x="217" y="0"/>
                </a:cxn>
              </a:cxnLst>
              <a:rect l="0" t="0" r="r" b="b"/>
              <a:pathLst>
                <a:path w="270" h="308">
                  <a:moveTo>
                    <a:pt x="217" y="0"/>
                  </a:moveTo>
                  <a:lnTo>
                    <a:pt x="156" y="93"/>
                  </a:lnTo>
                  <a:lnTo>
                    <a:pt x="0" y="173"/>
                  </a:lnTo>
                  <a:lnTo>
                    <a:pt x="270" y="308"/>
                  </a:lnTo>
                  <a:lnTo>
                    <a:pt x="264" y="0"/>
                  </a:lnTo>
                  <a:lnTo>
                    <a:pt x="217" y="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473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1" name="Freeform 55"/>
            <p:cNvSpPr>
              <a:spLocks/>
            </p:cNvSpPr>
            <p:nvPr/>
          </p:nvSpPr>
          <p:spPr bwMode="auto">
            <a:xfrm>
              <a:off x="3518" y="2250"/>
              <a:ext cx="188" cy="294"/>
            </a:xfrm>
            <a:custGeom>
              <a:avLst/>
              <a:gdLst/>
              <a:ahLst/>
              <a:cxnLst>
                <a:cxn ang="0">
                  <a:pos x="2" y="251"/>
                </a:cxn>
                <a:cxn ang="0">
                  <a:pos x="376" y="0"/>
                </a:cxn>
                <a:cxn ang="0">
                  <a:pos x="350" y="224"/>
                </a:cxn>
                <a:cxn ang="0">
                  <a:pos x="240" y="310"/>
                </a:cxn>
                <a:cxn ang="0">
                  <a:pos x="236" y="466"/>
                </a:cxn>
                <a:cxn ang="0">
                  <a:pos x="183" y="589"/>
                </a:cxn>
                <a:cxn ang="0">
                  <a:pos x="0" y="589"/>
                </a:cxn>
                <a:cxn ang="0">
                  <a:pos x="2" y="251"/>
                </a:cxn>
                <a:cxn ang="0">
                  <a:pos x="2" y="251"/>
                </a:cxn>
              </a:cxnLst>
              <a:rect l="0" t="0" r="r" b="b"/>
              <a:pathLst>
                <a:path w="376" h="589">
                  <a:moveTo>
                    <a:pt x="2" y="251"/>
                  </a:moveTo>
                  <a:lnTo>
                    <a:pt x="376" y="0"/>
                  </a:lnTo>
                  <a:lnTo>
                    <a:pt x="350" y="224"/>
                  </a:lnTo>
                  <a:lnTo>
                    <a:pt x="240" y="310"/>
                  </a:lnTo>
                  <a:lnTo>
                    <a:pt x="236" y="466"/>
                  </a:lnTo>
                  <a:lnTo>
                    <a:pt x="183" y="589"/>
                  </a:lnTo>
                  <a:lnTo>
                    <a:pt x="0" y="589"/>
                  </a:lnTo>
                  <a:lnTo>
                    <a:pt x="2" y="251"/>
                  </a:lnTo>
                  <a:lnTo>
                    <a:pt x="2" y="251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2" name="Freeform 56"/>
            <p:cNvSpPr>
              <a:spLocks/>
            </p:cNvSpPr>
            <p:nvPr/>
          </p:nvSpPr>
          <p:spPr bwMode="auto">
            <a:xfrm>
              <a:off x="3074" y="2387"/>
              <a:ext cx="270" cy="242"/>
            </a:xfrm>
            <a:custGeom>
              <a:avLst/>
              <a:gdLst/>
              <a:ahLst/>
              <a:cxnLst>
                <a:cxn ang="0">
                  <a:pos x="257" y="482"/>
                </a:cxn>
                <a:cxn ang="0">
                  <a:pos x="19" y="315"/>
                </a:cxn>
                <a:cxn ang="0">
                  <a:pos x="0" y="254"/>
                </a:cxn>
                <a:cxn ang="0">
                  <a:pos x="103" y="0"/>
                </a:cxn>
                <a:cxn ang="0">
                  <a:pos x="371" y="209"/>
                </a:cxn>
                <a:cxn ang="0">
                  <a:pos x="540" y="209"/>
                </a:cxn>
                <a:cxn ang="0">
                  <a:pos x="487" y="313"/>
                </a:cxn>
                <a:cxn ang="0">
                  <a:pos x="257" y="482"/>
                </a:cxn>
                <a:cxn ang="0">
                  <a:pos x="257" y="482"/>
                </a:cxn>
              </a:cxnLst>
              <a:rect l="0" t="0" r="r" b="b"/>
              <a:pathLst>
                <a:path w="540" h="482">
                  <a:moveTo>
                    <a:pt x="257" y="482"/>
                  </a:moveTo>
                  <a:lnTo>
                    <a:pt x="19" y="315"/>
                  </a:lnTo>
                  <a:lnTo>
                    <a:pt x="0" y="254"/>
                  </a:lnTo>
                  <a:lnTo>
                    <a:pt x="103" y="0"/>
                  </a:lnTo>
                  <a:lnTo>
                    <a:pt x="371" y="209"/>
                  </a:lnTo>
                  <a:lnTo>
                    <a:pt x="540" y="209"/>
                  </a:lnTo>
                  <a:lnTo>
                    <a:pt x="487" y="313"/>
                  </a:lnTo>
                  <a:lnTo>
                    <a:pt x="257" y="482"/>
                  </a:lnTo>
                  <a:lnTo>
                    <a:pt x="257" y="482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3" name="Freeform 57"/>
            <p:cNvSpPr>
              <a:spLocks/>
            </p:cNvSpPr>
            <p:nvPr/>
          </p:nvSpPr>
          <p:spPr bwMode="auto">
            <a:xfrm>
              <a:off x="3443" y="2375"/>
              <a:ext cx="76" cy="169"/>
            </a:xfrm>
            <a:custGeom>
              <a:avLst/>
              <a:gdLst/>
              <a:ahLst/>
              <a:cxnLst>
                <a:cxn ang="0">
                  <a:pos x="46" y="338"/>
                </a:cxn>
                <a:cxn ang="0">
                  <a:pos x="150" y="336"/>
                </a:cxn>
                <a:cxn ang="0">
                  <a:pos x="152" y="0"/>
                </a:cxn>
                <a:cxn ang="0">
                  <a:pos x="72" y="59"/>
                </a:cxn>
                <a:cxn ang="0">
                  <a:pos x="80" y="135"/>
                </a:cxn>
                <a:cxn ang="0">
                  <a:pos x="0" y="222"/>
                </a:cxn>
                <a:cxn ang="0">
                  <a:pos x="46" y="338"/>
                </a:cxn>
                <a:cxn ang="0">
                  <a:pos x="46" y="338"/>
                </a:cxn>
              </a:cxnLst>
              <a:rect l="0" t="0" r="r" b="b"/>
              <a:pathLst>
                <a:path w="152" h="338">
                  <a:moveTo>
                    <a:pt x="46" y="338"/>
                  </a:moveTo>
                  <a:lnTo>
                    <a:pt x="150" y="336"/>
                  </a:lnTo>
                  <a:lnTo>
                    <a:pt x="152" y="0"/>
                  </a:lnTo>
                  <a:lnTo>
                    <a:pt x="72" y="59"/>
                  </a:lnTo>
                  <a:lnTo>
                    <a:pt x="80" y="135"/>
                  </a:lnTo>
                  <a:lnTo>
                    <a:pt x="0" y="222"/>
                  </a:lnTo>
                  <a:lnTo>
                    <a:pt x="46" y="338"/>
                  </a:lnTo>
                  <a:lnTo>
                    <a:pt x="46" y="338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4" name="Freeform 58"/>
            <p:cNvSpPr>
              <a:spLocks/>
            </p:cNvSpPr>
            <p:nvPr/>
          </p:nvSpPr>
          <p:spPr bwMode="auto">
            <a:xfrm>
              <a:off x="3413" y="2544"/>
              <a:ext cx="106" cy="170"/>
            </a:xfrm>
            <a:custGeom>
              <a:avLst/>
              <a:gdLst/>
              <a:ahLst/>
              <a:cxnLst>
                <a:cxn ang="0">
                  <a:pos x="211" y="0"/>
                </a:cxn>
                <a:cxn ang="0">
                  <a:pos x="213" y="340"/>
                </a:cxn>
                <a:cxn ang="0">
                  <a:pos x="133" y="327"/>
                </a:cxn>
                <a:cxn ang="0">
                  <a:pos x="0" y="196"/>
                </a:cxn>
                <a:cxn ang="0">
                  <a:pos x="135" y="69"/>
                </a:cxn>
                <a:cxn ang="0">
                  <a:pos x="107" y="0"/>
                </a:cxn>
                <a:cxn ang="0">
                  <a:pos x="211" y="0"/>
                </a:cxn>
                <a:cxn ang="0">
                  <a:pos x="211" y="0"/>
                </a:cxn>
              </a:cxnLst>
              <a:rect l="0" t="0" r="r" b="b"/>
              <a:pathLst>
                <a:path w="213" h="340">
                  <a:moveTo>
                    <a:pt x="211" y="0"/>
                  </a:moveTo>
                  <a:lnTo>
                    <a:pt x="213" y="340"/>
                  </a:lnTo>
                  <a:lnTo>
                    <a:pt x="133" y="327"/>
                  </a:lnTo>
                  <a:lnTo>
                    <a:pt x="0" y="196"/>
                  </a:lnTo>
                  <a:lnTo>
                    <a:pt x="135" y="69"/>
                  </a:lnTo>
                  <a:lnTo>
                    <a:pt x="107" y="0"/>
                  </a:lnTo>
                  <a:lnTo>
                    <a:pt x="211" y="0"/>
                  </a:lnTo>
                  <a:lnTo>
                    <a:pt x="211" y="0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5" name="Freeform 59"/>
            <p:cNvSpPr>
              <a:spLocks/>
            </p:cNvSpPr>
            <p:nvPr/>
          </p:nvSpPr>
          <p:spPr bwMode="auto">
            <a:xfrm>
              <a:off x="3084" y="2543"/>
              <a:ext cx="234" cy="242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14" y="135"/>
                </a:cxn>
                <a:cxn ang="0">
                  <a:pos x="17" y="230"/>
                </a:cxn>
                <a:cxn ang="0">
                  <a:pos x="198" y="485"/>
                </a:cxn>
                <a:cxn ang="0">
                  <a:pos x="375" y="382"/>
                </a:cxn>
                <a:cxn ang="0">
                  <a:pos x="369" y="187"/>
                </a:cxn>
                <a:cxn ang="0">
                  <a:pos x="438" y="111"/>
                </a:cxn>
                <a:cxn ang="0">
                  <a:pos x="470" y="0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470" h="485">
                  <a:moveTo>
                    <a:pt x="0" y="4"/>
                  </a:moveTo>
                  <a:lnTo>
                    <a:pt x="114" y="135"/>
                  </a:lnTo>
                  <a:lnTo>
                    <a:pt x="17" y="230"/>
                  </a:lnTo>
                  <a:lnTo>
                    <a:pt x="198" y="485"/>
                  </a:lnTo>
                  <a:lnTo>
                    <a:pt x="375" y="382"/>
                  </a:lnTo>
                  <a:lnTo>
                    <a:pt x="369" y="187"/>
                  </a:lnTo>
                  <a:lnTo>
                    <a:pt x="438" y="111"/>
                  </a:lnTo>
                  <a:lnTo>
                    <a:pt x="47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6" name="Freeform 60"/>
            <p:cNvSpPr>
              <a:spLocks/>
            </p:cNvSpPr>
            <p:nvPr/>
          </p:nvSpPr>
          <p:spPr bwMode="auto">
            <a:xfrm>
              <a:off x="3605" y="2275"/>
              <a:ext cx="325" cy="270"/>
            </a:xfrm>
            <a:custGeom>
              <a:avLst/>
              <a:gdLst/>
              <a:ahLst/>
              <a:cxnLst>
                <a:cxn ang="0">
                  <a:pos x="10" y="538"/>
                </a:cxn>
                <a:cxn ang="0">
                  <a:pos x="384" y="540"/>
                </a:cxn>
                <a:cxn ang="0">
                  <a:pos x="650" y="323"/>
                </a:cxn>
                <a:cxn ang="0">
                  <a:pos x="645" y="0"/>
                </a:cxn>
                <a:cxn ang="0">
                  <a:pos x="65" y="396"/>
                </a:cxn>
                <a:cxn ang="0">
                  <a:pos x="0" y="418"/>
                </a:cxn>
                <a:cxn ang="0">
                  <a:pos x="10" y="538"/>
                </a:cxn>
                <a:cxn ang="0">
                  <a:pos x="10" y="538"/>
                </a:cxn>
              </a:cxnLst>
              <a:rect l="0" t="0" r="r" b="b"/>
              <a:pathLst>
                <a:path w="650" h="540">
                  <a:moveTo>
                    <a:pt x="10" y="538"/>
                  </a:moveTo>
                  <a:lnTo>
                    <a:pt x="384" y="540"/>
                  </a:lnTo>
                  <a:lnTo>
                    <a:pt x="650" y="323"/>
                  </a:lnTo>
                  <a:lnTo>
                    <a:pt x="645" y="0"/>
                  </a:lnTo>
                  <a:lnTo>
                    <a:pt x="65" y="396"/>
                  </a:lnTo>
                  <a:lnTo>
                    <a:pt x="0" y="418"/>
                  </a:lnTo>
                  <a:lnTo>
                    <a:pt x="10" y="538"/>
                  </a:lnTo>
                  <a:lnTo>
                    <a:pt x="10" y="538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7" name="Freeform 61"/>
            <p:cNvSpPr>
              <a:spLocks/>
            </p:cNvSpPr>
            <p:nvPr/>
          </p:nvSpPr>
          <p:spPr bwMode="auto">
            <a:xfrm>
              <a:off x="3603" y="2544"/>
              <a:ext cx="194" cy="9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388" y="2"/>
                </a:cxn>
                <a:cxn ang="0">
                  <a:pos x="361" y="19"/>
                </a:cxn>
                <a:cxn ang="0">
                  <a:pos x="122" y="188"/>
                </a:cxn>
                <a:cxn ang="0">
                  <a:pos x="0" y="38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388" h="188">
                  <a:moveTo>
                    <a:pt x="12" y="0"/>
                  </a:moveTo>
                  <a:lnTo>
                    <a:pt x="388" y="2"/>
                  </a:lnTo>
                  <a:lnTo>
                    <a:pt x="361" y="19"/>
                  </a:lnTo>
                  <a:lnTo>
                    <a:pt x="122" y="188"/>
                  </a:lnTo>
                  <a:lnTo>
                    <a:pt x="0" y="38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736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8" name="Freeform 62"/>
            <p:cNvSpPr>
              <a:spLocks/>
            </p:cNvSpPr>
            <p:nvPr/>
          </p:nvSpPr>
          <p:spPr bwMode="auto">
            <a:xfrm>
              <a:off x="3238" y="2704"/>
              <a:ext cx="229" cy="268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388" y="536"/>
                </a:cxn>
                <a:cxn ang="0">
                  <a:pos x="458" y="329"/>
                </a:cxn>
                <a:cxn ang="0">
                  <a:pos x="268" y="0"/>
                </a:cxn>
                <a:cxn ang="0">
                  <a:pos x="0" y="192"/>
                </a:cxn>
                <a:cxn ang="0">
                  <a:pos x="0" y="192"/>
                </a:cxn>
              </a:cxnLst>
              <a:rect l="0" t="0" r="r" b="b"/>
              <a:pathLst>
                <a:path w="458" h="536">
                  <a:moveTo>
                    <a:pt x="0" y="192"/>
                  </a:moveTo>
                  <a:lnTo>
                    <a:pt x="388" y="536"/>
                  </a:lnTo>
                  <a:lnTo>
                    <a:pt x="458" y="329"/>
                  </a:lnTo>
                  <a:lnTo>
                    <a:pt x="268" y="0"/>
                  </a:lnTo>
                  <a:lnTo>
                    <a:pt x="0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4F4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79" name="Freeform 63"/>
            <p:cNvSpPr>
              <a:spLocks/>
            </p:cNvSpPr>
            <p:nvPr/>
          </p:nvSpPr>
          <p:spPr bwMode="auto">
            <a:xfrm>
              <a:off x="2653" y="2300"/>
              <a:ext cx="332" cy="105"/>
            </a:xfrm>
            <a:custGeom>
              <a:avLst/>
              <a:gdLst/>
              <a:ahLst/>
              <a:cxnLst>
                <a:cxn ang="0">
                  <a:pos x="0" y="131"/>
                </a:cxn>
                <a:cxn ang="0">
                  <a:pos x="337" y="211"/>
                </a:cxn>
                <a:cxn ang="0">
                  <a:pos x="338" y="209"/>
                </a:cxn>
                <a:cxn ang="0">
                  <a:pos x="342" y="205"/>
                </a:cxn>
                <a:cxn ang="0">
                  <a:pos x="350" y="197"/>
                </a:cxn>
                <a:cxn ang="0">
                  <a:pos x="361" y="190"/>
                </a:cxn>
                <a:cxn ang="0">
                  <a:pos x="365" y="182"/>
                </a:cxn>
                <a:cxn ang="0">
                  <a:pos x="373" y="178"/>
                </a:cxn>
                <a:cxn ang="0">
                  <a:pos x="380" y="173"/>
                </a:cxn>
                <a:cxn ang="0">
                  <a:pos x="390" y="167"/>
                </a:cxn>
                <a:cxn ang="0">
                  <a:pos x="397" y="159"/>
                </a:cxn>
                <a:cxn ang="0">
                  <a:pos x="407" y="152"/>
                </a:cxn>
                <a:cxn ang="0">
                  <a:pos x="418" y="144"/>
                </a:cxn>
                <a:cxn ang="0">
                  <a:pos x="430" y="139"/>
                </a:cxn>
                <a:cxn ang="0">
                  <a:pos x="441" y="129"/>
                </a:cxn>
                <a:cxn ang="0">
                  <a:pos x="451" y="121"/>
                </a:cxn>
                <a:cxn ang="0">
                  <a:pos x="464" y="112"/>
                </a:cxn>
                <a:cxn ang="0">
                  <a:pos x="477" y="104"/>
                </a:cxn>
                <a:cxn ang="0">
                  <a:pos x="491" y="95"/>
                </a:cxn>
                <a:cxn ang="0">
                  <a:pos x="504" y="87"/>
                </a:cxn>
                <a:cxn ang="0">
                  <a:pos x="511" y="82"/>
                </a:cxn>
                <a:cxn ang="0">
                  <a:pos x="519" y="78"/>
                </a:cxn>
                <a:cxn ang="0">
                  <a:pos x="527" y="74"/>
                </a:cxn>
                <a:cxn ang="0">
                  <a:pos x="534" y="70"/>
                </a:cxn>
                <a:cxn ang="0">
                  <a:pos x="542" y="64"/>
                </a:cxn>
                <a:cxn ang="0">
                  <a:pos x="549" y="59"/>
                </a:cxn>
                <a:cxn ang="0">
                  <a:pos x="555" y="55"/>
                </a:cxn>
                <a:cxn ang="0">
                  <a:pos x="563" y="51"/>
                </a:cxn>
                <a:cxn ang="0">
                  <a:pos x="570" y="45"/>
                </a:cxn>
                <a:cxn ang="0">
                  <a:pos x="578" y="42"/>
                </a:cxn>
                <a:cxn ang="0">
                  <a:pos x="587" y="38"/>
                </a:cxn>
                <a:cxn ang="0">
                  <a:pos x="595" y="34"/>
                </a:cxn>
                <a:cxn ang="0">
                  <a:pos x="603" y="28"/>
                </a:cxn>
                <a:cxn ang="0">
                  <a:pos x="610" y="25"/>
                </a:cxn>
                <a:cxn ang="0">
                  <a:pos x="620" y="19"/>
                </a:cxn>
                <a:cxn ang="0">
                  <a:pos x="629" y="15"/>
                </a:cxn>
                <a:cxn ang="0">
                  <a:pos x="635" y="11"/>
                </a:cxn>
                <a:cxn ang="0">
                  <a:pos x="644" y="7"/>
                </a:cxn>
                <a:cxn ang="0">
                  <a:pos x="654" y="4"/>
                </a:cxn>
                <a:cxn ang="0">
                  <a:pos x="664" y="0"/>
                </a:cxn>
                <a:cxn ang="0">
                  <a:pos x="253" y="0"/>
                </a:cxn>
                <a:cxn ang="0">
                  <a:pos x="0" y="131"/>
                </a:cxn>
                <a:cxn ang="0">
                  <a:pos x="0" y="131"/>
                </a:cxn>
              </a:cxnLst>
              <a:rect l="0" t="0" r="r" b="b"/>
              <a:pathLst>
                <a:path w="664" h="211">
                  <a:moveTo>
                    <a:pt x="0" y="131"/>
                  </a:moveTo>
                  <a:lnTo>
                    <a:pt x="337" y="211"/>
                  </a:lnTo>
                  <a:lnTo>
                    <a:pt x="338" y="209"/>
                  </a:lnTo>
                  <a:lnTo>
                    <a:pt x="342" y="205"/>
                  </a:lnTo>
                  <a:lnTo>
                    <a:pt x="350" y="197"/>
                  </a:lnTo>
                  <a:lnTo>
                    <a:pt x="361" y="190"/>
                  </a:lnTo>
                  <a:lnTo>
                    <a:pt x="365" y="182"/>
                  </a:lnTo>
                  <a:lnTo>
                    <a:pt x="373" y="178"/>
                  </a:lnTo>
                  <a:lnTo>
                    <a:pt x="380" y="173"/>
                  </a:lnTo>
                  <a:lnTo>
                    <a:pt x="390" y="167"/>
                  </a:lnTo>
                  <a:lnTo>
                    <a:pt x="397" y="159"/>
                  </a:lnTo>
                  <a:lnTo>
                    <a:pt x="407" y="152"/>
                  </a:lnTo>
                  <a:lnTo>
                    <a:pt x="418" y="144"/>
                  </a:lnTo>
                  <a:lnTo>
                    <a:pt x="430" y="139"/>
                  </a:lnTo>
                  <a:lnTo>
                    <a:pt x="441" y="129"/>
                  </a:lnTo>
                  <a:lnTo>
                    <a:pt x="451" y="121"/>
                  </a:lnTo>
                  <a:lnTo>
                    <a:pt x="464" y="112"/>
                  </a:lnTo>
                  <a:lnTo>
                    <a:pt x="477" y="104"/>
                  </a:lnTo>
                  <a:lnTo>
                    <a:pt x="491" y="95"/>
                  </a:lnTo>
                  <a:lnTo>
                    <a:pt x="504" y="87"/>
                  </a:lnTo>
                  <a:lnTo>
                    <a:pt x="511" y="82"/>
                  </a:lnTo>
                  <a:lnTo>
                    <a:pt x="519" y="78"/>
                  </a:lnTo>
                  <a:lnTo>
                    <a:pt x="527" y="74"/>
                  </a:lnTo>
                  <a:lnTo>
                    <a:pt x="534" y="70"/>
                  </a:lnTo>
                  <a:lnTo>
                    <a:pt x="542" y="64"/>
                  </a:lnTo>
                  <a:lnTo>
                    <a:pt x="549" y="59"/>
                  </a:lnTo>
                  <a:lnTo>
                    <a:pt x="555" y="55"/>
                  </a:lnTo>
                  <a:lnTo>
                    <a:pt x="563" y="51"/>
                  </a:lnTo>
                  <a:lnTo>
                    <a:pt x="570" y="45"/>
                  </a:lnTo>
                  <a:lnTo>
                    <a:pt x="578" y="42"/>
                  </a:lnTo>
                  <a:lnTo>
                    <a:pt x="587" y="38"/>
                  </a:lnTo>
                  <a:lnTo>
                    <a:pt x="595" y="34"/>
                  </a:lnTo>
                  <a:lnTo>
                    <a:pt x="603" y="28"/>
                  </a:lnTo>
                  <a:lnTo>
                    <a:pt x="610" y="25"/>
                  </a:lnTo>
                  <a:lnTo>
                    <a:pt x="620" y="19"/>
                  </a:lnTo>
                  <a:lnTo>
                    <a:pt x="629" y="15"/>
                  </a:lnTo>
                  <a:lnTo>
                    <a:pt x="635" y="11"/>
                  </a:lnTo>
                  <a:lnTo>
                    <a:pt x="644" y="7"/>
                  </a:lnTo>
                  <a:lnTo>
                    <a:pt x="654" y="4"/>
                  </a:lnTo>
                  <a:lnTo>
                    <a:pt x="664" y="0"/>
                  </a:lnTo>
                  <a:lnTo>
                    <a:pt x="253" y="0"/>
                  </a:lnTo>
                  <a:lnTo>
                    <a:pt x="0" y="131"/>
                  </a:lnTo>
                  <a:lnTo>
                    <a:pt x="0" y="131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0" name="Freeform 64"/>
            <p:cNvSpPr>
              <a:spLocks/>
            </p:cNvSpPr>
            <p:nvPr/>
          </p:nvSpPr>
          <p:spPr bwMode="auto">
            <a:xfrm>
              <a:off x="3924" y="2206"/>
              <a:ext cx="170" cy="2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6" y="0"/>
                </a:cxn>
                <a:cxn ang="0">
                  <a:pos x="13" y="2"/>
                </a:cxn>
                <a:cxn ang="0">
                  <a:pos x="25" y="3"/>
                </a:cxn>
                <a:cxn ang="0">
                  <a:pos x="30" y="3"/>
                </a:cxn>
                <a:cxn ang="0">
                  <a:pos x="38" y="5"/>
                </a:cxn>
                <a:cxn ang="0">
                  <a:pos x="45" y="7"/>
                </a:cxn>
                <a:cxn ang="0">
                  <a:pos x="55" y="7"/>
                </a:cxn>
                <a:cxn ang="0">
                  <a:pos x="63" y="9"/>
                </a:cxn>
                <a:cxn ang="0">
                  <a:pos x="74" y="11"/>
                </a:cxn>
                <a:cxn ang="0">
                  <a:pos x="84" y="13"/>
                </a:cxn>
                <a:cxn ang="0">
                  <a:pos x="97" y="17"/>
                </a:cxn>
                <a:cxn ang="0">
                  <a:pos x="108" y="19"/>
                </a:cxn>
                <a:cxn ang="0">
                  <a:pos x="120" y="21"/>
                </a:cxn>
                <a:cxn ang="0">
                  <a:pos x="131" y="22"/>
                </a:cxn>
                <a:cxn ang="0">
                  <a:pos x="146" y="26"/>
                </a:cxn>
                <a:cxn ang="0">
                  <a:pos x="152" y="26"/>
                </a:cxn>
                <a:cxn ang="0">
                  <a:pos x="160" y="28"/>
                </a:cxn>
                <a:cxn ang="0">
                  <a:pos x="165" y="28"/>
                </a:cxn>
                <a:cxn ang="0">
                  <a:pos x="173" y="30"/>
                </a:cxn>
                <a:cxn ang="0">
                  <a:pos x="180" y="32"/>
                </a:cxn>
                <a:cxn ang="0">
                  <a:pos x="188" y="32"/>
                </a:cxn>
                <a:cxn ang="0">
                  <a:pos x="196" y="34"/>
                </a:cxn>
                <a:cxn ang="0">
                  <a:pos x="203" y="38"/>
                </a:cxn>
                <a:cxn ang="0">
                  <a:pos x="211" y="38"/>
                </a:cxn>
                <a:cxn ang="0">
                  <a:pos x="219" y="40"/>
                </a:cxn>
                <a:cxn ang="0">
                  <a:pos x="226" y="40"/>
                </a:cxn>
                <a:cxn ang="0">
                  <a:pos x="236" y="43"/>
                </a:cxn>
                <a:cxn ang="0">
                  <a:pos x="243" y="43"/>
                </a:cxn>
                <a:cxn ang="0">
                  <a:pos x="251" y="47"/>
                </a:cxn>
                <a:cxn ang="0">
                  <a:pos x="260" y="47"/>
                </a:cxn>
                <a:cxn ang="0">
                  <a:pos x="270" y="51"/>
                </a:cxn>
                <a:cxn ang="0">
                  <a:pos x="276" y="51"/>
                </a:cxn>
                <a:cxn ang="0">
                  <a:pos x="285" y="55"/>
                </a:cxn>
                <a:cxn ang="0">
                  <a:pos x="295" y="55"/>
                </a:cxn>
                <a:cxn ang="0">
                  <a:pos x="302" y="59"/>
                </a:cxn>
                <a:cxn ang="0">
                  <a:pos x="312" y="59"/>
                </a:cxn>
                <a:cxn ang="0">
                  <a:pos x="321" y="62"/>
                </a:cxn>
                <a:cxn ang="0">
                  <a:pos x="331" y="64"/>
                </a:cxn>
                <a:cxn ang="0">
                  <a:pos x="340" y="68"/>
                </a:cxn>
                <a:cxn ang="0">
                  <a:pos x="118" y="251"/>
                </a:cxn>
                <a:cxn ang="0">
                  <a:pos x="103" y="382"/>
                </a:cxn>
                <a:cxn ang="0">
                  <a:pos x="11" y="46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40" h="465">
                  <a:moveTo>
                    <a:pt x="0" y="0"/>
                  </a:moveTo>
                  <a:lnTo>
                    <a:pt x="2" y="0"/>
                  </a:lnTo>
                  <a:lnTo>
                    <a:pt x="6" y="0"/>
                  </a:lnTo>
                  <a:lnTo>
                    <a:pt x="13" y="2"/>
                  </a:lnTo>
                  <a:lnTo>
                    <a:pt x="25" y="3"/>
                  </a:lnTo>
                  <a:lnTo>
                    <a:pt x="30" y="3"/>
                  </a:lnTo>
                  <a:lnTo>
                    <a:pt x="38" y="5"/>
                  </a:lnTo>
                  <a:lnTo>
                    <a:pt x="45" y="7"/>
                  </a:lnTo>
                  <a:lnTo>
                    <a:pt x="55" y="7"/>
                  </a:lnTo>
                  <a:lnTo>
                    <a:pt x="63" y="9"/>
                  </a:lnTo>
                  <a:lnTo>
                    <a:pt x="74" y="11"/>
                  </a:lnTo>
                  <a:lnTo>
                    <a:pt x="84" y="13"/>
                  </a:lnTo>
                  <a:lnTo>
                    <a:pt x="97" y="17"/>
                  </a:lnTo>
                  <a:lnTo>
                    <a:pt x="108" y="19"/>
                  </a:lnTo>
                  <a:lnTo>
                    <a:pt x="120" y="21"/>
                  </a:lnTo>
                  <a:lnTo>
                    <a:pt x="131" y="22"/>
                  </a:lnTo>
                  <a:lnTo>
                    <a:pt x="146" y="26"/>
                  </a:lnTo>
                  <a:lnTo>
                    <a:pt x="152" y="26"/>
                  </a:lnTo>
                  <a:lnTo>
                    <a:pt x="160" y="28"/>
                  </a:lnTo>
                  <a:lnTo>
                    <a:pt x="165" y="28"/>
                  </a:lnTo>
                  <a:lnTo>
                    <a:pt x="173" y="30"/>
                  </a:lnTo>
                  <a:lnTo>
                    <a:pt x="180" y="32"/>
                  </a:lnTo>
                  <a:lnTo>
                    <a:pt x="188" y="32"/>
                  </a:lnTo>
                  <a:lnTo>
                    <a:pt x="196" y="34"/>
                  </a:lnTo>
                  <a:lnTo>
                    <a:pt x="203" y="38"/>
                  </a:lnTo>
                  <a:lnTo>
                    <a:pt x="211" y="38"/>
                  </a:lnTo>
                  <a:lnTo>
                    <a:pt x="219" y="40"/>
                  </a:lnTo>
                  <a:lnTo>
                    <a:pt x="226" y="40"/>
                  </a:lnTo>
                  <a:lnTo>
                    <a:pt x="236" y="43"/>
                  </a:lnTo>
                  <a:lnTo>
                    <a:pt x="243" y="43"/>
                  </a:lnTo>
                  <a:lnTo>
                    <a:pt x="251" y="47"/>
                  </a:lnTo>
                  <a:lnTo>
                    <a:pt x="260" y="47"/>
                  </a:lnTo>
                  <a:lnTo>
                    <a:pt x="270" y="51"/>
                  </a:lnTo>
                  <a:lnTo>
                    <a:pt x="276" y="51"/>
                  </a:lnTo>
                  <a:lnTo>
                    <a:pt x="285" y="55"/>
                  </a:lnTo>
                  <a:lnTo>
                    <a:pt x="295" y="55"/>
                  </a:lnTo>
                  <a:lnTo>
                    <a:pt x="302" y="59"/>
                  </a:lnTo>
                  <a:lnTo>
                    <a:pt x="312" y="59"/>
                  </a:lnTo>
                  <a:lnTo>
                    <a:pt x="321" y="62"/>
                  </a:lnTo>
                  <a:lnTo>
                    <a:pt x="331" y="64"/>
                  </a:lnTo>
                  <a:lnTo>
                    <a:pt x="340" y="68"/>
                  </a:lnTo>
                  <a:lnTo>
                    <a:pt x="118" y="251"/>
                  </a:lnTo>
                  <a:lnTo>
                    <a:pt x="103" y="382"/>
                  </a:lnTo>
                  <a:lnTo>
                    <a:pt x="11" y="46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1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1" name="Freeform 65"/>
            <p:cNvSpPr>
              <a:spLocks/>
            </p:cNvSpPr>
            <p:nvPr/>
          </p:nvSpPr>
          <p:spPr bwMode="auto">
            <a:xfrm>
              <a:off x="3451" y="2543"/>
              <a:ext cx="352" cy="272"/>
            </a:xfrm>
            <a:custGeom>
              <a:avLst/>
              <a:gdLst/>
              <a:ahLst/>
              <a:cxnLst>
                <a:cxn ang="0">
                  <a:pos x="57" y="403"/>
                </a:cxn>
                <a:cxn ang="0">
                  <a:pos x="548" y="12"/>
                </a:cxn>
                <a:cxn ang="0">
                  <a:pos x="549" y="10"/>
                </a:cxn>
                <a:cxn ang="0">
                  <a:pos x="561" y="6"/>
                </a:cxn>
                <a:cxn ang="0">
                  <a:pos x="568" y="4"/>
                </a:cxn>
                <a:cxn ang="0">
                  <a:pos x="576" y="2"/>
                </a:cxn>
                <a:cxn ang="0">
                  <a:pos x="586" y="2"/>
                </a:cxn>
                <a:cxn ang="0">
                  <a:pos x="597" y="2"/>
                </a:cxn>
                <a:cxn ang="0">
                  <a:pos x="606" y="0"/>
                </a:cxn>
                <a:cxn ang="0">
                  <a:pos x="618" y="2"/>
                </a:cxn>
                <a:cxn ang="0">
                  <a:pos x="629" y="6"/>
                </a:cxn>
                <a:cxn ang="0">
                  <a:pos x="643" y="10"/>
                </a:cxn>
                <a:cxn ang="0">
                  <a:pos x="652" y="16"/>
                </a:cxn>
                <a:cxn ang="0">
                  <a:pos x="663" y="27"/>
                </a:cxn>
                <a:cxn ang="0">
                  <a:pos x="667" y="31"/>
                </a:cxn>
                <a:cxn ang="0">
                  <a:pos x="673" y="38"/>
                </a:cxn>
                <a:cxn ang="0">
                  <a:pos x="677" y="46"/>
                </a:cxn>
                <a:cxn ang="0">
                  <a:pos x="683" y="54"/>
                </a:cxn>
                <a:cxn ang="0">
                  <a:pos x="686" y="59"/>
                </a:cxn>
                <a:cxn ang="0">
                  <a:pos x="688" y="67"/>
                </a:cxn>
                <a:cxn ang="0">
                  <a:pos x="692" y="74"/>
                </a:cxn>
                <a:cxn ang="0">
                  <a:pos x="696" y="82"/>
                </a:cxn>
                <a:cxn ang="0">
                  <a:pos x="698" y="92"/>
                </a:cxn>
                <a:cxn ang="0">
                  <a:pos x="702" y="105"/>
                </a:cxn>
                <a:cxn ang="0">
                  <a:pos x="703" y="114"/>
                </a:cxn>
                <a:cxn ang="0">
                  <a:pos x="703" y="122"/>
                </a:cxn>
                <a:cxn ang="0">
                  <a:pos x="703" y="130"/>
                </a:cxn>
                <a:cxn ang="0">
                  <a:pos x="703" y="137"/>
                </a:cxn>
                <a:cxn ang="0">
                  <a:pos x="698" y="147"/>
                </a:cxn>
                <a:cxn ang="0">
                  <a:pos x="694" y="152"/>
                </a:cxn>
                <a:cxn ang="0">
                  <a:pos x="688" y="156"/>
                </a:cxn>
                <a:cxn ang="0">
                  <a:pos x="688" y="158"/>
                </a:cxn>
                <a:cxn ang="0">
                  <a:pos x="171" y="544"/>
                </a:cxn>
                <a:cxn ang="0">
                  <a:pos x="0" y="544"/>
                </a:cxn>
                <a:cxn ang="0">
                  <a:pos x="57" y="403"/>
                </a:cxn>
                <a:cxn ang="0">
                  <a:pos x="57" y="403"/>
                </a:cxn>
              </a:cxnLst>
              <a:rect l="0" t="0" r="r" b="b"/>
              <a:pathLst>
                <a:path w="703" h="544">
                  <a:moveTo>
                    <a:pt x="57" y="403"/>
                  </a:moveTo>
                  <a:lnTo>
                    <a:pt x="548" y="12"/>
                  </a:lnTo>
                  <a:lnTo>
                    <a:pt x="549" y="10"/>
                  </a:lnTo>
                  <a:lnTo>
                    <a:pt x="561" y="6"/>
                  </a:lnTo>
                  <a:lnTo>
                    <a:pt x="568" y="4"/>
                  </a:lnTo>
                  <a:lnTo>
                    <a:pt x="576" y="2"/>
                  </a:lnTo>
                  <a:lnTo>
                    <a:pt x="586" y="2"/>
                  </a:lnTo>
                  <a:lnTo>
                    <a:pt x="597" y="2"/>
                  </a:lnTo>
                  <a:lnTo>
                    <a:pt x="606" y="0"/>
                  </a:lnTo>
                  <a:lnTo>
                    <a:pt x="618" y="2"/>
                  </a:lnTo>
                  <a:lnTo>
                    <a:pt x="629" y="6"/>
                  </a:lnTo>
                  <a:lnTo>
                    <a:pt x="643" y="10"/>
                  </a:lnTo>
                  <a:lnTo>
                    <a:pt x="652" y="16"/>
                  </a:lnTo>
                  <a:lnTo>
                    <a:pt x="663" y="27"/>
                  </a:lnTo>
                  <a:lnTo>
                    <a:pt x="667" y="31"/>
                  </a:lnTo>
                  <a:lnTo>
                    <a:pt x="673" y="38"/>
                  </a:lnTo>
                  <a:lnTo>
                    <a:pt x="677" y="46"/>
                  </a:lnTo>
                  <a:lnTo>
                    <a:pt x="683" y="54"/>
                  </a:lnTo>
                  <a:lnTo>
                    <a:pt x="686" y="59"/>
                  </a:lnTo>
                  <a:lnTo>
                    <a:pt x="688" y="67"/>
                  </a:lnTo>
                  <a:lnTo>
                    <a:pt x="692" y="74"/>
                  </a:lnTo>
                  <a:lnTo>
                    <a:pt x="696" y="82"/>
                  </a:lnTo>
                  <a:lnTo>
                    <a:pt x="698" y="92"/>
                  </a:lnTo>
                  <a:lnTo>
                    <a:pt x="702" y="105"/>
                  </a:lnTo>
                  <a:lnTo>
                    <a:pt x="703" y="114"/>
                  </a:lnTo>
                  <a:lnTo>
                    <a:pt x="703" y="122"/>
                  </a:lnTo>
                  <a:lnTo>
                    <a:pt x="703" y="130"/>
                  </a:lnTo>
                  <a:lnTo>
                    <a:pt x="703" y="137"/>
                  </a:lnTo>
                  <a:lnTo>
                    <a:pt x="698" y="147"/>
                  </a:lnTo>
                  <a:lnTo>
                    <a:pt x="694" y="152"/>
                  </a:lnTo>
                  <a:lnTo>
                    <a:pt x="688" y="156"/>
                  </a:lnTo>
                  <a:lnTo>
                    <a:pt x="688" y="158"/>
                  </a:lnTo>
                  <a:lnTo>
                    <a:pt x="171" y="544"/>
                  </a:lnTo>
                  <a:lnTo>
                    <a:pt x="0" y="544"/>
                  </a:lnTo>
                  <a:lnTo>
                    <a:pt x="57" y="403"/>
                  </a:lnTo>
                  <a:lnTo>
                    <a:pt x="57" y="403"/>
                  </a:lnTo>
                  <a:close/>
                </a:path>
              </a:pathLst>
            </a:custGeom>
            <a:solidFill>
              <a:srgbClr val="6661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282" name="Freeform 66"/>
            <p:cNvSpPr>
              <a:spLocks/>
            </p:cNvSpPr>
            <p:nvPr/>
          </p:nvSpPr>
          <p:spPr bwMode="auto">
            <a:xfrm>
              <a:off x="2926" y="2827"/>
              <a:ext cx="232" cy="89"/>
            </a:xfrm>
            <a:custGeom>
              <a:avLst/>
              <a:gdLst/>
              <a:ahLst/>
              <a:cxnLst>
                <a:cxn ang="0">
                  <a:pos x="464" y="117"/>
                </a:cxn>
                <a:cxn ang="0">
                  <a:pos x="289" y="176"/>
                </a:cxn>
                <a:cxn ang="0">
                  <a:pos x="0" y="96"/>
                </a:cxn>
                <a:cxn ang="0">
                  <a:pos x="116" y="0"/>
                </a:cxn>
                <a:cxn ang="0">
                  <a:pos x="464" y="117"/>
                </a:cxn>
                <a:cxn ang="0">
                  <a:pos x="464" y="117"/>
                </a:cxn>
              </a:cxnLst>
              <a:rect l="0" t="0" r="r" b="b"/>
              <a:pathLst>
                <a:path w="464" h="176">
                  <a:moveTo>
                    <a:pt x="464" y="117"/>
                  </a:moveTo>
                  <a:lnTo>
                    <a:pt x="289" y="176"/>
                  </a:lnTo>
                  <a:lnTo>
                    <a:pt x="0" y="96"/>
                  </a:lnTo>
                  <a:lnTo>
                    <a:pt x="116" y="0"/>
                  </a:lnTo>
                  <a:lnTo>
                    <a:pt x="464" y="117"/>
                  </a:lnTo>
                  <a:lnTo>
                    <a:pt x="464" y="117"/>
                  </a:lnTo>
                  <a:close/>
                </a:path>
              </a:pathLst>
            </a:custGeom>
            <a:solidFill>
              <a:srgbClr val="635E1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9AC10-0009-45D7-AA14-F7A6BE3EE4D6}" type="slidenum">
              <a:rPr lang="ru-RU"/>
              <a:pPr/>
              <a:t>3</a:t>
            </a:fld>
            <a:endParaRPr lang="ru-RU"/>
          </a:p>
        </p:txBody>
      </p:sp>
      <p:sp>
        <p:nvSpPr>
          <p:cNvPr id="10245" name="AutoShape 5"/>
          <p:cNvSpPr>
            <a:spLocks noChangeArrowheads="1"/>
          </p:cNvSpPr>
          <p:nvPr/>
        </p:nvSpPr>
        <p:spPr bwMode="auto">
          <a:xfrm>
            <a:off x="971550" y="549275"/>
            <a:ext cx="1654175" cy="1654175"/>
          </a:xfrm>
          <a:prstGeom prst="smileyFace">
            <a:avLst>
              <a:gd name="adj" fmla="val 4653"/>
            </a:avLst>
          </a:prstGeom>
          <a:solidFill>
            <a:srgbClr val="FFB48F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ru-RU" i="1"/>
              <a:t>Пример1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3635375" y="657225"/>
            <a:ext cx="5040313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/>
              <a:t>Если требуется добавить определенный эффект к тексту или объекту, находящемуся на самом слайде, выберите значок   </a:t>
            </a:r>
            <a:r>
              <a:rPr lang="ru-RU" b="1">
                <a:solidFill>
                  <a:srgbClr val="FFCC00"/>
                </a:solidFill>
              </a:rPr>
              <a:t>Выделение</a:t>
            </a:r>
            <a:r>
              <a:rPr lang="ru-RU"/>
              <a:t>, а затем — нужный эффект (например, «Изменение размера»</a:t>
            </a:r>
            <a:r>
              <a:rPr lang="en-US"/>
              <a:t>)</a:t>
            </a:r>
            <a:r>
              <a:rPr lang="ru-RU"/>
              <a:t>. </a:t>
            </a:r>
          </a:p>
        </p:txBody>
      </p:sp>
      <p:sp>
        <p:nvSpPr>
          <p:cNvPr id="10352" name="Text Box 112"/>
          <p:cNvSpPr txBox="1">
            <a:spLocks noChangeArrowheads="1"/>
          </p:cNvSpPr>
          <p:nvPr/>
        </p:nvSpPr>
        <p:spPr bwMode="auto">
          <a:xfrm>
            <a:off x="539750" y="3536950"/>
            <a:ext cx="50403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 i="1"/>
              <a:t>Пример 2</a:t>
            </a:r>
            <a:r>
              <a:rPr lang="ru-RU"/>
              <a:t>. К тексту применен эффект выделения – «Цветовая волна».</a:t>
            </a:r>
          </a:p>
        </p:txBody>
      </p:sp>
      <p:sp>
        <p:nvSpPr>
          <p:cNvPr id="10353" name="Text Box 113"/>
          <p:cNvSpPr txBox="1">
            <a:spLocks noChangeArrowheads="1"/>
          </p:cNvSpPr>
          <p:nvPr/>
        </p:nvSpPr>
        <p:spPr bwMode="auto">
          <a:xfrm>
            <a:off x="3311525" y="5127625"/>
            <a:ext cx="50403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 i="1"/>
              <a:t>Пример 3. </a:t>
            </a:r>
            <a:r>
              <a:rPr lang="ru-RU"/>
              <a:t>К тексту применен эффект выделения – «Перекрашивание».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Движение секундной стрелки.</a:t>
            </a:r>
          </a:p>
        </p:txBody>
      </p:sp>
      <p:sp>
        <p:nvSpPr>
          <p:cNvPr id="161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A6B20-8B8C-4E8B-B4F7-80262B2DBC65}" type="slidenum">
              <a:rPr lang="ru-RU"/>
              <a:pPr/>
              <a:t>4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3024188" y="1733550"/>
            <a:ext cx="3051175" cy="3135313"/>
            <a:chOff x="3024188" y="1733550"/>
            <a:chExt cx="3051175" cy="3135313"/>
          </a:xfrm>
        </p:grpSpPr>
        <p:grpSp>
          <p:nvGrpSpPr>
            <p:cNvPr id="6813" name="Group 669"/>
            <p:cNvGrpSpPr>
              <a:grpSpLocks/>
            </p:cNvGrpSpPr>
            <p:nvPr/>
          </p:nvGrpSpPr>
          <p:grpSpPr bwMode="auto">
            <a:xfrm>
              <a:off x="3024188" y="1733550"/>
              <a:ext cx="3051175" cy="3135313"/>
              <a:chOff x="612" y="1616"/>
              <a:chExt cx="1922" cy="1975"/>
            </a:xfrm>
          </p:grpSpPr>
          <p:grpSp>
            <p:nvGrpSpPr>
              <p:cNvPr id="6231" name="Group 87"/>
              <p:cNvGrpSpPr>
                <a:grpSpLocks/>
              </p:cNvGrpSpPr>
              <p:nvPr/>
            </p:nvGrpSpPr>
            <p:grpSpPr bwMode="auto">
              <a:xfrm>
                <a:off x="612" y="1616"/>
                <a:ext cx="1922" cy="1975"/>
                <a:chOff x="1916" y="1178"/>
                <a:chExt cx="1922" cy="1975"/>
              </a:xfrm>
            </p:grpSpPr>
            <p:grpSp>
              <p:nvGrpSpPr>
                <p:cNvPr id="6232" name="Group 88"/>
                <p:cNvGrpSpPr>
                  <a:grpSpLocks/>
                </p:cNvGrpSpPr>
                <p:nvPr/>
              </p:nvGrpSpPr>
              <p:grpSpPr bwMode="auto">
                <a:xfrm>
                  <a:off x="1916" y="1273"/>
                  <a:ext cx="1879" cy="1880"/>
                  <a:chOff x="1916" y="1273"/>
                  <a:chExt cx="1879" cy="1880"/>
                </a:xfrm>
              </p:grpSpPr>
              <p:sp>
                <p:nvSpPr>
                  <p:cNvPr id="6233" name="Freeform 89"/>
                  <p:cNvSpPr>
                    <a:spLocks/>
                  </p:cNvSpPr>
                  <p:nvPr/>
                </p:nvSpPr>
                <p:spPr bwMode="auto">
                  <a:xfrm>
                    <a:off x="2103" y="1460"/>
                    <a:ext cx="1505" cy="1506"/>
                  </a:xfrm>
                  <a:custGeom>
                    <a:avLst/>
                    <a:gdLst/>
                    <a:ahLst/>
                    <a:cxnLst>
                      <a:cxn ang="0">
                        <a:pos x="418" y="0"/>
                      </a:cxn>
                      <a:cxn ang="0">
                        <a:pos x="1087" y="0"/>
                      </a:cxn>
                      <a:cxn ang="0">
                        <a:pos x="1505" y="419"/>
                      </a:cxn>
                      <a:cxn ang="0">
                        <a:pos x="1505" y="1087"/>
                      </a:cxn>
                      <a:cxn ang="0">
                        <a:pos x="1087" y="1506"/>
                      </a:cxn>
                      <a:cxn ang="0">
                        <a:pos x="418" y="1506"/>
                      </a:cxn>
                      <a:cxn ang="0">
                        <a:pos x="0" y="1087"/>
                      </a:cxn>
                      <a:cxn ang="0">
                        <a:pos x="0" y="419"/>
                      </a:cxn>
                      <a:cxn ang="0">
                        <a:pos x="418" y="0"/>
                      </a:cxn>
                    </a:cxnLst>
                    <a:rect l="0" t="0" r="r" b="b"/>
                    <a:pathLst>
                      <a:path w="1505" h="1506">
                        <a:moveTo>
                          <a:pt x="418" y="0"/>
                        </a:moveTo>
                        <a:lnTo>
                          <a:pt x="1087" y="0"/>
                        </a:lnTo>
                        <a:lnTo>
                          <a:pt x="1505" y="419"/>
                        </a:lnTo>
                        <a:lnTo>
                          <a:pt x="1505" y="1087"/>
                        </a:lnTo>
                        <a:lnTo>
                          <a:pt x="1087" y="1506"/>
                        </a:lnTo>
                        <a:lnTo>
                          <a:pt x="418" y="1506"/>
                        </a:lnTo>
                        <a:lnTo>
                          <a:pt x="0" y="1087"/>
                        </a:lnTo>
                        <a:lnTo>
                          <a:pt x="0" y="419"/>
                        </a:lnTo>
                        <a:lnTo>
                          <a:pt x="418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4" name="Freeform 90"/>
                  <p:cNvSpPr>
                    <a:spLocks/>
                  </p:cNvSpPr>
                  <p:nvPr/>
                </p:nvSpPr>
                <p:spPr bwMode="auto">
                  <a:xfrm>
                    <a:off x="1916" y="1273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522" y="0"/>
                      </a:cxn>
                      <a:cxn ang="0">
                        <a:pos x="609" y="191"/>
                      </a:cxn>
                      <a:cxn ang="0">
                        <a:pos x="191" y="609"/>
                      </a:cxn>
                      <a:cxn ang="0">
                        <a:pos x="0" y="523"/>
                      </a:cxn>
                      <a:cxn ang="0">
                        <a:pos x="522" y="0"/>
                      </a:cxn>
                    </a:cxnLst>
                    <a:rect l="0" t="0" r="r" b="b"/>
                    <a:pathLst>
                      <a:path w="609" h="609">
                        <a:moveTo>
                          <a:pt x="522" y="0"/>
                        </a:moveTo>
                        <a:lnTo>
                          <a:pt x="609" y="191"/>
                        </a:lnTo>
                        <a:lnTo>
                          <a:pt x="191" y="609"/>
                        </a:lnTo>
                        <a:lnTo>
                          <a:pt x="0" y="523"/>
                        </a:lnTo>
                        <a:lnTo>
                          <a:pt x="522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5" name="Freeform 91"/>
                  <p:cNvSpPr>
                    <a:spLocks/>
                  </p:cNvSpPr>
                  <p:nvPr/>
                </p:nvSpPr>
                <p:spPr bwMode="auto">
                  <a:xfrm>
                    <a:off x="2438" y="1273"/>
                    <a:ext cx="834" cy="19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87" y="191"/>
                      </a:cxn>
                      <a:cxn ang="0">
                        <a:pos x="748" y="191"/>
                      </a:cxn>
                      <a:cxn ang="0">
                        <a:pos x="834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834" h="191">
                        <a:moveTo>
                          <a:pt x="0" y="0"/>
                        </a:moveTo>
                        <a:lnTo>
                          <a:pt x="87" y="191"/>
                        </a:lnTo>
                        <a:lnTo>
                          <a:pt x="748" y="191"/>
                        </a:lnTo>
                        <a:lnTo>
                          <a:pt x="83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6" name="Freeform 92"/>
                  <p:cNvSpPr>
                    <a:spLocks/>
                  </p:cNvSpPr>
                  <p:nvPr/>
                </p:nvSpPr>
                <p:spPr bwMode="auto">
                  <a:xfrm>
                    <a:off x="3186" y="1273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86" y="0"/>
                      </a:cxn>
                      <a:cxn ang="0">
                        <a:pos x="0" y="191"/>
                      </a:cxn>
                      <a:cxn ang="0">
                        <a:pos x="418" y="609"/>
                      </a:cxn>
                      <a:cxn ang="0">
                        <a:pos x="609" y="523"/>
                      </a:cxn>
                      <a:cxn ang="0">
                        <a:pos x="86" y="0"/>
                      </a:cxn>
                    </a:cxnLst>
                    <a:rect l="0" t="0" r="r" b="b"/>
                    <a:pathLst>
                      <a:path w="609" h="609">
                        <a:moveTo>
                          <a:pt x="86" y="0"/>
                        </a:moveTo>
                        <a:lnTo>
                          <a:pt x="0" y="191"/>
                        </a:lnTo>
                        <a:lnTo>
                          <a:pt x="418" y="609"/>
                        </a:lnTo>
                        <a:lnTo>
                          <a:pt x="609" y="523"/>
                        </a:lnTo>
                        <a:lnTo>
                          <a:pt x="86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7" name="Freeform 93"/>
                  <p:cNvSpPr>
                    <a:spLocks/>
                  </p:cNvSpPr>
                  <p:nvPr/>
                </p:nvSpPr>
                <p:spPr bwMode="auto">
                  <a:xfrm>
                    <a:off x="1916" y="2543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522" y="610"/>
                      </a:cxn>
                      <a:cxn ang="0">
                        <a:pos x="609" y="418"/>
                      </a:cxn>
                      <a:cxn ang="0">
                        <a:pos x="191" y="0"/>
                      </a:cxn>
                      <a:cxn ang="0">
                        <a:pos x="0" y="87"/>
                      </a:cxn>
                      <a:cxn ang="0">
                        <a:pos x="522" y="610"/>
                      </a:cxn>
                    </a:cxnLst>
                    <a:rect l="0" t="0" r="r" b="b"/>
                    <a:pathLst>
                      <a:path w="609" h="610">
                        <a:moveTo>
                          <a:pt x="522" y="610"/>
                        </a:moveTo>
                        <a:lnTo>
                          <a:pt x="609" y="418"/>
                        </a:lnTo>
                        <a:lnTo>
                          <a:pt x="191" y="0"/>
                        </a:lnTo>
                        <a:lnTo>
                          <a:pt x="0" y="87"/>
                        </a:lnTo>
                        <a:lnTo>
                          <a:pt x="522" y="61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8" name="Freeform 94"/>
                  <p:cNvSpPr>
                    <a:spLocks/>
                  </p:cNvSpPr>
                  <p:nvPr/>
                </p:nvSpPr>
                <p:spPr bwMode="auto">
                  <a:xfrm>
                    <a:off x="2438" y="2961"/>
                    <a:ext cx="834" cy="192"/>
                  </a:xfrm>
                  <a:custGeom>
                    <a:avLst/>
                    <a:gdLst/>
                    <a:ahLst/>
                    <a:cxnLst>
                      <a:cxn ang="0">
                        <a:pos x="0" y="192"/>
                      </a:cxn>
                      <a:cxn ang="0">
                        <a:pos x="87" y="0"/>
                      </a:cxn>
                      <a:cxn ang="0">
                        <a:pos x="748" y="0"/>
                      </a:cxn>
                      <a:cxn ang="0">
                        <a:pos x="834" y="192"/>
                      </a:cxn>
                      <a:cxn ang="0">
                        <a:pos x="0" y="192"/>
                      </a:cxn>
                    </a:cxnLst>
                    <a:rect l="0" t="0" r="r" b="b"/>
                    <a:pathLst>
                      <a:path w="834" h="192">
                        <a:moveTo>
                          <a:pt x="0" y="192"/>
                        </a:moveTo>
                        <a:lnTo>
                          <a:pt x="87" y="0"/>
                        </a:lnTo>
                        <a:lnTo>
                          <a:pt x="748" y="0"/>
                        </a:lnTo>
                        <a:lnTo>
                          <a:pt x="834" y="192"/>
                        </a:lnTo>
                        <a:lnTo>
                          <a:pt x="0" y="192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39" name="Freeform 95"/>
                  <p:cNvSpPr>
                    <a:spLocks/>
                  </p:cNvSpPr>
                  <p:nvPr/>
                </p:nvSpPr>
                <p:spPr bwMode="auto">
                  <a:xfrm>
                    <a:off x="3186" y="2543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86" y="610"/>
                      </a:cxn>
                      <a:cxn ang="0">
                        <a:pos x="0" y="418"/>
                      </a:cxn>
                      <a:cxn ang="0">
                        <a:pos x="418" y="0"/>
                      </a:cxn>
                      <a:cxn ang="0">
                        <a:pos x="609" y="87"/>
                      </a:cxn>
                      <a:cxn ang="0">
                        <a:pos x="86" y="610"/>
                      </a:cxn>
                    </a:cxnLst>
                    <a:rect l="0" t="0" r="r" b="b"/>
                    <a:pathLst>
                      <a:path w="609" h="610">
                        <a:moveTo>
                          <a:pt x="86" y="610"/>
                        </a:moveTo>
                        <a:lnTo>
                          <a:pt x="0" y="418"/>
                        </a:lnTo>
                        <a:lnTo>
                          <a:pt x="418" y="0"/>
                        </a:lnTo>
                        <a:lnTo>
                          <a:pt x="609" y="87"/>
                        </a:lnTo>
                        <a:lnTo>
                          <a:pt x="86" y="61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0" name="Freeform 96"/>
                  <p:cNvSpPr>
                    <a:spLocks/>
                  </p:cNvSpPr>
                  <p:nvPr/>
                </p:nvSpPr>
                <p:spPr bwMode="auto">
                  <a:xfrm>
                    <a:off x="1916" y="1796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834"/>
                      </a:cxn>
                      <a:cxn ang="0">
                        <a:pos x="191" y="747"/>
                      </a:cxn>
                      <a:cxn ang="0">
                        <a:pos x="191" y="86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91" h="834">
                        <a:moveTo>
                          <a:pt x="0" y="0"/>
                        </a:moveTo>
                        <a:lnTo>
                          <a:pt x="0" y="834"/>
                        </a:lnTo>
                        <a:lnTo>
                          <a:pt x="191" y="747"/>
                        </a:lnTo>
                        <a:lnTo>
                          <a:pt x="191" y="8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1" name="Freeform 97"/>
                  <p:cNvSpPr>
                    <a:spLocks/>
                  </p:cNvSpPr>
                  <p:nvPr/>
                </p:nvSpPr>
                <p:spPr bwMode="auto">
                  <a:xfrm>
                    <a:off x="3604" y="1796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191" y="0"/>
                      </a:cxn>
                      <a:cxn ang="0">
                        <a:pos x="191" y="834"/>
                      </a:cxn>
                      <a:cxn ang="0">
                        <a:pos x="0" y="747"/>
                      </a:cxn>
                      <a:cxn ang="0">
                        <a:pos x="0" y="86"/>
                      </a:cxn>
                      <a:cxn ang="0">
                        <a:pos x="191" y="0"/>
                      </a:cxn>
                    </a:cxnLst>
                    <a:rect l="0" t="0" r="r" b="b"/>
                    <a:pathLst>
                      <a:path w="191" h="834">
                        <a:moveTo>
                          <a:pt x="191" y="0"/>
                        </a:moveTo>
                        <a:lnTo>
                          <a:pt x="191" y="834"/>
                        </a:lnTo>
                        <a:lnTo>
                          <a:pt x="0" y="747"/>
                        </a:lnTo>
                        <a:lnTo>
                          <a:pt x="0" y="8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6242" name="Group 98"/>
                <p:cNvGrpSpPr>
                  <a:grpSpLocks/>
                </p:cNvGrpSpPr>
                <p:nvPr/>
              </p:nvGrpSpPr>
              <p:grpSpPr bwMode="auto">
                <a:xfrm>
                  <a:off x="1959" y="1178"/>
                  <a:ext cx="1879" cy="1879"/>
                  <a:chOff x="1959" y="1178"/>
                  <a:chExt cx="1879" cy="1879"/>
                </a:xfrm>
              </p:grpSpPr>
              <p:sp>
                <p:nvSpPr>
                  <p:cNvPr id="6243" name="Freeform 99"/>
                  <p:cNvSpPr>
                    <a:spLocks/>
                  </p:cNvSpPr>
                  <p:nvPr/>
                </p:nvSpPr>
                <p:spPr bwMode="auto">
                  <a:xfrm>
                    <a:off x="1959" y="1178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522" y="0"/>
                      </a:cxn>
                      <a:cxn ang="0">
                        <a:pos x="609" y="191"/>
                      </a:cxn>
                      <a:cxn ang="0">
                        <a:pos x="191" y="609"/>
                      </a:cxn>
                      <a:cxn ang="0">
                        <a:pos x="0" y="522"/>
                      </a:cxn>
                      <a:cxn ang="0">
                        <a:pos x="522" y="0"/>
                      </a:cxn>
                    </a:cxnLst>
                    <a:rect l="0" t="0" r="r" b="b"/>
                    <a:pathLst>
                      <a:path w="609" h="609">
                        <a:moveTo>
                          <a:pt x="522" y="0"/>
                        </a:moveTo>
                        <a:lnTo>
                          <a:pt x="609" y="191"/>
                        </a:lnTo>
                        <a:lnTo>
                          <a:pt x="191" y="609"/>
                        </a:lnTo>
                        <a:lnTo>
                          <a:pt x="0" y="522"/>
                        </a:lnTo>
                        <a:lnTo>
                          <a:pt x="522" y="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4" name="Freeform 100"/>
                  <p:cNvSpPr>
                    <a:spLocks/>
                  </p:cNvSpPr>
                  <p:nvPr/>
                </p:nvSpPr>
                <p:spPr bwMode="auto">
                  <a:xfrm>
                    <a:off x="2481" y="1178"/>
                    <a:ext cx="835" cy="19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87" y="191"/>
                      </a:cxn>
                      <a:cxn ang="0">
                        <a:pos x="748" y="191"/>
                      </a:cxn>
                      <a:cxn ang="0">
                        <a:pos x="835" y="0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835" h="191">
                        <a:moveTo>
                          <a:pt x="0" y="0"/>
                        </a:moveTo>
                        <a:lnTo>
                          <a:pt x="87" y="191"/>
                        </a:lnTo>
                        <a:lnTo>
                          <a:pt x="748" y="191"/>
                        </a:lnTo>
                        <a:lnTo>
                          <a:pt x="83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F5F3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5" name="Freeform 101"/>
                  <p:cNvSpPr>
                    <a:spLocks/>
                  </p:cNvSpPr>
                  <p:nvPr/>
                </p:nvSpPr>
                <p:spPr bwMode="auto">
                  <a:xfrm>
                    <a:off x="3229" y="1178"/>
                    <a:ext cx="609" cy="609"/>
                  </a:xfrm>
                  <a:custGeom>
                    <a:avLst/>
                    <a:gdLst/>
                    <a:ahLst/>
                    <a:cxnLst>
                      <a:cxn ang="0">
                        <a:pos x="87" y="0"/>
                      </a:cxn>
                      <a:cxn ang="0">
                        <a:pos x="0" y="191"/>
                      </a:cxn>
                      <a:cxn ang="0">
                        <a:pos x="418" y="609"/>
                      </a:cxn>
                      <a:cxn ang="0">
                        <a:pos x="609" y="522"/>
                      </a:cxn>
                      <a:cxn ang="0">
                        <a:pos x="87" y="0"/>
                      </a:cxn>
                    </a:cxnLst>
                    <a:rect l="0" t="0" r="r" b="b"/>
                    <a:pathLst>
                      <a:path w="609" h="609">
                        <a:moveTo>
                          <a:pt x="87" y="0"/>
                        </a:moveTo>
                        <a:lnTo>
                          <a:pt x="0" y="191"/>
                        </a:lnTo>
                        <a:lnTo>
                          <a:pt x="418" y="609"/>
                        </a:lnTo>
                        <a:lnTo>
                          <a:pt x="609" y="522"/>
                        </a:lnTo>
                        <a:lnTo>
                          <a:pt x="87" y="0"/>
                        </a:lnTo>
                        <a:close/>
                      </a:path>
                    </a:pathLst>
                  </a:custGeom>
                  <a:solidFill>
                    <a:srgbClr val="9F7F5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6" name="Freeform 102"/>
                  <p:cNvSpPr>
                    <a:spLocks/>
                  </p:cNvSpPr>
                  <p:nvPr/>
                </p:nvSpPr>
                <p:spPr bwMode="auto">
                  <a:xfrm>
                    <a:off x="1959" y="2447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522" y="610"/>
                      </a:cxn>
                      <a:cxn ang="0">
                        <a:pos x="609" y="419"/>
                      </a:cxn>
                      <a:cxn ang="0">
                        <a:pos x="191" y="0"/>
                      </a:cxn>
                      <a:cxn ang="0">
                        <a:pos x="0" y="87"/>
                      </a:cxn>
                      <a:cxn ang="0">
                        <a:pos x="522" y="610"/>
                      </a:cxn>
                    </a:cxnLst>
                    <a:rect l="0" t="0" r="r" b="b"/>
                    <a:pathLst>
                      <a:path w="609" h="610">
                        <a:moveTo>
                          <a:pt x="522" y="610"/>
                        </a:moveTo>
                        <a:lnTo>
                          <a:pt x="609" y="419"/>
                        </a:lnTo>
                        <a:lnTo>
                          <a:pt x="191" y="0"/>
                        </a:lnTo>
                        <a:lnTo>
                          <a:pt x="0" y="87"/>
                        </a:lnTo>
                        <a:lnTo>
                          <a:pt x="522" y="610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7" name="Freeform 103"/>
                  <p:cNvSpPr>
                    <a:spLocks/>
                  </p:cNvSpPr>
                  <p:nvPr/>
                </p:nvSpPr>
                <p:spPr bwMode="auto">
                  <a:xfrm>
                    <a:off x="2481" y="2866"/>
                    <a:ext cx="835" cy="191"/>
                  </a:xfrm>
                  <a:custGeom>
                    <a:avLst/>
                    <a:gdLst/>
                    <a:ahLst/>
                    <a:cxnLst>
                      <a:cxn ang="0">
                        <a:pos x="0" y="191"/>
                      </a:cxn>
                      <a:cxn ang="0">
                        <a:pos x="87" y="0"/>
                      </a:cxn>
                      <a:cxn ang="0">
                        <a:pos x="748" y="0"/>
                      </a:cxn>
                      <a:cxn ang="0">
                        <a:pos x="835" y="191"/>
                      </a:cxn>
                      <a:cxn ang="0">
                        <a:pos x="0" y="191"/>
                      </a:cxn>
                    </a:cxnLst>
                    <a:rect l="0" t="0" r="r" b="b"/>
                    <a:pathLst>
                      <a:path w="835" h="191">
                        <a:moveTo>
                          <a:pt x="0" y="191"/>
                        </a:moveTo>
                        <a:lnTo>
                          <a:pt x="87" y="0"/>
                        </a:lnTo>
                        <a:lnTo>
                          <a:pt x="748" y="0"/>
                        </a:lnTo>
                        <a:lnTo>
                          <a:pt x="835" y="191"/>
                        </a:lnTo>
                        <a:lnTo>
                          <a:pt x="0" y="1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8" name="Freeform 104"/>
                  <p:cNvSpPr>
                    <a:spLocks/>
                  </p:cNvSpPr>
                  <p:nvPr/>
                </p:nvSpPr>
                <p:spPr bwMode="auto">
                  <a:xfrm>
                    <a:off x="3229" y="2447"/>
                    <a:ext cx="609" cy="610"/>
                  </a:xfrm>
                  <a:custGeom>
                    <a:avLst/>
                    <a:gdLst/>
                    <a:ahLst/>
                    <a:cxnLst>
                      <a:cxn ang="0">
                        <a:pos x="87" y="610"/>
                      </a:cxn>
                      <a:cxn ang="0">
                        <a:pos x="0" y="419"/>
                      </a:cxn>
                      <a:cxn ang="0">
                        <a:pos x="418" y="0"/>
                      </a:cxn>
                      <a:cxn ang="0">
                        <a:pos x="609" y="87"/>
                      </a:cxn>
                      <a:cxn ang="0">
                        <a:pos x="87" y="610"/>
                      </a:cxn>
                    </a:cxnLst>
                    <a:rect l="0" t="0" r="r" b="b"/>
                    <a:pathLst>
                      <a:path w="609" h="610">
                        <a:moveTo>
                          <a:pt x="87" y="610"/>
                        </a:moveTo>
                        <a:lnTo>
                          <a:pt x="0" y="419"/>
                        </a:lnTo>
                        <a:lnTo>
                          <a:pt x="418" y="0"/>
                        </a:lnTo>
                        <a:lnTo>
                          <a:pt x="609" y="87"/>
                        </a:lnTo>
                        <a:lnTo>
                          <a:pt x="87" y="61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49" name="Freeform 105"/>
                  <p:cNvSpPr>
                    <a:spLocks/>
                  </p:cNvSpPr>
                  <p:nvPr/>
                </p:nvSpPr>
                <p:spPr bwMode="auto">
                  <a:xfrm>
                    <a:off x="1959" y="1700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834"/>
                      </a:cxn>
                      <a:cxn ang="0">
                        <a:pos x="191" y="747"/>
                      </a:cxn>
                      <a:cxn ang="0">
                        <a:pos x="191" y="8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91" h="834">
                        <a:moveTo>
                          <a:pt x="0" y="0"/>
                        </a:moveTo>
                        <a:lnTo>
                          <a:pt x="0" y="834"/>
                        </a:lnTo>
                        <a:lnTo>
                          <a:pt x="191" y="747"/>
                        </a:lnTo>
                        <a:lnTo>
                          <a:pt x="191" y="8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50" name="Freeform 106"/>
                  <p:cNvSpPr>
                    <a:spLocks/>
                  </p:cNvSpPr>
                  <p:nvPr/>
                </p:nvSpPr>
                <p:spPr bwMode="auto">
                  <a:xfrm>
                    <a:off x="3647" y="1700"/>
                    <a:ext cx="191" cy="834"/>
                  </a:xfrm>
                  <a:custGeom>
                    <a:avLst/>
                    <a:gdLst/>
                    <a:ahLst/>
                    <a:cxnLst>
                      <a:cxn ang="0">
                        <a:pos x="191" y="0"/>
                      </a:cxn>
                      <a:cxn ang="0">
                        <a:pos x="191" y="834"/>
                      </a:cxn>
                      <a:cxn ang="0">
                        <a:pos x="0" y="747"/>
                      </a:cxn>
                      <a:cxn ang="0">
                        <a:pos x="0" y="87"/>
                      </a:cxn>
                      <a:cxn ang="0">
                        <a:pos x="191" y="0"/>
                      </a:cxn>
                    </a:cxnLst>
                    <a:rect l="0" t="0" r="r" b="b"/>
                    <a:pathLst>
                      <a:path w="191" h="834">
                        <a:moveTo>
                          <a:pt x="191" y="0"/>
                        </a:moveTo>
                        <a:lnTo>
                          <a:pt x="191" y="834"/>
                        </a:lnTo>
                        <a:lnTo>
                          <a:pt x="0" y="747"/>
                        </a:lnTo>
                        <a:lnTo>
                          <a:pt x="0" y="87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solidFill>
                    <a:srgbClr val="7F5F3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6251" name="Freeform 107"/>
                <p:cNvSpPr>
                  <a:spLocks/>
                </p:cNvSpPr>
                <p:nvPr/>
              </p:nvSpPr>
              <p:spPr bwMode="auto">
                <a:xfrm>
                  <a:off x="2146" y="1365"/>
                  <a:ext cx="1506" cy="1505"/>
                </a:xfrm>
                <a:custGeom>
                  <a:avLst/>
                  <a:gdLst/>
                  <a:ahLst/>
                  <a:cxnLst>
                    <a:cxn ang="0">
                      <a:pos x="419" y="0"/>
                    </a:cxn>
                    <a:cxn ang="0">
                      <a:pos x="1087" y="0"/>
                    </a:cxn>
                    <a:cxn ang="0">
                      <a:pos x="1506" y="418"/>
                    </a:cxn>
                    <a:cxn ang="0">
                      <a:pos x="1506" y="1086"/>
                    </a:cxn>
                    <a:cxn ang="0">
                      <a:pos x="1087" y="1505"/>
                    </a:cxn>
                    <a:cxn ang="0">
                      <a:pos x="419" y="1505"/>
                    </a:cxn>
                    <a:cxn ang="0">
                      <a:pos x="0" y="1086"/>
                    </a:cxn>
                    <a:cxn ang="0">
                      <a:pos x="0" y="418"/>
                    </a:cxn>
                    <a:cxn ang="0">
                      <a:pos x="419" y="0"/>
                    </a:cxn>
                  </a:cxnLst>
                  <a:rect l="0" t="0" r="r" b="b"/>
                  <a:pathLst>
                    <a:path w="1506" h="1505">
                      <a:moveTo>
                        <a:pt x="419" y="0"/>
                      </a:moveTo>
                      <a:lnTo>
                        <a:pt x="1087" y="0"/>
                      </a:lnTo>
                      <a:lnTo>
                        <a:pt x="1506" y="418"/>
                      </a:lnTo>
                      <a:lnTo>
                        <a:pt x="1506" y="1086"/>
                      </a:lnTo>
                      <a:lnTo>
                        <a:pt x="1087" y="1505"/>
                      </a:lnTo>
                      <a:lnTo>
                        <a:pt x="419" y="1505"/>
                      </a:lnTo>
                      <a:lnTo>
                        <a:pt x="0" y="1086"/>
                      </a:lnTo>
                      <a:lnTo>
                        <a:pt x="0" y="418"/>
                      </a:lnTo>
                      <a:lnTo>
                        <a:pt x="419" y="0"/>
                      </a:lnTo>
                      <a:close/>
                    </a:path>
                  </a:pathLst>
                </a:custGeom>
                <a:solidFill>
                  <a:srgbClr val="DFDFD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2" name="Freeform 108"/>
                <p:cNvSpPr>
                  <a:spLocks/>
                </p:cNvSpPr>
                <p:nvPr/>
              </p:nvSpPr>
              <p:spPr bwMode="auto">
                <a:xfrm>
                  <a:off x="2174" y="1393"/>
                  <a:ext cx="1449" cy="1448"/>
                </a:xfrm>
                <a:custGeom>
                  <a:avLst/>
                  <a:gdLst/>
                  <a:ahLst/>
                  <a:cxnLst>
                    <a:cxn ang="0">
                      <a:pos x="403" y="0"/>
                    </a:cxn>
                    <a:cxn ang="0">
                      <a:pos x="1046" y="0"/>
                    </a:cxn>
                    <a:cxn ang="0">
                      <a:pos x="1449" y="403"/>
                    </a:cxn>
                    <a:cxn ang="0">
                      <a:pos x="1449" y="1046"/>
                    </a:cxn>
                    <a:cxn ang="0">
                      <a:pos x="1046" y="1448"/>
                    </a:cxn>
                    <a:cxn ang="0">
                      <a:pos x="403" y="1448"/>
                    </a:cxn>
                    <a:cxn ang="0">
                      <a:pos x="0" y="1046"/>
                    </a:cxn>
                    <a:cxn ang="0">
                      <a:pos x="0" y="403"/>
                    </a:cxn>
                    <a:cxn ang="0">
                      <a:pos x="403" y="0"/>
                    </a:cxn>
                  </a:cxnLst>
                  <a:rect l="0" t="0" r="r" b="b"/>
                  <a:pathLst>
                    <a:path w="1449" h="1448">
                      <a:moveTo>
                        <a:pt x="403" y="0"/>
                      </a:moveTo>
                      <a:lnTo>
                        <a:pt x="1046" y="0"/>
                      </a:lnTo>
                      <a:lnTo>
                        <a:pt x="1449" y="403"/>
                      </a:lnTo>
                      <a:lnTo>
                        <a:pt x="1449" y="1046"/>
                      </a:lnTo>
                      <a:lnTo>
                        <a:pt x="1046" y="1448"/>
                      </a:lnTo>
                      <a:lnTo>
                        <a:pt x="403" y="1448"/>
                      </a:lnTo>
                      <a:lnTo>
                        <a:pt x="0" y="1046"/>
                      </a:lnTo>
                      <a:lnTo>
                        <a:pt x="0" y="403"/>
                      </a:lnTo>
                      <a:lnTo>
                        <a:pt x="403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3" name="Freeform 109"/>
                <p:cNvSpPr>
                  <a:spLocks/>
                </p:cNvSpPr>
                <p:nvPr/>
              </p:nvSpPr>
              <p:spPr bwMode="auto">
                <a:xfrm>
                  <a:off x="2204" y="1423"/>
                  <a:ext cx="1389" cy="1389"/>
                </a:xfrm>
                <a:custGeom>
                  <a:avLst/>
                  <a:gdLst/>
                  <a:ahLst/>
                  <a:cxnLst>
                    <a:cxn ang="0">
                      <a:pos x="386" y="0"/>
                    </a:cxn>
                    <a:cxn ang="0">
                      <a:pos x="1003" y="0"/>
                    </a:cxn>
                    <a:cxn ang="0">
                      <a:pos x="1389" y="386"/>
                    </a:cxn>
                    <a:cxn ang="0">
                      <a:pos x="1389" y="1003"/>
                    </a:cxn>
                    <a:cxn ang="0">
                      <a:pos x="1003" y="1389"/>
                    </a:cxn>
                    <a:cxn ang="0">
                      <a:pos x="386" y="1389"/>
                    </a:cxn>
                    <a:cxn ang="0">
                      <a:pos x="0" y="1003"/>
                    </a:cxn>
                    <a:cxn ang="0">
                      <a:pos x="0" y="386"/>
                    </a:cxn>
                    <a:cxn ang="0">
                      <a:pos x="386" y="0"/>
                    </a:cxn>
                  </a:cxnLst>
                  <a:rect l="0" t="0" r="r" b="b"/>
                  <a:pathLst>
                    <a:path w="1389" h="1389">
                      <a:moveTo>
                        <a:pt x="386" y="0"/>
                      </a:moveTo>
                      <a:lnTo>
                        <a:pt x="1003" y="0"/>
                      </a:lnTo>
                      <a:lnTo>
                        <a:pt x="1389" y="386"/>
                      </a:lnTo>
                      <a:lnTo>
                        <a:pt x="1389" y="1003"/>
                      </a:lnTo>
                      <a:lnTo>
                        <a:pt x="1003" y="1389"/>
                      </a:lnTo>
                      <a:lnTo>
                        <a:pt x="386" y="1389"/>
                      </a:lnTo>
                      <a:lnTo>
                        <a:pt x="0" y="1003"/>
                      </a:lnTo>
                      <a:lnTo>
                        <a:pt x="0" y="386"/>
                      </a:lnTo>
                      <a:lnTo>
                        <a:pt x="386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4" name="Freeform 110"/>
                <p:cNvSpPr>
                  <a:spLocks/>
                </p:cNvSpPr>
                <p:nvPr/>
              </p:nvSpPr>
              <p:spPr bwMode="auto">
                <a:xfrm>
                  <a:off x="2483" y="1701"/>
                  <a:ext cx="832" cy="832"/>
                </a:xfrm>
                <a:custGeom>
                  <a:avLst/>
                  <a:gdLst/>
                  <a:ahLst/>
                  <a:cxnLst>
                    <a:cxn ang="0">
                      <a:pos x="231" y="0"/>
                    </a:cxn>
                    <a:cxn ang="0">
                      <a:pos x="601" y="0"/>
                    </a:cxn>
                    <a:cxn ang="0">
                      <a:pos x="832" y="231"/>
                    </a:cxn>
                    <a:cxn ang="0">
                      <a:pos x="832" y="601"/>
                    </a:cxn>
                    <a:cxn ang="0">
                      <a:pos x="601" y="832"/>
                    </a:cxn>
                    <a:cxn ang="0">
                      <a:pos x="231" y="832"/>
                    </a:cxn>
                    <a:cxn ang="0">
                      <a:pos x="0" y="601"/>
                    </a:cxn>
                    <a:cxn ang="0">
                      <a:pos x="0" y="231"/>
                    </a:cxn>
                    <a:cxn ang="0">
                      <a:pos x="231" y="0"/>
                    </a:cxn>
                  </a:cxnLst>
                  <a:rect l="0" t="0" r="r" b="b"/>
                  <a:pathLst>
                    <a:path w="832" h="832">
                      <a:moveTo>
                        <a:pt x="231" y="0"/>
                      </a:moveTo>
                      <a:lnTo>
                        <a:pt x="601" y="0"/>
                      </a:lnTo>
                      <a:lnTo>
                        <a:pt x="832" y="231"/>
                      </a:lnTo>
                      <a:lnTo>
                        <a:pt x="832" y="601"/>
                      </a:lnTo>
                      <a:lnTo>
                        <a:pt x="601" y="832"/>
                      </a:lnTo>
                      <a:lnTo>
                        <a:pt x="231" y="832"/>
                      </a:lnTo>
                      <a:lnTo>
                        <a:pt x="0" y="601"/>
                      </a:lnTo>
                      <a:lnTo>
                        <a:pt x="0" y="231"/>
                      </a:lnTo>
                      <a:lnTo>
                        <a:pt x="231" y="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5" name="Oval 111"/>
                <p:cNvSpPr>
                  <a:spLocks noChangeArrowheads="1"/>
                </p:cNvSpPr>
                <p:nvPr/>
              </p:nvSpPr>
              <p:spPr bwMode="auto">
                <a:xfrm>
                  <a:off x="2855" y="2076"/>
                  <a:ext cx="87" cy="84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256" name="Oval 112"/>
                <p:cNvSpPr>
                  <a:spLocks noChangeArrowheads="1"/>
                </p:cNvSpPr>
                <p:nvPr/>
              </p:nvSpPr>
              <p:spPr bwMode="auto">
                <a:xfrm>
                  <a:off x="2867" y="2086"/>
                  <a:ext cx="63" cy="61"/>
                </a:xfrm>
                <a:prstGeom prst="ellipse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grpSp>
              <p:nvGrpSpPr>
                <p:cNvPr id="6257" name="Group 113"/>
                <p:cNvGrpSpPr>
                  <a:grpSpLocks/>
                </p:cNvGrpSpPr>
                <p:nvPr/>
              </p:nvGrpSpPr>
              <p:grpSpPr bwMode="auto">
                <a:xfrm>
                  <a:off x="3211" y="1609"/>
                  <a:ext cx="87" cy="130"/>
                  <a:chOff x="3211" y="1609"/>
                  <a:chExt cx="87" cy="130"/>
                </a:xfrm>
              </p:grpSpPr>
              <p:sp>
                <p:nvSpPr>
                  <p:cNvPr id="6258" name="Oval 114"/>
                  <p:cNvSpPr>
                    <a:spLocks noChangeArrowheads="1"/>
                  </p:cNvSpPr>
                  <p:nvPr/>
                </p:nvSpPr>
                <p:spPr bwMode="auto">
                  <a:xfrm>
                    <a:off x="3220" y="1609"/>
                    <a:ext cx="78" cy="85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6259" name="Oval 115"/>
                  <p:cNvSpPr>
                    <a:spLocks noChangeArrowheads="1"/>
                  </p:cNvSpPr>
                  <p:nvPr/>
                </p:nvSpPr>
                <p:spPr bwMode="auto">
                  <a:xfrm>
                    <a:off x="3211" y="1685"/>
                    <a:ext cx="48" cy="5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grpSp>
              <p:nvGrpSpPr>
                <p:cNvPr id="6260" name="Group 116"/>
                <p:cNvGrpSpPr>
                  <a:grpSpLocks/>
                </p:cNvGrpSpPr>
                <p:nvPr/>
              </p:nvGrpSpPr>
              <p:grpSpPr bwMode="auto">
                <a:xfrm>
                  <a:off x="2252" y="1475"/>
                  <a:ext cx="1295" cy="1292"/>
                  <a:chOff x="2252" y="1475"/>
                  <a:chExt cx="1295" cy="1292"/>
                </a:xfrm>
              </p:grpSpPr>
              <p:grpSp>
                <p:nvGrpSpPr>
                  <p:cNvPr id="6261" name="Group 117"/>
                  <p:cNvGrpSpPr>
                    <a:grpSpLocks/>
                  </p:cNvGrpSpPr>
                  <p:nvPr/>
                </p:nvGrpSpPr>
                <p:grpSpPr bwMode="auto">
                  <a:xfrm>
                    <a:off x="2820" y="1475"/>
                    <a:ext cx="157" cy="168"/>
                    <a:chOff x="2820" y="1475"/>
                    <a:chExt cx="157" cy="168"/>
                  </a:xfrm>
                </p:grpSpPr>
                <p:sp>
                  <p:nvSpPr>
                    <p:cNvPr id="6262" name="Rectangle 1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36" y="1475"/>
                      <a:ext cx="24" cy="168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263" name="Group 11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69" y="1475"/>
                      <a:ext cx="93" cy="168"/>
                      <a:chOff x="2869" y="1475"/>
                      <a:chExt cx="93" cy="168"/>
                    </a:xfrm>
                  </p:grpSpPr>
                  <p:sp>
                    <p:nvSpPr>
                      <p:cNvPr id="6264" name="Freeform 12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870" y="1477"/>
                        <a:ext cx="92" cy="1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23" y="0"/>
                          </a:cxn>
                          <a:cxn ang="0">
                            <a:pos x="92" y="166"/>
                          </a:cxn>
                          <a:cxn ang="0">
                            <a:pos x="69" y="166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92" h="166">
                            <a:moveTo>
                              <a:pt x="0" y="0"/>
                            </a:moveTo>
                            <a:lnTo>
                              <a:pt x="23" y="0"/>
                            </a:lnTo>
                            <a:lnTo>
                              <a:pt x="92" y="166"/>
                            </a:lnTo>
                            <a:lnTo>
                              <a:pt x="69" y="16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265" name="Line 121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869" y="1475"/>
                        <a:ext cx="89" cy="165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266" name="Line 1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0" y="1475"/>
                      <a:ext cx="87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67" name="Line 1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0" y="1641"/>
                      <a:ext cx="82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68" name="Line 1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9" y="1475"/>
                      <a:ext cx="38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69" name="Line 1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2" y="1641"/>
                      <a:ext cx="45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270" name="Group 126"/>
                  <p:cNvGrpSpPr>
                    <a:grpSpLocks/>
                  </p:cNvGrpSpPr>
                  <p:nvPr/>
                </p:nvGrpSpPr>
                <p:grpSpPr bwMode="auto">
                  <a:xfrm>
                    <a:off x="2518" y="2481"/>
                    <a:ext cx="186" cy="286"/>
                    <a:chOff x="2518" y="2481"/>
                    <a:chExt cx="186" cy="286"/>
                  </a:xfrm>
                </p:grpSpPr>
                <p:sp>
                  <p:nvSpPr>
                    <p:cNvPr id="6271" name="Line 1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18" y="2655"/>
                      <a:ext cx="63" cy="63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272" name="Group 12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26" y="2481"/>
                      <a:ext cx="178" cy="286"/>
                      <a:chOff x="2526" y="2481"/>
                      <a:chExt cx="178" cy="286"/>
                    </a:xfrm>
                  </p:grpSpPr>
                  <p:grpSp>
                    <p:nvGrpSpPr>
                      <p:cNvPr id="6273" name="Group 12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75" y="2563"/>
                        <a:ext cx="129" cy="204"/>
                        <a:chOff x="2575" y="2563"/>
                        <a:chExt cx="129" cy="204"/>
                      </a:xfrm>
                    </p:grpSpPr>
                    <p:sp>
                      <p:nvSpPr>
                        <p:cNvPr id="6274" name="Line 13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99" y="2736"/>
                          <a:ext cx="31" cy="3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grpSp>
                      <p:nvGrpSpPr>
                        <p:cNvPr id="6275" name="Group 13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575" y="2563"/>
                          <a:ext cx="129" cy="199"/>
                          <a:chOff x="2575" y="2563"/>
                          <a:chExt cx="129" cy="199"/>
                        </a:xfrm>
                      </p:grpSpPr>
                      <p:sp>
                        <p:nvSpPr>
                          <p:cNvPr id="6276" name="Freeform 13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609" y="2572"/>
                            <a:ext cx="90" cy="190"/>
                          </a:xfrm>
                          <a:custGeom>
                            <a:avLst/>
                            <a:gdLst/>
                            <a:ahLst/>
                            <a:cxnLst>
                              <a:cxn ang="0">
                                <a:pos x="90" y="17"/>
                              </a:cxn>
                              <a:cxn ang="0">
                                <a:pos x="16" y="190"/>
                              </a:cxn>
                              <a:cxn ang="0">
                                <a:pos x="0" y="173"/>
                              </a:cxn>
                              <a:cxn ang="0">
                                <a:pos x="73" y="0"/>
                              </a:cxn>
                              <a:cxn ang="0">
                                <a:pos x="90" y="17"/>
                              </a:cxn>
                            </a:cxnLst>
                            <a:rect l="0" t="0" r="r" b="b"/>
                            <a:pathLst>
                              <a:path w="90" h="190">
                                <a:moveTo>
                                  <a:pt x="90" y="17"/>
                                </a:moveTo>
                                <a:lnTo>
                                  <a:pt x="16" y="190"/>
                                </a:lnTo>
                                <a:lnTo>
                                  <a:pt x="0" y="173"/>
                                </a:lnTo>
                                <a:lnTo>
                                  <a:pt x="73" y="0"/>
                                </a:lnTo>
                                <a:lnTo>
                                  <a:pt x="90" y="1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6277" name="Line 13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V="1">
                            <a:off x="2575" y="2572"/>
                            <a:ext cx="106" cy="13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6278" name="Line 13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673" y="2563"/>
                            <a:ext cx="31" cy="3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</p:grpSp>
                  <p:grpSp>
                    <p:nvGrpSpPr>
                      <p:cNvPr id="6279" name="Group 13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26" y="2481"/>
                        <a:ext cx="122" cy="225"/>
                        <a:chOff x="2526" y="2481"/>
                        <a:chExt cx="122" cy="225"/>
                      </a:xfrm>
                    </p:grpSpPr>
                    <p:grpSp>
                      <p:nvGrpSpPr>
                        <p:cNvPr id="6280" name="Group 136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526" y="2489"/>
                          <a:ext cx="116" cy="217"/>
                          <a:chOff x="2526" y="2489"/>
                          <a:chExt cx="116" cy="217"/>
                        </a:xfrm>
                      </p:grpSpPr>
                      <p:sp>
                        <p:nvSpPr>
                          <p:cNvPr id="6281" name="Freeform 13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552" y="2516"/>
                            <a:ext cx="90" cy="190"/>
                          </a:xfrm>
                          <a:custGeom>
                            <a:avLst/>
                            <a:gdLst/>
                            <a:ahLst/>
                            <a:cxnLst>
                              <a:cxn ang="0">
                                <a:pos x="90" y="17"/>
                              </a:cxn>
                              <a:cxn ang="0">
                                <a:pos x="16" y="190"/>
                              </a:cxn>
                              <a:cxn ang="0">
                                <a:pos x="0" y="173"/>
                              </a:cxn>
                              <a:cxn ang="0">
                                <a:pos x="73" y="0"/>
                              </a:cxn>
                              <a:cxn ang="0">
                                <a:pos x="90" y="17"/>
                              </a:cxn>
                            </a:cxnLst>
                            <a:rect l="0" t="0" r="r" b="b"/>
                            <a:pathLst>
                              <a:path w="90" h="190">
                                <a:moveTo>
                                  <a:pt x="90" y="17"/>
                                </a:moveTo>
                                <a:lnTo>
                                  <a:pt x="16" y="190"/>
                                </a:lnTo>
                                <a:lnTo>
                                  <a:pt x="0" y="173"/>
                                </a:lnTo>
                                <a:lnTo>
                                  <a:pt x="73" y="0"/>
                                </a:lnTo>
                                <a:lnTo>
                                  <a:pt x="90" y="1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6282" name="Freeform 13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526" y="2489"/>
                            <a:ext cx="90" cy="189"/>
                          </a:xfrm>
                          <a:custGeom>
                            <a:avLst/>
                            <a:gdLst/>
                            <a:ahLst/>
                            <a:cxnLst>
                              <a:cxn ang="0">
                                <a:pos x="90" y="16"/>
                              </a:cxn>
                              <a:cxn ang="0">
                                <a:pos x="17" y="189"/>
                              </a:cxn>
                              <a:cxn ang="0">
                                <a:pos x="0" y="172"/>
                              </a:cxn>
                              <a:cxn ang="0">
                                <a:pos x="74" y="0"/>
                              </a:cxn>
                              <a:cxn ang="0">
                                <a:pos x="90" y="16"/>
                              </a:cxn>
                            </a:cxnLst>
                            <a:rect l="0" t="0" r="r" b="b"/>
                            <a:pathLst>
                              <a:path w="90" h="189">
                                <a:moveTo>
                                  <a:pt x="90" y="16"/>
                                </a:moveTo>
                                <a:lnTo>
                                  <a:pt x="17" y="189"/>
                                </a:lnTo>
                                <a:lnTo>
                                  <a:pt x="0" y="172"/>
                                </a:lnTo>
                                <a:lnTo>
                                  <a:pt x="74" y="0"/>
                                </a:lnTo>
                                <a:lnTo>
                                  <a:pt x="90" y="1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  <p:sp>
                      <p:nvSpPr>
                        <p:cNvPr id="6283" name="Line 13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91" y="2481"/>
                          <a:ext cx="57" cy="5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</p:grpSp>
              </p:grpSp>
              <p:grpSp>
                <p:nvGrpSpPr>
                  <p:cNvPr id="6284" name="Group 140"/>
                  <p:cNvGrpSpPr>
                    <a:grpSpLocks/>
                  </p:cNvGrpSpPr>
                  <p:nvPr/>
                </p:nvGrpSpPr>
                <p:grpSpPr bwMode="auto">
                  <a:xfrm>
                    <a:off x="3130" y="2543"/>
                    <a:ext cx="147" cy="206"/>
                    <a:chOff x="3130" y="2543"/>
                    <a:chExt cx="147" cy="206"/>
                  </a:xfrm>
                </p:grpSpPr>
                <p:sp>
                  <p:nvSpPr>
                    <p:cNvPr id="6285" name="Line 14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130" y="2543"/>
                      <a:ext cx="31" cy="3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6" name="Freeform 142"/>
                    <p:cNvSpPr>
                      <a:spLocks/>
                    </p:cNvSpPr>
                    <p:nvPr/>
                  </p:nvSpPr>
                  <p:spPr bwMode="auto">
                    <a:xfrm>
                      <a:off x="3137" y="2552"/>
                      <a:ext cx="90" cy="189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6"/>
                        </a:cxn>
                        <a:cxn ang="0">
                          <a:pos x="73" y="189"/>
                        </a:cxn>
                        <a:cxn ang="0">
                          <a:pos x="90" y="173"/>
                        </a:cxn>
                        <a:cxn ang="0">
                          <a:pos x="16" y="0"/>
                        </a:cxn>
                        <a:cxn ang="0">
                          <a:pos x="0" y="16"/>
                        </a:cxn>
                      </a:cxnLst>
                      <a:rect l="0" t="0" r="r" b="b"/>
                      <a:pathLst>
                        <a:path w="90" h="189">
                          <a:moveTo>
                            <a:pt x="0" y="16"/>
                          </a:moveTo>
                          <a:lnTo>
                            <a:pt x="73" y="189"/>
                          </a:lnTo>
                          <a:lnTo>
                            <a:pt x="90" y="173"/>
                          </a:lnTo>
                          <a:lnTo>
                            <a:pt x="16" y="0"/>
                          </a:lnTo>
                          <a:lnTo>
                            <a:pt x="0" y="16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7" name="Line 143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3153" y="2552"/>
                      <a:ext cx="106" cy="13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8" name="Line 14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199" y="2714"/>
                      <a:ext cx="34" cy="3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89" name="Line 14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243" y="2670"/>
                      <a:ext cx="34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290" name="Group 146"/>
                  <p:cNvGrpSpPr>
                    <a:grpSpLocks/>
                  </p:cNvGrpSpPr>
                  <p:nvPr/>
                </p:nvGrpSpPr>
                <p:grpSpPr bwMode="auto">
                  <a:xfrm>
                    <a:off x="3125" y="1487"/>
                    <a:ext cx="105" cy="202"/>
                    <a:chOff x="3125" y="1487"/>
                    <a:chExt cx="105" cy="202"/>
                  </a:xfrm>
                </p:grpSpPr>
                <p:sp>
                  <p:nvSpPr>
                    <p:cNvPr id="6291" name="Freeform 147"/>
                    <p:cNvSpPr>
                      <a:spLocks/>
                    </p:cNvSpPr>
                    <p:nvPr/>
                  </p:nvSpPr>
                  <p:spPr bwMode="auto">
                    <a:xfrm>
                      <a:off x="3132" y="1494"/>
                      <a:ext cx="90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90" y="17"/>
                        </a:cxn>
                        <a:cxn ang="0">
                          <a:pos x="17" y="190"/>
                        </a:cxn>
                        <a:cxn ang="0">
                          <a:pos x="0" y="173"/>
                        </a:cxn>
                        <a:cxn ang="0">
                          <a:pos x="74" y="0"/>
                        </a:cxn>
                        <a:cxn ang="0">
                          <a:pos x="90" y="17"/>
                        </a:cxn>
                      </a:cxnLst>
                      <a:rect l="0" t="0" r="r" b="b"/>
                      <a:pathLst>
                        <a:path w="90" h="190">
                          <a:moveTo>
                            <a:pt x="90" y="17"/>
                          </a:moveTo>
                          <a:lnTo>
                            <a:pt x="17" y="190"/>
                          </a:lnTo>
                          <a:lnTo>
                            <a:pt x="0" y="173"/>
                          </a:lnTo>
                          <a:lnTo>
                            <a:pt x="74" y="0"/>
                          </a:lnTo>
                          <a:lnTo>
                            <a:pt x="90" y="1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92" name="Line 14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25" y="1658"/>
                      <a:ext cx="30" cy="3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293" name="Line 1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99" y="1487"/>
                      <a:ext cx="31" cy="3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294" name="Group 150"/>
                  <p:cNvGrpSpPr>
                    <a:grpSpLocks/>
                  </p:cNvGrpSpPr>
                  <p:nvPr/>
                </p:nvGrpSpPr>
                <p:grpSpPr bwMode="auto">
                  <a:xfrm>
                    <a:off x="2258" y="2038"/>
                    <a:ext cx="168" cy="157"/>
                    <a:chOff x="2258" y="2038"/>
                    <a:chExt cx="168" cy="157"/>
                  </a:xfrm>
                </p:grpSpPr>
                <p:sp>
                  <p:nvSpPr>
                    <p:cNvPr id="6295" name="Rectangle 1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58" y="2155"/>
                      <a:ext cx="168" cy="23"/>
                    </a:xfrm>
                    <a:prstGeom prst="rect">
                      <a:avLst/>
                    </a:prstGeom>
                    <a:solidFill>
                      <a:srgbClr val="000000"/>
                    </a:solid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296" name="Group 15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58" y="2054"/>
                      <a:ext cx="167" cy="92"/>
                      <a:chOff x="2258" y="2054"/>
                      <a:chExt cx="167" cy="92"/>
                    </a:xfrm>
                  </p:grpSpPr>
                  <p:sp>
                    <p:nvSpPr>
                      <p:cNvPr id="6297" name="Freeform 15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58" y="2054"/>
                        <a:ext cx="167" cy="9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67" y="92"/>
                          </a:cxn>
                          <a:cxn ang="0">
                            <a:pos x="167" y="69"/>
                          </a:cxn>
                          <a:cxn ang="0">
                            <a:pos x="0" y="0"/>
                          </a:cxn>
                          <a:cxn ang="0">
                            <a:pos x="0" y="23"/>
                          </a:cxn>
                          <a:cxn ang="0">
                            <a:pos x="167" y="92"/>
                          </a:cxn>
                        </a:cxnLst>
                        <a:rect l="0" t="0" r="r" b="b"/>
                        <a:pathLst>
                          <a:path w="167" h="92">
                            <a:moveTo>
                              <a:pt x="167" y="92"/>
                            </a:moveTo>
                            <a:lnTo>
                              <a:pt x="167" y="69"/>
                            </a:lnTo>
                            <a:lnTo>
                              <a:pt x="0" y="0"/>
                            </a:lnTo>
                            <a:lnTo>
                              <a:pt x="0" y="23"/>
                            </a:lnTo>
                            <a:lnTo>
                              <a:pt x="167" y="9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298" name="Line 154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2261" y="2057"/>
                        <a:ext cx="164" cy="89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299" name="Line 1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25" y="2107"/>
                      <a:ext cx="1" cy="87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0" name="Line 1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9" y="2112"/>
                      <a:ext cx="1" cy="83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1" name="Line 15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25" y="2038"/>
                      <a:ext cx="1" cy="3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2" name="Line 15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9" y="2038"/>
                      <a:ext cx="1" cy="45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03" name="Group 159"/>
                  <p:cNvGrpSpPr>
                    <a:grpSpLocks/>
                  </p:cNvGrpSpPr>
                  <p:nvPr/>
                </p:nvGrpSpPr>
                <p:grpSpPr bwMode="auto">
                  <a:xfrm>
                    <a:off x="2503" y="1475"/>
                    <a:ext cx="180" cy="282"/>
                    <a:chOff x="2503" y="1475"/>
                    <a:chExt cx="180" cy="282"/>
                  </a:xfrm>
                </p:grpSpPr>
                <p:sp>
                  <p:nvSpPr>
                    <p:cNvPr id="6304" name="Freeform 160"/>
                    <p:cNvSpPr>
                      <a:spLocks/>
                    </p:cNvSpPr>
                    <p:nvPr/>
                  </p:nvSpPr>
                  <p:spPr bwMode="auto">
                    <a:xfrm>
                      <a:off x="2587" y="1482"/>
                      <a:ext cx="89" cy="19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7"/>
                        </a:cxn>
                        <a:cxn ang="0">
                          <a:pos x="73" y="190"/>
                        </a:cxn>
                        <a:cxn ang="0">
                          <a:pos x="89" y="172"/>
                        </a:cxn>
                        <a:cxn ang="0">
                          <a:pos x="16" y="0"/>
                        </a:cxn>
                        <a:cxn ang="0">
                          <a:pos x="0" y="17"/>
                        </a:cxn>
                      </a:cxnLst>
                      <a:rect l="0" t="0" r="r" b="b"/>
                      <a:pathLst>
                        <a:path w="89" h="190">
                          <a:moveTo>
                            <a:pt x="0" y="17"/>
                          </a:moveTo>
                          <a:lnTo>
                            <a:pt x="73" y="190"/>
                          </a:lnTo>
                          <a:lnTo>
                            <a:pt x="89" y="172"/>
                          </a:lnTo>
                          <a:lnTo>
                            <a:pt x="16" y="0"/>
                          </a:lnTo>
                          <a:lnTo>
                            <a:pt x="0" y="1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5" name="Line 16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637" y="1645"/>
                      <a:ext cx="46" cy="4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6" name="Line 16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570" y="1475"/>
                      <a:ext cx="38" cy="3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7" name="Freeform 163"/>
                    <p:cNvSpPr>
                      <a:spLocks/>
                    </p:cNvSpPr>
                    <p:nvPr/>
                  </p:nvSpPr>
                  <p:spPr bwMode="auto">
                    <a:xfrm>
                      <a:off x="2514" y="1557"/>
                      <a:ext cx="145" cy="129"/>
                    </a:xfrm>
                    <a:custGeom>
                      <a:avLst/>
                      <a:gdLst/>
                      <a:ahLst/>
                      <a:cxnLst>
                        <a:cxn ang="0">
                          <a:pos x="15" y="0"/>
                        </a:cxn>
                        <a:cxn ang="0">
                          <a:pos x="145" y="114"/>
                        </a:cxn>
                        <a:cxn ang="0">
                          <a:pos x="131" y="129"/>
                        </a:cxn>
                        <a:cxn ang="0">
                          <a:pos x="0" y="15"/>
                        </a:cxn>
                        <a:cxn ang="0">
                          <a:pos x="15" y="0"/>
                        </a:cxn>
                      </a:cxnLst>
                      <a:rect l="0" t="0" r="r" b="b"/>
                      <a:pathLst>
                        <a:path w="145" h="129">
                          <a:moveTo>
                            <a:pt x="15" y="0"/>
                          </a:moveTo>
                          <a:lnTo>
                            <a:pt x="145" y="114"/>
                          </a:lnTo>
                          <a:lnTo>
                            <a:pt x="131" y="129"/>
                          </a:lnTo>
                          <a:lnTo>
                            <a:pt x="0" y="15"/>
                          </a:lnTo>
                          <a:lnTo>
                            <a:pt x="15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8" name="Line 16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80" y="1504"/>
                      <a:ext cx="9" cy="238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09" name="Line 16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503" y="1546"/>
                      <a:ext cx="34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10" name="Line 16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574" y="1723"/>
                      <a:ext cx="34" cy="3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11" name="Group 167"/>
                  <p:cNvGrpSpPr>
                    <a:grpSpLocks/>
                  </p:cNvGrpSpPr>
                  <p:nvPr/>
                </p:nvGrpSpPr>
                <p:grpSpPr bwMode="auto">
                  <a:xfrm>
                    <a:off x="2264" y="1731"/>
                    <a:ext cx="262" cy="168"/>
                    <a:chOff x="2264" y="1731"/>
                    <a:chExt cx="262" cy="168"/>
                  </a:xfrm>
                </p:grpSpPr>
                <p:sp>
                  <p:nvSpPr>
                    <p:cNvPr id="6312" name="Freeform 168"/>
                    <p:cNvSpPr>
                      <a:spLocks/>
                    </p:cNvSpPr>
                    <p:nvPr/>
                  </p:nvSpPr>
                  <p:spPr bwMode="auto">
                    <a:xfrm>
                      <a:off x="2274" y="1796"/>
                      <a:ext cx="246" cy="4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7"/>
                        </a:cxn>
                        <a:cxn ang="0">
                          <a:pos x="228" y="41"/>
                        </a:cxn>
                        <a:cxn ang="0">
                          <a:pos x="246" y="24"/>
                        </a:cxn>
                        <a:cxn ang="0">
                          <a:pos x="17" y="0"/>
                        </a:cxn>
                        <a:cxn ang="0">
                          <a:pos x="0" y="17"/>
                        </a:cxn>
                      </a:cxnLst>
                      <a:rect l="0" t="0" r="r" b="b"/>
                      <a:pathLst>
                        <a:path w="246" h="41">
                          <a:moveTo>
                            <a:pt x="0" y="17"/>
                          </a:moveTo>
                          <a:lnTo>
                            <a:pt x="228" y="41"/>
                          </a:lnTo>
                          <a:lnTo>
                            <a:pt x="246" y="24"/>
                          </a:lnTo>
                          <a:lnTo>
                            <a:pt x="17" y="0"/>
                          </a:lnTo>
                          <a:lnTo>
                            <a:pt x="0" y="1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13" name="Line 16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9" y="1750"/>
                      <a:ext cx="118" cy="132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14" name="Group 17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4" y="1731"/>
                      <a:ext cx="262" cy="168"/>
                      <a:chOff x="2264" y="1731"/>
                      <a:chExt cx="262" cy="168"/>
                    </a:xfrm>
                  </p:grpSpPr>
                  <p:sp>
                    <p:nvSpPr>
                      <p:cNvPr id="6315" name="Line 171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439" y="1864"/>
                        <a:ext cx="34" cy="35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16" name="Line 17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493" y="1810"/>
                        <a:ext cx="33" cy="3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17" name="Line 173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320" y="1731"/>
                        <a:ext cx="34" cy="3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18" name="Line 174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64" y="1787"/>
                        <a:ext cx="33" cy="3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</p:grpSp>
              <p:grpSp>
                <p:nvGrpSpPr>
                  <p:cNvPr id="6319" name="Group 175"/>
                  <p:cNvGrpSpPr>
                    <a:grpSpLocks/>
                  </p:cNvGrpSpPr>
                  <p:nvPr/>
                </p:nvGrpSpPr>
                <p:grpSpPr bwMode="auto">
                  <a:xfrm>
                    <a:off x="3295" y="1766"/>
                    <a:ext cx="245" cy="131"/>
                    <a:chOff x="3295" y="1766"/>
                    <a:chExt cx="245" cy="131"/>
                  </a:xfrm>
                </p:grpSpPr>
                <p:sp>
                  <p:nvSpPr>
                    <p:cNvPr id="6320" name="Freeform 176"/>
                    <p:cNvSpPr>
                      <a:spLocks/>
                    </p:cNvSpPr>
                    <p:nvPr/>
                  </p:nvSpPr>
                  <p:spPr bwMode="auto">
                    <a:xfrm>
                      <a:off x="3334" y="1807"/>
                      <a:ext cx="197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81" y="0"/>
                        </a:cxn>
                        <a:cxn ang="0">
                          <a:pos x="0" y="62"/>
                        </a:cxn>
                        <a:cxn ang="0">
                          <a:pos x="17" y="79"/>
                        </a:cxn>
                        <a:cxn ang="0">
                          <a:pos x="197" y="16"/>
                        </a:cxn>
                        <a:cxn ang="0">
                          <a:pos x="181" y="0"/>
                        </a:cxn>
                      </a:cxnLst>
                      <a:rect l="0" t="0" r="r" b="b"/>
                      <a:pathLst>
                        <a:path w="197" h="79">
                          <a:moveTo>
                            <a:pt x="181" y="0"/>
                          </a:moveTo>
                          <a:lnTo>
                            <a:pt x="0" y="62"/>
                          </a:lnTo>
                          <a:lnTo>
                            <a:pt x="17" y="79"/>
                          </a:lnTo>
                          <a:lnTo>
                            <a:pt x="197" y="16"/>
                          </a:lnTo>
                          <a:lnTo>
                            <a:pt x="181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21" name="Freeform 177"/>
                    <p:cNvSpPr>
                      <a:spLocks/>
                    </p:cNvSpPr>
                    <p:nvPr/>
                  </p:nvSpPr>
                  <p:spPr bwMode="auto">
                    <a:xfrm>
                      <a:off x="3306" y="1777"/>
                      <a:ext cx="196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80" y="0"/>
                        </a:cxn>
                        <a:cxn ang="0">
                          <a:pos x="0" y="63"/>
                        </a:cxn>
                        <a:cxn ang="0">
                          <a:pos x="17" y="79"/>
                        </a:cxn>
                        <a:cxn ang="0">
                          <a:pos x="196" y="16"/>
                        </a:cxn>
                        <a:cxn ang="0">
                          <a:pos x="180" y="0"/>
                        </a:cxn>
                      </a:cxnLst>
                      <a:rect l="0" t="0" r="r" b="b"/>
                      <a:pathLst>
                        <a:path w="196" h="79">
                          <a:moveTo>
                            <a:pt x="180" y="0"/>
                          </a:moveTo>
                          <a:lnTo>
                            <a:pt x="0" y="63"/>
                          </a:lnTo>
                          <a:lnTo>
                            <a:pt x="17" y="79"/>
                          </a:lnTo>
                          <a:lnTo>
                            <a:pt x="196" y="16"/>
                          </a:lnTo>
                          <a:lnTo>
                            <a:pt x="18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22" name="Line 17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474" y="1766"/>
                      <a:ext cx="66" cy="6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23" name="Line 17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95" y="1831"/>
                      <a:ext cx="66" cy="66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24" name="Group 180"/>
                  <p:cNvGrpSpPr>
                    <a:grpSpLocks/>
                  </p:cNvGrpSpPr>
                  <p:nvPr/>
                </p:nvGrpSpPr>
                <p:grpSpPr bwMode="auto">
                  <a:xfrm>
                    <a:off x="3372" y="2053"/>
                    <a:ext cx="170" cy="129"/>
                    <a:chOff x="3372" y="2053"/>
                    <a:chExt cx="170" cy="129"/>
                  </a:xfrm>
                </p:grpSpPr>
                <p:sp>
                  <p:nvSpPr>
                    <p:cNvPr id="6325" name="Line 18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541" y="2053"/>
                      <a:ext cx="1" cy="12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26" name="Group 1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72" y="2067"/>
                      <a:ext cx="169" cy="100"/>
                      <a:chOff x="3372" y="2067"/>
                      <a:chExt cx="169" cy="100"/>
                    </a:xfrm>
                  </p:grpSpPr>
                  <p:sp>
                    <p:nvSpPr>
                      <p:cNvPr id="6327" name="Rectangle 1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72" y="2067"/>
                        <a:ext cx="169" cy="23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28" name="Rectangle 18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72" y="2104"/>
                        <a:ext cx="169" cy="24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29" name="Rectangle 18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72" y="2144"/>
                        <a:ext cx="169" cy="23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30" name="Line 18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372" y="2053"/>
                      <a:ext cx="1" cy="129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31" name="Group 187"/>
                  <p:cNvGrpSpPr>
                    <a:grpSpLocks/>
                  </p:cNvGrpSpPr>
                  <p:nvPr/>
                </p:nvGrpSpPr>
                <p:grpSpPr bwMode="auto">
                  <a:xfrm>
                    <a:off x="2827" y="2593"/>
                    <a:ext cx="143" cy="170"/>
                    <a:chOff x="2827" y="2593"/>
                    <a:chExt cx="143" cy="170"/>
                  </a:xfrm>
                </p:grpSpPr>
                <p:sp>
                  <p:nvSpPr>
                    <p:cNvPr id="6332" name="Line 1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7" y="2762"/>
                      <a:ext cx="143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33" name="Group 18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42" y="2593"/>
                      <a:ext cx="112" cy="170"/>
                      <a:chOff x="2842" y="2593"/>
                      <a:chExt cx="112" cy="170"/>
                    </a:xfrm>
                  </p:grpSpPr>
                  <p:sp>
                    <p:nvSpPr>
                      <p:cNvPr id="6334" name="Rectangle 19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842" y="2593"/>
                        <a:ext cx="23" cy="169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35" name="Freeform 19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05" y="2593"/>
                        <a:ext cx="49" cy="17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21" y="0"/>
                          </a:cxn>
                          <a:cxn ang="0">
                            <a:pos x="49" y="170"/>
                          </a:cxn>
                          <a:cxn ang="0">
                            <a:pos x="27" y="170"/>
                          </a:cxn>
                          <a:cxn ang="0">
                            <a:pos x="0" y="0"/>
                          </a:cxn>
                        </a:cxnLst>
                        <a:rect l="0" t="0" r="r" b="b"/>
                        <a:pathLst>
                          <a:path w="49" h="170">
                            <a:moveTo>
                              <a:pt x="0" y="0"/>
                            </a:moveTo>
                            <a:lnTo>
                              <a:pt x="21" y="0"/>
                            </a:lnTo>
                            <a:lnTo>
                              <a:pt x="49" y="170"/>
                            </a:lnTo>
                            <a:lnTo>
                              <a:pt x="27" y="170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36" name="Line 192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867" y="2593"/>
                        <a:ext cx="37" cy="169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37" name="Line 1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27" y="2594"/>
                      <a:ext cx="143" cy="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grpSp>
                <p:nvGrpSpPr>
                  <p:cNvPr id="6338" name="Group 194"/>
                  <p:cNvGrpSpPr>
                    <a:grpSpLocks/>
                  </p:cNvGrpSpPr>
                  <p:nvPr/>
                </p:nvGrpSpPr>
                <p:grpSpPr bwMode="auto">
                  <a:xfrm>
                    <a:off x="3238" y="2333"/>
                    <a:ext cx="309" cy="190"/>
                    <a:chOff x="3238" y="2333"/>
                    <a:chExt cx="309" cy="190"/>
                  </a:xfrm>
                </p:grpSpPr>
                <p:sp>
                  <p:nvSpPr>
                    <p:cNvPr id="6339" name="Freeform 195"/>
                    <p:cNvSpPr>
                      <a:spLocks/>
                    </p:cNvSpPr>
                    <p:nvPr/>
                  </p:nvSpPr>
                  <p:spPr bwMode="auto">
                    <a:xfrm>
                      <a:off x="3251" y="2434"/>
                      <a:ext cx="197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81" y="79"/>
                        </a:cxn>
                        <a:cxn ang="0">
                          <a:pos x="0" y="16"/>
                        </a:cxn>
                        <a:cxn ang="0">
                          <a:pos x="17" y="0"/>
                        </a:cxn>
                        <a:cxn ang="0">
                          <a:pos x="197" y="63"/>
                        </a:cxn>
                        <a:cxn ang="0">
                          <a:pos x="181" y="79"/>
                        </a:cxn>
                      </a:cxnLst>
                      <a:rect l="0" t="0" r="r" b="b"/>
                      <a:pathLst>
                        <a:path w="197" h="79">
                          <a:moveTo>
                            <a:pt x="181" y="79"/>
                          </a:moveTo>
                          <a:lnTo>
                            <a:pt x="0" y="16"/>
                          </a:lnTo>
                          <a:lnTo>
                            <a:pt x="17" y="0"/>
                          </a:lnTo>
                          <a:lnTo>
                            <a:pt x="197" y="63"/>
                          </a:lnTo>
                          <a:lnTo>
                            <a:pt x="181" y="7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40" name="Group 19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238" y="2333"/>
                      <a:ext cx="309" cy="190"/>
                      <a:chOff x="3238" y="2333"/>
                      <a:chExt cx="309" cy="190"/>
                    </a:xfrm>
                  </p:grpSpPr>
                  <p:sp>
                    <p:nvSpPr>
                      <p:cNvPr id="6341" name="Freeform 19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10" y="2375"/>
                        <a:ext cx="197" cy="7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81" y="79"/>
                          </a:cxn>
                          <a:cxn ang="0">
                            <a:pos x="0" y="16"/>
                          </a:cxn>
                          <a:cxn ang="0">
                            <a:pos x="18" y="0"/>
                          </a:cxn>
                          <a:cxn ang="0">
                            <a:pos x="197" y="63"/>
                          </a:cxn>
                          <a:cxn ang="0">
                            <a:pos x="181" y="79"/>
                          </a:cxn>
                        </a:cxnLst>
                        <a:rect l="0" t="0" r="r" b="b"/>
                        <a:pathLst>
                          <a:path w="197" h="79">
                            <a:moveTo>
                              <a:pt x="181" y="79"/>
                            </a:moveTo>
                            <a:lnTo>
                              <a:pt x="0" y="16"/>
                            </a:lnTo>
                            <a:lnTo>
                              <a:pt x="18" y="0"/>
                            </a:lnTo>
                            <a:lnTo>
                              <a:pt x="197" y="63"/>
                            </a:lnTo>
                            <a:lnTo>
                              <a:pt x="181" y="79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6342" name="Group 19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280" y="2345"/>
                        <a:ext cx="255" cy="138"/>
                        <a:chOff x="3280" y="2345"/>
                        <a:chExt cx="255" cy="138"/>
                      </a:xfrm>
                    </p:grpSpPr>
                    <p:sp>
                      <p:nvSpPr>
                        <p:cNvPr id="6343" name="Freeform 19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339" y="2345"/>
                          <a:ext cx="196" cy="7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81" y="79"/>
                            </a:cxn>
                            <a:cxn ang="0">
                              <a:pos x="0" y="17"/>
                            </a:cxn>
                            <a:cxn ang="0">
                              <a:pos x="17" y="0"/>
                            </a:cxn>
                            <a:cxn ang="0">
                              <a:pos x="196" y="63"/>
                            </a:cxn>
                            <a:cxn ang="0">
                              <a:pos x="181" y="79"/>
                            </a:cxn>
                          </a:cxnLst>
                          <a:rect l="0" t="0" r="r" b="b"/>
                          <a:pathLst>
                            <a:path w="196" h="79">
                              <a:moveTo>
                                <a:pt x="181" y="79"/>
                              </a:moveTo>
                              <a:lnTo>
                                <a:pt x="0" y="17"/>
                              </a:lnTo>
                              <a:lnTo>
                                <a:pt x="17" y="0"/>
                              </a:lnTo>
                              <a:lnTo>
                                <a:pt x="196" y="63"/>
                              </a:lnTo>
                              <a:lnTo>
                                <a:pt x="181" y="7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44" name="Freeform 20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280" y="2404"/>
                          <a:ext cx="196" cy="7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80" y="79"/>
                            </a:cxn>
                            <a:cxn ang="0">
                              <a:pos x="0" y="17"/>
                            </a:cxn>
                            <a:cxn ang="0">
                              <a:pos x="17" y="0"/>
                            </a:cxn>
                            <a:cxn ang="0">
                              <a:pos x="196" y="63"/>
                            </a:cxn>
                            <a:cxn ang="0">
                              <a:pos x="180" y="79"/>
                            </a:cxn>
                          </a:cxnLst>
                          <a:rect l="0" t="0" r="r" b="b"/>
                          <a:pathLst>
                            <a:path w="196" h="79">
                              <a:moveTo>
                                <a:pt x="180" y="79"/>
                              </a:moveTo>
                              <a:lnTo>
                                <a:pt x="0" y="17"/>
                              </a:lnTo>
                              <a:lnTo>
                                <a:pt x="17" y="0"/>
                              </a:lnTo>
                              <a:lnTo>
                                <a:pt x="196" y="63"/>
                              </a:lnTo>
                              <a:lnTo>
                                <a:pt x="180" y="7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grpSp>
                    <p:nvGrpSpPr>
                      <p:cNvPr id="6345" name="Group 20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238" y="2333"/>
                        <a:ext cx="309" cy="190"/>
                        <a:chOff x="3238" y="2333"/>
                        <a:chExt cx="309" cy="190"/>
                      </a:xfrm>
                    </p:grpSpPr>
                    <p:sp>
                      <p:nvSpPr>
                        <p:cNvPr id="6346" name="Line 20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238" y="2333"/>
                          <a:ext cx="128" cy="12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47" name="Line 20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418" y="2396"/>
                          <a:ext cx="129" cy="12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</p:grpSp>
              </p:grpSp>
              <p:grpSp>
                <p:nvGrpSpPr>
                  <p:cNvPr id="6348" name="Group 204"/>
                  <p:cNvGrpSpPr>
                    <a:grpSpLocks/>
                  </p:cNvGrpSpPr>
                  <p:nvPr/>
                </p:nvGrpSpPr>
                <p:grpSpPr bwMode="auto">
                  <a:xfrm>
                    <a:off x="2252" y="2337"/>
                    <a:ext cx="300" cy="240"/>
                    <a:chOff x="2252" y="2337"/>
                    <a:chExt cx="300" cy="240"/>
                  </a:xfrm>
                </p:grpSpPr>
                <p:sp>
                  <p:nvSpPr>
                    <p:cNvPr id="6349" name="Freeform 205"/>
                    <p:cNvSpPr>
                      <a:spLocks/>
                    </p:cNvSpPr>
                    <p:nvPr/>
                  </p:nvSpPr>
                  <p:spPr bwMode="auto">
                    <a:xfrm>
                      <a:off x="2299" y="2380"/>
                      <a:ext cx="196" cy="79"/>
                    </a:xfrm>
                    <a:custGeom>
                      <a:avLst/>
                      <a:gdLst/>
                      <a:ahLst/>
                      <a:cxnLst>
                        <a:cxn ang="0">
                          <a:pos x="16" y="79"/>
                        </a:cxn>
                        <a:cxn ang="0">
                          <a:pos x="196" y="17"/>
                        </a:cxn>
                        <a:cxn ang="0">
                          <a:pos x="180" y="0"/>
                        </a:cxn>
                        <a:cxn ang="0">
                          <a:pos x="0" y="63"/>
                        </a:cxn>
                        <a:cxn ang="0">
                          <a:pos x="16" y="79"/>
                        </a:cxn>
                      </a:cxnLst>
                      <a:rect l="0" t="0" r="r" b="b"/>
                      <a:pathLst>
                        <a:path w="196" h="79">
                          <a:moveTo>
                            <a:pt x="16" y="79"/>
                          </a:moveTo>
                          <a:lnTo>
                            <a:pt x="196" y="17"/>
                          </a:lnTo>
                          <a:lnTo>
                            <a:pt x="180" y="0"/>
                          </a:lnTo>
                          <a:lnTo>
                            <a:pt x="0" y="63"/>
                          </a:lnTo>
                          <a:lnTo>
                            <a:pt x="16" y="79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grpSp>
                  <p:nvGrpSpPr>
                    <p:cNvPr id="6350" name="Group 20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52" y="2337"/>
                      <a:ext cx="300" cy="240"/>
                      <a:chOff x="2252" y="2337"/>
                      <a:chExt cx="300" cy="240"/>
                    </a:xfrm>
                  </p:grpSpPr>
                  <p:grpSp>
                    <p:nvGrpSpPr>
                      <p:cNvPr id="6351" name="Group 20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265" y="2349"/>
                        <a:ext cx="262" cy="142"/>
                        <a:chOff x="2265" y="2349"/>
                        <a:chExt cx="262" cy="142"/>
                      </a:xfrm>
                    </p:grpSpPr>
                    <p:sp>
                      <p:nvSpPr>
                        <p:cNvPr id="6352" name="Freeform 20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65" y="2349"/>
                          <a:ext cx="201" cy="81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6" y="81"/>
                            </a:cxn>
                            <a:cxn ang="0">
                              <a:pos x="201" y="17"/>
                            </a:cxn>
                            <a:cxn ang="0">
                              <a:pos x="184" y="0"/>
                            </a:cxn>
                            <a:cxn ang="0">
                              <a:pos x="0" y="64"/>
                            </a:cxn>
                            <a:cxn ang="0">
                              <a:pos x="16" y="81"/>
                            </a:cxn>
                          </a:cxnLst>
                          <a:rect l="0" t="0" r="r" b="b"/>
                          <a:pathLst>
                            <a:path w="201" h="81">
                              <a:moveTo>
                                <a:pt x="16" y="81"/>
                              </a:moveTo>
                              <a:lnTo>
                                <a:pt x="201" y="17"/>
                              </a:lnTo>
                              <a:lnTo>
                                <a:pt x="184" y="0"/>
                              </a:lnTo>
                              <a:lnTo>
                                <a:pt x="0" y="64"/>
                              </a:lnTo>
                              <a:lnTo>
                                <a:pt x="16" y="81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53" name="Freeform 20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25" y="2409"/>
                          <a:ext cx="202" cy="82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17" y="82"/>
                            </a:cxn>
                            <a:cxn ang="0">
                              <a:pos x="202" y="17"/>
                            </a:cxn>
                            <a:cxn ang="0">
                              <a:pos x="185" y="0"/>
                            </a:cxn>
                            <a:cxn ang="0">
                              <a:pos x="0" y="65"/>
                            </a:cxn>
                            <a:cxn ang="0">
                              <a:pos x="17" y="82"/>
                            </a:cxn>
                          </a:cxnLst>
                          <a:rect l="0" t="0" r="r" b="b"/>
                          <a:pathLst>
                            <a:path w="202" h="82">
                              <a:moveTo>
                                <a:pt x="17" y="82"/>
                              </a:moveTo>
                              <a:lnTo>
                                <a:pt x="202" y="17"/>
                              </a:lnTo>
                              <a:lnTo>
                                <a:pt x="185" y="0"/>
                              </a:lnTo>
                              <a:lnTo>
                                <a:pt x="0" y="65"/>
                              </a:lnTo>
                              <a:lnTo>
                                <a:pt x="17" y="8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6354" name="Line 210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2438" y="2337"/>
                        <a:ext cx="114" cy="115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55" name="Line 211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2252" y="2401"/>
                        <a:ext cx="115" cy="114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6356" name="Group 21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358" y="2430"/>
                        <a:ext cx="185" cy="139"/>
                        <a:chOff x="2358" y="2430"/>
                        <a:chExt cx="185" cy="139"/>
                      </a:xfrm>
                    </p:grpSpPr>
                    <p:sp>
                      <p:nvSpPr>
                        <p:cNvPr id="6357" name="Freeform 21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405" y="2430"/>
                          <a:ext cx="138" cy="139"/>
                        </a:xfrm>
                        <a:custGeom>
                          <a:avLst/>
                          <a:gdLst/>
                          <a:ahLst/>
                          <a:cxnLst>
                            <a:cxn ang="0">
                              <a:pos x="0" y="125"/>
                            </a:cxn>
                            <a:cxn ang="0">
                              <a:pos x="125" y="0"/>
                            </a:cxn>
                            <a:cxn ang="0">
                              <a:pos x="138" y="15"/>
                            </a:cxn>
                            <a:cxn ang="0">
                              <a:pos x="14" y="139"/>
                            </a:cxn>
                            <a:cxn ang="0">
                              <a:pos x="0" y="125"/>
                            </a:cxn>
                          </a:cxnLst>
                          <a:rect l="0" t="0" r="r" b="b"/>
                          <a:pathLst>
                            <a:path w="138" h="139">
                              <a:moveTo>
                                <a:pt x="0" y="125"/>
                              </a:moveTo>
                              <a:lnTo>
                                <a:pt x="125" y="0"/>
                              </a:lnTo>
                              <a:lnTo>
                                <a:pt x="138" y="15"/>
                              </a:lnTo>
                              <a:lnTo>
                                <a:pt x="14" y="139"/>
                              </a:lnTo>
                              <a:lnTo>
                                <a:pt x="0" y="1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00"/>
                        </a:solidFill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58" name="Line 21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358" y="2433"/>
                          <a:ext cx="172" cy="7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6359" name="Line 21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92" y="2544"/>
                        <a:ext cx="36" cy="33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</p:grpSp>
          <p:grpSp>
            <p:nvGrpSpPr>
              <p:cNvPr id="6360" name="Group 216"/>
              <p:cNvGrpSpPr>
                <a:grpSpLocks/>
              </p:cNvGrpSpPr>
              <p:nvPr/>
            </p:nvGrpSpPr>
            <p:grpSpPr bwMode="auto">
              <a:xfrm>
                <a:off x="1230" y="2231"/>
                <a:ext cx="380" cy="564"/>
                <a:chOff x="1056" y="1728"/>
                <a:chExt cx="380" cy="564"/>
              </a:xfrm>
            </p:grpSpPr>
            <p:grpSp>
              <p:nvGrpSpPr>
                <p:cNvPr id="6361" name="Group 217"/>
                <p:cNvGrpSpPr>
                  <a:grpSpLocks/>
                </p:cNvGrpSpPr>
                <p:nvPr/>
              </p:nvGrpSpPr>
              <p:grpSpPr bwMode="auto">
                <a:xfrm>
                  <a:off x="1152" y="2064"/>
                  <a:ext cx="278" cy="228"/>
                  <a:chOff x="1008" y="2492"/>
                  <a:chExt cx="278" cy="228"/>
                </a:xfrm>
              </p:grpSpPr>
              <p:grpSp>
                <p:nvGrpSpPr>
                  <p:cNvPr id="6362" name="Group 218"/>
                  <p:cNvGrpSpPr>
                    <a:grpSpLocks/>
                  </p:cNvGrpSpPr>
                  <p:nvPr/>
                </p:nvGrpSpPr>
                <p:grpSpPr bwMode="auto">
                  <a:xfrm>
                    <a:off x="1008" y="2642"/>
                    <a:ext cx="90" cy="78"/>
                    <a:chOff x="2633" y="2273"/>
                    <a:chExt cx="90" cy="78"/>
                  </a:xfrm>
                </p:grpSpPr>
                <p:sp>
                  <p:nvSpPr>
                    <p:cNvPr id="6363" name="Oval 2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78" y="2273"/>
                      <a:ext cx="45" cy="45"/>
                    </a:xfrm>
                    <a:prstGeom prst="ellipse">
                      <a:avLst/>
                    </a:pr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64" name="Freeform 220"/>
                    <p:cNvSpPr>
                      <a:spLocks/>
                    </p:cNvSpPr>
                    <p:nvPr/>
                  </p:nvSpPr>
                  <p:spPr bwMode="auto">
                    <a:xfrm>
                      <a:off x="2633" y="2282"/>
                      <a:ext cx="78" cy="69"/>
                    </a:xfrm>
                    <a:custGeom>
                      <a:avLst/>
                      <a:gdLst/>
                      <a:ahLst/>
                      <a:cxnLst>
                        <a:cxn ang="0">
                          <a:pos x="49" y="0"/>
                        </a:cxn>
                        <a:cxn ang="0">
                          <a:pos x="0" y="61"/>
                        </a:cxn>
                        <a:cxn ang="0">
                          <a:pos x="8" y="69"/>
                        </a:cxn>
                        <a:cxn ang="0">
                          <a:pos x="78" y="33"/>
                        </a:cxn>
                        <a:cxn ang="0">
                          <a:pos x="49" y="0"/>
                        </a:cxn>
                      </a:cxnLst>
                      <a:rect l="0" t="0" r="r" b="b"/>
                      <a:pathLst>
                        <a:path w="78" h="69">
                          <a:moveTo>
                            <a:pt x="49" y="0"/>
                          </a:moveTo>
                          <a:lnTo>
                            <a:pt x="0" y="61"/>
                          </a:lnTo>
                          <a:lnTo>
                            <a:pt x="8" y="69"/>
                          </a:lnTo>
                          <a:lnTo>
                            <a:pt x="78" y="33"/>
                          </a:lnTo>
                          <a:lnTo>
                            <a:pt x="49" y="0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365" name="Freeform 221"/>
                  <p:cNvSpPr>
                    <a:spLocks/>
                  </p:cNvSpPr>
                  <p:nvPr/>
                </p:nvSpPr>
                <p:spPr bwMode="auto">
                  <a:xfrm>
                    <a:off x="1084" y="2496"/>
                    <a:ext cx="188" cy="162"/>
                  </a:xfrm>
                  <a:custGeom>
                    <a:avLst/>
                    <a:gdLst/>
                    <a:ahLst/>
                    <a:cxnLst>
                      <a:cxn ang="0">
                        <a:pos x="0" y="155"/>
                      </a:cxn>
                      <a:cxn ang="0">
                        <a:pos x="180" y="0"/>
                      </a:cxn>
                      <a:cxn ang="0">
                        <a:pos x="188" y="7"/>
                      </a:cxn>
                      <a:cxn ang="0">
                        <a:pos x="7" y="162"/>
                      </a:cxn>
                      <a:cxn ang="0">
                        <a:pos x="0" y="155"/>
                      </a:cxn>
                    </a:cxnLst>
                    <a:rect l="0" t="0" r="r" b="b"/>
                    <a:pathLst>
                      <a:path w="188" h="162">
                        <a:moveTo>
                          <a:pt x="0" y="155"/>
                        </a:moveTo>
                        <a:lnTo>
                          <a:pt x="180" y="0"/>
                        </a:lnTo>
                        <a:lnTo>
                          <a:pt x="188" y="7"/>
                        </a:lnTo>
                        <a:lnTo>
                          <a:pt x="7" y="162"/>
                        </a:lnTo>
                        <a:lnTo>
                          <a:pt x="0" y="155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6366" name="Group 222"/>
                  <p:cNvGrpSpPr>
                    <a:grpSpLocks/>
                  </p:cNvGrpSpPr>
                  <p:nvPr/>
                </p:nvGrpSpPr>
                <p:grpSpPr bwMode="auto">
                  <a:xfrm>
                    <a:off x="1022" y="2492"/>
                    <a:ext cx="264" cy="224"/>
                    <a:chOff x="2630" y="2116"/>
                    <a:chExt cx="264" cy="224"/>
                  </a:xfrm>
                </p:grpSpPr>
                <p:grpSp>
                  <p:nvGrpSpPr>
                    <p:cNvPr id="6367" name="Group 22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30" y="2262"/>
                      <a:ext cx="89" cy="78"/>
                      <a:chOff x="2630" y="2262"/>
                      <a:chExt cx="89" cy="78"/>
                    </a:xfrm>
                  </p:grpSpPr>
                  <p:sp>
                    <p:nvSpPr>
                      <p:cNvPr id="6368" name="Oval 22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675" y="2262"/>
                        <a:ext cx="44" cy="44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69" name="Freeform 22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30" y="2270"/>
                        <a:ext cx="78" cy="70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0" y="0"/>
                          </a:cxn>
                          <a:cxn ang="0">
                            <a:pos x="0" y="62"/>
                          </a:cxn>
                          <a:cxn ang="0">
                            <a:pos x="8" y="70"/>
                          </a:cxn>
                          <a:cxn ang="0">
                            <a:pos x="78" y="33"/>
                          </a:cxn>
                          <a:cxn ang="0">
                            <a:pos x="50" y="0"/>
                          </a:cxn>
                        </a:cxnLst>
                        <a:rect l="0" t="0" r="r" b="b"/>
                        <a:pathLst>
                          <a:path w="78" h="70">
                            <a:moveTo>
                              <a:pt x="50" y="0"/>
                            </a:moveTo>
                            <a:lnTo>
                              <a:pt x="0" y="62"/>
                            </a:lnTo>
                            <a:lnTo>
                              <a:pt x="8" y="70"/>
                            </a:lnTo>
                            <a:lnTo>
                              <a:pt x="78" y="33"/>
                            </a:lnTo>
                            <a:lnTo>
                              <a:pt x="50" y="0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70" name="Freeform 226"/>
                    <p:cNvSpPr>
                      <a:spLocks/>
                    </p:cNvSpPr>
                    <p:nvPr/>
                  </p:nvSpPr>
                  <p:spPr bwMode="auto">
                    <a:xfrm>
                      <a:off x="2706" y="2116"/>
                      <a:ext cx="188" cy="16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154"/>
                        </a:cxn>
                        <a:cxn ang="0">
                          <a:pos x="180" y="0"/>
                        </a:cxn>
                        <a:cxn ang="0">
                          <a:pos x="188" y="6"/>
                        </a:cxn>
                        <a:cxn ang="0">
                          <a:pos x="7" y="162"/>
                        </a:cxn>
                        <a:cxn ang="0">
                          <a:pos x="0" y="154"/>
                        </a:cxn>
                      </a:cxnLst>
                      <a:rect l="0" t="0" r="r" b="b"/>
                      <a:pathLst>
                        <a:path w="188" h="162">
                          <a:moveTo>
                            <a:pt x="0" y="154"/>
                          </a:moveTo>
                          <a:lnTo>
                            <a:pt x="180" y="0"/>
                          </a:lnTo>
                          <a:lnTo>
                            <a:pt x="188" y="6"/>
                          </a:lnTo>
                          <a:lnTo>
                            <a:pt x="7" y="162"/>
                          </a:lnTo>
                          <a:lnTo>
                            <a:pt x="0" y="15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</p:grpSp>
            <p:grpSp>
              <p:nvGrpSpPr>
                <p:cNvPr id="6371" name="Group 227"/>
                <p:cNvGrpSpPr>
                  <a:grpSpLocks/>
                </p:cNvGrpSpPr>
                <p:nvPr/>
              </p:nvGrpSpPr>
              <p:grpSpPr bwMode="auto">
                <a:xfrm>
                  <a:off x="1056" y="1728"/>
                  <a:ext cx="380" cy="333"/>
                  <a:chOff x="912" y="2160"/>
                  <a:chExt cx="380" cy="333"/>
                </a:xfrm>
              </p:grpSpPr>
              <p:grpSp>
                <p:nvGrpSpPr>
                  <p:cNvPr id="6372" name="Group 228"/>
                  <p:cNvGrpSpPr>
                    <a:grpSpLocks/>
                  </p:cNvGrpSpPr>
                  <p:nvPr/>
                </p:nvGrpSpPr>
                <p:grpSpPr bwMode="auto">
                  <a:xfrm>
                    <a:off x="912" y="2160"/>
                    <a:ext cx="96" cy="89"/>
                    <a:chOff x="2523" y="1797"/>
                    <a:chExt cx="96" cy="89"/>
                  </a:xfrm>
                </p:grpSpPr>
                <p:sp>
                  <p:nvSpPr>
                    <p:cNvPr id="6373" name="Oval 2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74" y="1841"/>
                      <a:ext cx="45" cy="45"/>
                    </a:xfrm>
                    <a:prstGeom prst="ellipse">
                      <a:avLst/>
                    </a:pr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  <p:sp>
                  <p:nvSpPr>
                    <p:cNvPr id="6374" name="Freeform 230"/>
                    <p:cNvSpPr>
                      <a:spLocks/>
                    </p:cNvSpPr>
                    <p:nvPr/>
                  </p:nvSpPr>
                  <p:spPr bwMode="auto">
                    <a:xfrm>
                      <a:off x="2523" y="1797"/>
                      <a:ext cx="86" cy="82"/>
                    </a:xfrm>
                    <a:custGeom>
                      <a:avLst/>
                      <a:gdLst/>
                      <a:ahLst/>
                      <a:cxnLst>
                        <a:cxn ang="0">
                          <a:pos x="56" y="82"/>
                        </a:cxn>
                        <a:cxn ang="0">
                          <a:pos x="0" y="0"/>
                        </a:cxn>
                        <a:cxn ang="0">
                          <a:pos x="86" y="47"/>
                        </a:cxn>
                        <a:cxn ang="0">
                          <a:pos x="56" y="82"/>
                        </a:cxn>
                      </a:cxnLst>
                      <a:rect l="0" t="0" r="r" b="b"/>
                      <a:pathLst>
                        <a:path w="86" h="82">
                          <a:moveTo>
                            <a:pt x="56" y="82"/>
                          </a:moveTo>
                          <a:lnTo>
                            <a:pt x="0" y="0"/>
                          </a:lnTo>
                          <a:lnTo>
                            <a:pt x="86" y="47"/>
                          </a:lnTo>
                          <a:lnTo>
                            <a:pt x="56" y="82"/>
                          </a:lnTo>
                          <a:close/>
                        </a:path>
                      </a:pathLst>
                    </a:custGeom>
                    <a:solidFill>
                      <a:srgbClr val="9F9F9F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  <p:sp>
                <p:nvSpPr>
                  <p:cNvPr id="6375" name="Freeform 231"/>
                  <p:cNvSpPr>
                    <a:spLocks/>
                  </p:cNvSpPr>
                  <p:nvPr/>
                </p:nvSpPr>
                <p:spPr bwMode="auto">
                  <a:xfrm>
                    <a:off x="994" y="2234"/>
                    <a:ext cx="298" cy="257"/>
                  </a:xfrm>
                  <a:custGeom>
                    <a:avLst/>
                    <a:gdLst/>
                    <a:ahLst/>
                    <a:cxnLst>
                      <a:cxn ang="0">
                        <a:pos x="0" y="8"/>
                      </a:cxn>
                      <a:cxn ang="0">
                        <a:pos x="293" y="257"/>
                      </a:cxn>
                      <a:cxn ang="0">
                        <a:pos x="298" y="248"/>
                      </a:cxn>
                      <a:cxn ang="0">
                        <a:pos x="8" y="0"/>
                      </a:cxn>
                      <a:cxn ang="0">
                        <a:pos x="0" y="8"/>
                      </a:cxn>
                    </a:cxnLst>
                    <a:rect l="0" t="0" r="r" b="b"/>
                    <a:pathLst>
                      <a:path w="298" h="257">
                        <a:moveTo>
                          <a:pt x="0" y="8"/>
                        </a:moveTo>
                        <a:lnTo>
                          <a:pt x="293" y="257"/>
                        </a:lnTo>
                        <a:lnTo>
                          <a:pt x="298" y="248"/>
                        </a:lnTo>
                        <a:lnTo>
                          <a:pt x="8" y="0"/>
                        </a:lnTo>
                        <a:lnTo>
                          <a:pt x="0" y="8"/>
                        </a:lnTo>
                        <a:close/>
                      </a:path>
                    </a:pathLst>
                  </a:custGeom>
                  <a:solidFill>
                    <a:srgbClr val="9F9F9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grpSp>
                <p:nvGrpSpPr>
                  <p:cNvPr id="6376" name="Group 232"/>
                  <p:cNvGrpSpPr>
                    <a:grpSpLocks/>
                  </p:cNvGrpSpPr>
                  <p:nvPr/>
                </p:nvGrpSpPr>
                <p:grpSpPr bwMode="auto">
                  <a:xfrm>
                    <a:off x="912" y="2161"/>
                    <a:ext cx="380" cy="332"/>
                    <a:chOff x="2520" y="1785"/>
                    <a:chExt cx="380" cy="332"/>
                  </a:xfrm>
                </p:grpSpPr>
                <p:grpSp>
                  <p:nvGrpSpPr>
                    <p:cNvPr id="6377" name="Group 2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20" y="1785"/>
                      <a:ext cx="96" cy="89"/>
                      <a:chOff x="2520" y="1785"/>
                      <a:chExt cx="96" cy="89"/>
                    </a:xfrm>
                  </p:grpSpPr>
                  <p:sp>
                    <p:nvSpPr>
                      <p:cNvPr id="6378" name="Oval 2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572" y="1830"/>
                        <a:ext cx="44" cy="44"/>
                      </a:xfrm>
                      <a:prstGeom prst="ellipse">
                        <a:avLst/>
                      </a:pr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6379" name="Freeform 23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20" y="1785"/>
                        <a:ext cx="86" cy="8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82"/>
                          </a:cxn>
                          <a:cxn ang="0">
                            <a:pos x="0" y="0"/>
                          </a:cxn>
                          <a:cxn ang="0">
                            <a:pos x="86" y="48"/>
                          </a:cxn>
                          <a:cxn ang="0">
                            <a:pos x="56" y="82"/>
                          </a:cxn>
                        </a:cxnLst>
                        <a:rect l="0" t="0" r="r" b="b"/>
                        <a:pathLst>
                          <a:path w="86" h="82">
                            <a:moveTo>
                              <a:pt x="56" y="82"/>
                            </a:moveTo>
                            <a:lnTo>
                              <a:pt x="0" y="0"/>
                            </a:lnTo>
                            <a:lnTo>
                              <a:pt x="86" y="48"/>
                            </a:lnTo>
                            <a:lnTo>
                              <a:pt x="56" y="82"/>
                            </a:lnTo>
                            <a:close/>
                          </a:path>
                        </a:pathLst>
                      </a:custGeom>
                      <a:solidFill>
                        <a:srgbClr val="000000"/>
                      </a:solidFill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sp>
                  <p:nvSpPr>
                    <p:cNvPr id="6380" name="Freeform 236"/>
                    <p:cNvSpPr>
                      <a:spLocks/>
                    </p:cNvSpPr>
                    <p:nvPr/>
                  </p:nvSpPr>
                  <p:spPr bwMode="auto">
                    <a:xfrm>
                      <a:off x="2602" y="1859"/>
                      <a:ext cx="298" cy="25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8"/>
                        </a:cxn>
                        <a:cxn ang="0">
                          <a:pos x="293" y="258"/>
                        </a:cxn>
                        <a:cxn ang="0">
                          <a:pos x="298" y="248"/>
                        </a:cxn>
                        <a:cxn ang="0">
                          <a:pos x="8" y="0"/>
                        </a:cxn>
                        <a:cxn ang="0">
                          <a:pos x="0" y="8"/>
                        </a:cxn>
                      </a:cxnLst>
                      <a:rect l="0" t="0" r="r" b="b"/>
                      <a:pathLst>
                        <a:path w="298" h="258">
                          <a:moveTo>
                            <a:pt x="0" y="8"/>
                          </a:moveTo>
                          <a:lnTo>
                            <a:pt x="293" y="258"/>
                          </a:lnTo>
                          <a:lnTo>
                            <a:pt x="298" y="248"/>
                          </a:lnTo>
                          <a:lnTo>
                            <a:pt x="8" y="0"/>
                          </a:lnTo>
                          <a:lnTo>
                            <a:pt x="0" y="8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ru-RU"/>
                    </a:p>
                  </p:txBody>
                </p:sp>
              </p:grpSp>
            </p:grpSp>
          </p:grpSp>
        </p:grpSp>
        <p:grpSp>
          <p:nvGrpSpPr>
            <p:cNvPr id="6585" name="Group 441"/>
            <p:cNvGrpSpPr>
              <a:grpSpLocks/>
            </p:cNvGrpSpPr>
            <p:nvPr/>
          </p:nvGrpSpPr>
          <p:grpSpPr bwMode="auto">
            <a:xfrm rot="10759097">
              <a:off x="4465638" y="2705100"/>
              <a:ext cx="255587" cy="1028700"/>
              <a:chOff x="1236" y="2064"/>
              <a:chExt cx="161" cy="648"/>
            </a:xfrm>
          </p:grpSpPr>
          <p:sp>
            <p:nvSpPr>
              <p:cNvPr id="6586" name="Freeform 442"/>
              <p:cNvSpPr>
                <a:spLocks/>
              </p:cNvSpPr>
              <p:nvPr/>
            </p:nvSpPr>
            <p:spPr bwMode="auto">
              <a:xfrm>
                <a:off x="1248" y="2615"/>
                <a:ext cx="30" cy="97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15" y="28"/>
                  </a:cxn>
                  <a:cxn ang="0">
                    <a:pos x="0" y="94"/>
                  </a:cxn>
                  <a:cxn ang="0">
                    <a:pos x="15" y="97"/>
                  </a:cxn>
                  <a:cxn ang="0">
                    <a:pos x="30" y="31"/>
                  </a:cxn>
                  <a:cxn ang="0">
                    <a:pos x="29" y="0"/>
                  </a:cxn>
                </a:cxnLst>
                <a:rect l="0" t="0" r="r" b="b"/>
                <a:pathLst>
                  <a:path w="30" h="97">
                    <a:moveTo>
                      <a:pt x="29" y="0"/>
                    </a:moveTo>
                    <a:lnTo>
                      <a:pt x="15" y="28"/>
                    </a:lnTo>
                    <a:lnTo>
                      <a:pt x="0" y="94"/>
                    </a:lnTo>
                    <a:lnTo>
                      <a:pt x="15" y="97"/>
                    </a:lnTo>
                    <a:lnTo>
                      <a:pt x="30" y="31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9F9F9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6587" name="Line 443"/>
              <p:cNvSpPr>
                <a:spLocks noChangeShapeType="1"/>
              </p:cNvSpPr>
              <p:nvPr/>
            </p:nvSpPr>
            <p:spPr bwMode="auto">
              <a:xfrm flipV="1">
                <a:off x="1272" y="2064"/>
                <a:ext cx="125" cy="573"/>
              </a:xfrm>
              <a:prstGeom prst="line">
                <a:avLst/>
              </a:prstGeom>
              <a:noFill/>
              <a:ln w="12700">
                <a:solidFill>
                  <a:srgbClr val="9F9F9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ru-RU"/>
              </a:p>
            </p:txBody>
          </p:sp>
          <p:grpSp>
            <p:nvGrpSpPr>
              <p:cNvPr id="6588" name="Group 444"/>
              <p:cNvGrpSpPr>
                <a:grpSpLocks/>
              </p:cNvGrpSpPr>
              <p:nvPr/>
            </p:nvGrpSpPr>
            <p:grpSpPr bwMode="auto">
              <a:xfrm>
                <a:off x="1236" y="2064"/>
                <a:ext cx="149" cy="648"/>
                <a:chOff x="2844" y="1688"/>
                <a:chExt cx="149" cy="648"/>
              </a:xfrm>
            </p:grpSpPr>
            <p:sp>
              <p:nvSpPr>
                <p:cNvPr id="6589" name="Freeform 445"/>
                <p:cNvSpPr>
                  <a:spLocks/>
                </p:cNvSpPr>
                <p:nvPr/>
              </p:nvSpPr>
              <p:spPr bwMode="auto">
                <a:xfrm>
                  <a:off x="2844" y="2238"/>
                  <a:ext cx="30" cy="98"/>
                </a:xfrm>
                <a:custGeom>
                  <a:avLst/>
                  <a:gdLst/>
                  <a:ahLst/>
                  <a:cxnLst>
                    <a:cxn ang="0">
                      <a:pos x="29" y="0"/>
                    </a:cxn>
                    <a:cxn ang="0">
                      <a:pos x="15" y="28"/>
                    </a:cxn>
                    <a:cxn ang="0">
                      <a:pos x="0" y="94"/>
                    </a:cxn>
                    <a:cxn ang="0">
                      <a:pos x="15" y="98"/>
                    </a:cxn>
                    <a:cxn ang="0">
                      <a:pos x="30" y="32"/>
                    </a:cxn>
                    <a:cxn ang="0">
                      <a:pos x="29" y="0"/>
                    </a:cxn>
                  </a:cxnLst>
                  <a:rect l="0" t="0" r="r" b="b"/>
                  <a:pathLst>
                    <a:path w="30" h="98">
                      <a:moveTo>
                        <a:pt x="29" y="0"/>
                      </a:moveTo>
                      <a:lnTo>
                        <a:pt x="15" y="28"/>
                      </a:lnTo>
                      <a:lnTo>
                        <a:pt x="0" y="94"/>
                      </a:lnTo>
                      <a:lnTo>
                        <a:pt x="15" y="98"/>
                      </a:lnTo>
                      <a:lnTo>
                        <a:pt x="30" y="32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6590" name="Line 446"/>
                <p:cNvSpPr>
                  <a:spLocks noChangeShapeType="1"/>
                </p:cNvSpPr>
                <p:nvPr/>
              </p:nvSpPr>
              <p:spPr bwMode="auto">
                <a:xfrm flipV="1">
                  <a:off x="2867" y="1688"/>
                  <a:ext cx="126" cy="57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81808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BAC8E-C7D7-43B9-A371-CFE5E64D5B79}" type="slidenum">
              <a:rPr lang="ru-RU"/>
              <a:pPr/>
              <a:t>5</a:t>
            </a:fld>
            <a:endParaRPr lang="ru-RU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323850" y="260350"/>
            <a:ext cx="5327650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ru-RU"/>
              <a:t>Если требуется добавить эффект, заставляющий объект перемещаться в пределах слайда по определенному маршруту, выберите значок   </a:t>
            </a:r>
            <a:r>
              <a:rPr lang="ru-RU" b="1"/>
              <a:t>Пути перемещения</a:t>
            </a:r>
            <a:r>
              <a:rPr lang="ru-RU"/>
              <a:t>, а затем — нужный эффект (например, «Вниз и вправо»</a:t>
            </a:r>
            <a:r>
              <a:rPr lang="en-US"/>
              <a:t>)</a:t>
            </a:r>
            <a:r>
              <a:rPr lang="ru-RU"/>
              <a:t>. </a:t>
            </a:r>
          </a:p>
          <a:p>
            <a:pPr>
              <a:spcBef>
                <a:spcPct val="50000"/>
              </a:spcBef>
            </a:pPr>
            <a:endParaRPr lang="ru-RU"/>
          </a:p>
        </p:txBody>
      </p:sp>
      <p:grpSp>
        <p:nvGrpSpPr>
          <p:cNvPr id="22533" name="Group 5"/>
          <p:cNvGrpSpPr>
            <a:grpSpLocks/>
          </p:cNvGrpSpPr>
          <p:nvPr/>
        </p:nvGrpSpPr>
        <p:grpSpPr bwMode="auto">
          <a:xfrm>
            <a:off x="5407025" y="-63500"/>
            <a:ext cx="1685925" cy="2365375"/>
            <a:chOff x="3107" y="2614"/>
            <a:chExt cx="812" cy="1140"/>
          </a:xfrm>
        </p:grpSpPr>
        <p:sp>
          <p:nvSpPr>
            <p:cNvPr id="22534" name="AutoShape 6"/>
            <p:cNvSpPr>
              <a:spLocks noChangeAspect="1" noChangeArrowheads="1" noTextEdit="1"/>
            </p:cNvSpPr>
            <p:nvPr/>
          </p:nvSpPr>
          <p:spPr bwMode="auto">
            <a:xfrm>
              <a:off x="3107" y="2614"/>
              <a:ext cx="812" cy="1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35" name="Freeform 7"/>
            <p:cNvSpPr>
              <a:spLocks/>
            </p:cNvSpPr>
            <p:nvPr/>
          </p:nvSpPr>
          <p:spPr bwMode="auto">
            <a:xfrm>
              <a:off x="3567" y="3625"/>
              <a:ext cx="120" cy="69"/>
            </a:xfrm>
            <a:custGeom>
              <a:avLst/>
              <a:gdLst/>
              <a:ahLst/>
              <a:cxnLst>
                <a:cxn ang="0">
                  <a:pos x="171" y="138"/>
                </a:cxn>
                <a:cxn ang="0">
                  <a:pos x="152" y="134"/>
                </a:cxn>
                <a:cxn ang="0">
                  <a:pos x="138" y="127"/>
                </a:cxn>
                <a:cxn ang="0">
                  <a:pos x="130" y="118"/>
                </a:cxn>
                <a:cxn ang="0">
                  <a:pos x="124" y="106"/>
                </a:cxn>
                <a:cxn ang="0">
                  <a:pos x="118" y="94"/>
                </a:cxn>
                <a:cxn ang="0">
                  <a:pos x="111" y="84"/>
                </a:cxn>
                <a:cxn ang="0">
                  <a:pos x="102" y="74"/>
                </a:cxn>
                <a:cxn ang="0">
                  <a:pos x="89" y="67"/>
                </a:cxn>
                <a:cxn ang="0">
                  <a:pos x="75" y="68"/>
                </a:cxn>
                <a:cxn ang="0">
                  <a:pos x="64" y="70"/>
                </a:cxn>
                <a:cxn ang="0">
                  <a:pos x="56" y="75"/>
                </a:cxn>
                <a:cxn ang="0">
                  <a:pos x="50" y="81"/>
                </a:cxn>
                <a:cxn ang="0">
                  <a:pos x="46" y="88"/>
                </a:cxn>
                <a:cxn ang="0">
                  <a:pos x="45" y="98"/>
                </a:cxn>
                <a:cxn ang="0">
                  <a:pos x="46" y="111"/>
                </a:cxn>
                <a:cxn ang="0">
                  <a:pos x="50" y="126"/>
                </a:cxn>
                <a:cxn ang="0">
                  <a:pos x="45" y="126"/>
                </a:cxn>
                <a:cxn ang="0">
                  <a:pos x="38" y="126"/>
                </a:cxn>
                <a:cxn ang="0">
                  <a:pos x="31" y="126"/>
                </a:cxn>
                <a:cxn ang="0">
                  <a:pos x="27" y="126"/>
                </a:cxn>
                <a:cxn ang="0">
                  <a:pos x="26" y="104"/>
                </a:cxn>
                <a:cxn ang="0">
                  <a:pos x="23" y="84"/>
                </a:cxn>
                <a:cxn ang="0">
                  <a:pos x="18" y="66"/>
                </a:cxn>
                <a:cxn ang="0">
                  <a:pos x="7" y="47"/>
                </a:cxn>
                <a:cxn ang="0">
                  <a:pos x="3" y="36"/>
                </a:cxn>
                <a:cxn ang="0">
                  <a:pos x="0" y="21"/>
                </a:cxn>
                <a:cxn ang="0">
                  <a:pos x="1" y="7"/>
                </a:cxn>
                <a:cxn ang="0">
                  <a:pos x="11" y="0"/>
                </a:cxn>
                <a:cxn ang="0">
                  <a:pos x="23" y="13"/>
                </a:cxn>
                <a:cxn ang="0">
                  <a:pos x="39" y="24"/>
                </a:cxn>
                <a:cxn ang="0">
                  <a:pos x="58" y="33"/>
                </a:cxn>
                <a:cxn ang="0">
                  <a:pos x="77" y="42"/>
                </a:cxn>
                <a:cxn ang="0">
                  <a:pos x="98" y="47"/>
                </a:cxn>
                <a:cxn ang="0">
                  <a:pos x="120" y="52"/>
                </a:cxn>
                <a:cxn ang="0">
                  <a:pos x="140" y="54"/>
                </a:cxn>
                <a:cxn ang="0">
                  <a:pos x="159" y="55"/>
                </a:cxn>
                <a:cxn ang="0">
                  <a:pos x="162" y="54"/>
                </a:cxn>
                <a:cxn ang="0">
                  <a:pos x="165" y="53"/>
                </a:cxn>
                <a:cxn ang="0">
                  <a:pos x="168" y="52"/>
                </a:cxn>
                <a:cxn ang="0">
                  <a:pos x="173" y="52"/>
                </a:cxn>
                <a:cxn ang="0">
                  <a:pos x="180" y="66"/>
                </a:cxn>
                <a:cxn ang="0">
                  <a:pos x="185" y="76"/>
                </a:cxn>
                <a:cxn ang="0">
                  <a:pos x="190" y="82"/>
                </a:cxn>
                <a:cxn ang="0">
                  <a:pos x="195" y="88"/>
                </a:cxn>
                <a:cxn ang="0">
                  <a:pos x="201" y="91"/>
                </a:cxn>
                <a:cxn ang="0">
                  <a:pos x="210" y="93"/>
                </a:cxn>
                <a:cxn ang="0">
                  <a:pos x="221" y="98"/>
                </a:cxn>
                <a:cxn ang="0">
                  <a:pos x="236" y="103"/>
                </a:cxn>
                <a:cxn ang="0">
                  <a:pos x="240" y="109"/>
                </a:cxn>
                <a:cxn ang="0">
                  <a:pos x="240" y="115"/>
                </a:cxn>
                <a:cxn ang="0">
                  <a:pos x="236" y="121"/>
                </a:cxn>
                <a:cxn ang="0">
                  <a:pos x="231" y="126"/>
                </a:cxn>
                <a:cxn ang="0">
                  <a:pos x="224" y="129"/>
                </a:cxn>
                <a:cxn ang="0">
                  <a:pos x="216" y="132"/>
                </a:cxn>
                <a:cxn ang="0">
                  <a:pos x="209" y="136"/>
                </a:cxn>
                <a:cxn ang="0">
                  <a:pos x="202" y="137"/>
                </a:cxn>
                <a:cxn ang="0">
                  <a:pos x="193" y="138"/>
                </a:cxn>
                <a:cxn ang="0">
                  <a:pos x="186" y="138"/>
                </a:cxn>
                <a:cxn ang="0">
                  <a:pos x="180" y="138"/>
                </a:cxn>
                <a:cxn ang="0">
                  <a:pos x="171" y="138"/>
                </a:cxn>
                <a:cxn ang="0">
                  <a:pos x="171" y="138"/>
                </a:cxn>
                <a:cxn ang="0">
                  <a:pos x="171" y="138"/>
                </a:cxn>
              </a:cxnLst>
              <a:rect l="0" t="0" r="r" b="b"/>
              <a:pathLst>
                <a:path w="240" h="138">
                  <a:moveTo>
                    <a:pt x="171" y="138"/>
                  </a:moveTo>
                  <a:lnTo>
                    <a:pt x="152" y="134"/>
                  </a:lnTo>
                  <a:lnTo>
                    <a:pt x="138" y="127"/>
                  </a:lnTo>
                  <a:lnTo>
                    <a:pt x="130" y="118"/>
                  </a:lnTo>
                  <a:lnTo>
                    <a:pt x="124" y="106"/>
                  </a:lnTo>
                  <a:lnTo>
                    <a:pt x="118" y="94"/>
                  </a:lnTo>
                  <a:lnTo>
                    <a:pt x="111" y="84"/>
                  </a:lnTo>
                  <a:lnTo>
                    <a:pt x="102" y="74"/>
                  </a:lnTo>
                  <a:lnTo>
                    <a:pt x="89" y="67"/>
                  </a:lnTo>
                  <a:lnTo>
                    <a:pt x="75" y="68"/>
                  </a:lnTo>
                  <a:lnTo>
                    <a:pt x="64" y="70"/>
                  </a:lnTo>
                  <a:lnTo>
                    <a:pt x="56" y="75"/>
                  </a:lnTo>
                  <a:lnTo>
                    <a:pt x="50" y="81"/>
                  </a:lnTo>
                  <a:lnTo>
                    <a:pt x="46" y="88"/>
                  </a:lnTo>
                  <a:lnTo>
                    <a:pt x="45" y="98"/>
                  </a:lnTo>
                  <a:lnTo>
                    <a:pt x="46" y="111"/>
                  </a:lnTo>
                  <a:lnTo>
                    <a:pt x="50" y="126"/>
                  </a:lnTo>
                  <a:lnTo>
                    <a:pt x="45" y="126"/>
                  </a:lnTo>
                  <a:lnTo>
                    <a:pt x="38" y="126"/>
                  </a:lnTo>
                  <a:lnTo>
                    <a:pt x="31" y="126"/>
                  </a:lnTo>
                  <a:lnTo>
                    <a:pt x="27" y="126"/>
                  </a:lnTo>
                  <a:lnTo>
                    <a:pt x="26" y="104"/>
                  </a:lnTo>
                  <a:lnTo>
                    <a:pt x="23" y="84"/>
                  </a:lnTo>
                  <a:lnTo>
                    <a:pt x="18" y="66"/>
                  </a:lnTo>
                  <a:lnTo>
                    <a:pt x="7" y="47"/>
                  </a:lnTo>
                  <a:lnTo>
                    <a:pt x="3" y="36"/>
                  </a:lnTo>
                  <a:lnTo>
                    <a:pt x="0" y="21"/>
                  </a:lnTo>
                  <a:lnTo>
                    <a:pt x="1" y="7"/>
                  </a:lnTo>
                  <a:lnTo>
                    <a:pt x="11" y="0"/>
                  </a:lnTo>
                  <a:lnTo>
                    <a:pt x="23" y="13"/>
                  </a:lnTo>
                  <a:lnTo>
                    <a:pt x="39" y="24"/>
                  </a:lnTo>
                  <a:lnTo>
                    <a:pt x="58" y="33"/>
                  </a:lnTo>
                  <a:lnTo>
                    <a:pt x="77" y="42"/>
                  </a:lnTo>
                  <a:lnTo>
                    <a:pt x="98" y="47"/>
                  </a:lnTo>
                  <a:lnTo>
                    <a:pt x="120" y="52"/>
                  </a:lnTo>
                  <a:lnTo>
                    <a:pt x="140" y="54"/>
                  </a:lnTo>
                  <a:lnTo>
                    <a:pt x="159" y="55"/>
                  </a:lnTo>
                  <a:lnTo>
                    <a:pt x="162" y="54"/>
                  </a:lnTo>
                  <a:lnTo>
                    <a:pt x="165" y="53"/>
                  </a:lnTo>
                  <a:lnTo>
                    <a:pt x="168" y="52"/>
                  </a:lnTo>
                  <a:lnTo>
                    <a:pt x="173" y="52"/>
                  </a:lnTo>
                  <a:lnTo>
                    <a:pt x="180" y="66"/>
                  </a:lnTo>
                  <a:lnTo>
                    <a:pt x="185" y="76"/>
                  </a:lnTo>
                  <a:lnTo>
                    <a:pt x="190" y="82"/>
                  </a:lnTo>
                  <a:lnTo>
                    <a:pt x="195" y="88"/>
                  </a:lnTo>
                  <a:lnTo>
                    <a:pt x="201" y="91"/>
                  </a:lnTo>
                  <a:lnTo>
                    <a:pt x="210" y="93"/>
                  </a:lnTo>
                  <a:lnTo>
                    <a:pt x="221" y="98"/>
                  </a:lnTo>
                  <a:lnTo>
                    <a:pt x="236" y="103"/>
                  </a:lnTo>
                  <a:lnTo>
                    <a:pt x="240" y="109"/>
                  </a:lnTo>
                  <a:lnTo>
                    <a:pt x="240" y="115"/>
                  </a:lnTo>
                  <a:lnTo>
                    <a:pt x="236" y="121"/>
                  </a:lnTo>
                  <a:lnTo>
                    <a:pt x="231" y="126"/>
                  </a:lnTo>
                  <a:lnTo>
                    <a:pt x="224" y="129"/>
                  </a:lnTo>
                  <a:lnTo>
                    <a:pt x="216" y="132"/>
                  </a:lnTo>
                  <a:lnTo>
                    <a:pt x="209" y="136"/>
                  </a:lnTo>
                  <a:lnTo>
                    <a:pt x="202" y="137"/>
                  </a:lnTo>
                  <a:lnTo>
                    <a:pt x="193" y="138"/>
                  </a:lnTo>
                  <a:lnTo>
                    <a:pt x="186" y="138"/>
                  </a:lnTo>
                  <a:lnTo>
                    <a:pt x="180" y="138"/>
                  </a:lnTo>
                  <a:lnTo>
                    <a:pt x="171" y="138"/>
                  </a:lnTo>
                  <a:lnTo>
                    <a:pt x="171" y="138"/>
                  </a:lnTo>
                  <a:lnTo>
                    <a:pt x="171" y="138"/>
                  </a:lnTo>
                  <a:close/>
                </a:path>
              </a:pathLst>
            </a:custGeom>
            <a:solidFill>
              <a:srgbClr val="7C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36" name="Freeform 8"/>
            <p:cNvSpPr>
              <a:spLocks/>
            </p:cNvSpPr>
            <p:nvPr/>
          </p:nvSpPr>
          <p:spPr bwMode="auto">
            <a:xfrm>
              <a:off x="3265" y="3528"/>
              <a:ext cx="95" cy="121"/>
            </a:xfrm>
            <a:custGeom>
              <a:avLst/>
              <a:gdLst/>
              <a:ahLst/>
              <a:cxnLst>
                <a:cxn ang="0">
                  <a:pos x="168" y="240"/>
                </a:cxn>
                <a:cxn ang="0">
                  <a:pos x="154" y="238"/>
                </a:cxn>
                <a:cxn ang="0">
                  <a:pos x="140" y="236"/>
                </a:cxn>
                <a:cxn ang="0">
                  <a:pos x="129" y="231"/>
                </a:cxn>
                <a:cxn ang="0">
                  <a:pos x="117" y="225"/>
                </a:cxn>
                <a:cxn ang="0">
                  <a:pos x="107" y="217"/>
                </a:cxn>
                <a:cxn ang="0">
                  <a:pos x="99" y="209"/>
                </a:cxn>
                <a:cxn ang="0">
                  <a:pos x="90" y="199"/>
                </a:cxn>
                <a:cxn ang="0">
                  <a:pos x="83" y="186"/>
                </a:cxn>
                <a:cxn ang="0">
                  <a:pos x="80" y="173"/>
                </a:cxn>
                <a:cxn ang="0">
                  <a:pos x="77" y="157"/>
                </a:cxn>
                <a:cxn ang="0">
                  <a:pos x="73" y="141"/>
                </a:cxn>
                <a:cxn ang="0">
                  <a:pos x="69" y="124"/>
                </a:cxn>
                <a:cxn ang="0">
                  <a:pos x="63" y="111"/>
                </a:cxn>
                <a:cxn ang="0">
                  <a:pos x="54" y="102"/>
                </a:cxn>
                <a:cxn ang="0">
                  <a:pos x="42" y="99"/>
                </a:cxn>
                <a:cxn ang="0">
                  <a:pos x="27" y="104"/>
                </a:cxn>
                <a:cxn ang="0">
                  <a:pos x="24" y="110"/>
                </a:cxn>
                <a:cxn ang="0">
                  <a:pos x="20" y="122"/>
                </a:cxn>
                <a:cxn ang="0">
                  <a:pos x="16" y="131"/>
                </a:cxn>
                <a:cxn ang="0">
                  <a:pos x="12" y="135"/>
                </a:cxn>
                <a:cxn ang="0">
                  <a:pos x="10" y="131"/>
                </a:cxn>
                <a:cxn ang="0">
                  <a:pos x="7" y="127"/>
                </a:cxn>
                <a:cxn ang="0">
                  <a:pos x="3" y="126"/>
                </a:cxn>
                <a:cxn ang="0">
                  <a:pos x="0" y="125"/>
                </a:cxn>
                <a:cxn ang="0">
                  <a:pos x="1" y="123"/>
                </a:cxn>
                <a:cxn ang="0">
                  <a:pos x="3" y="119"/>
                </a:cxn>
                <a:cxn ang="0">
                  <a:pos x="7" y="114"/>
                </a:cxn>
                <a:cxn ang="0">
                  <a:pos x="12" y="104"/>
                </a:cxn>
                <a:cxn ang="0">
                  <a:pos x="15" y="94"/>
                </a:cxn>
                <a:cxn ang="0">
                  <a:pos x="16" y="79"/>
                </a:cxn>
                <a:cxn ang="0">
                  <a:pos x="18" y="63"/>
                </a:cxn>
                <a:cxn ang="0">
                  <a:pos x="22" y="46"/>
                </a:cxn>
                <a:cxn ang="0">
                  <a:pos x="25" y="30"/>
                </a:cxn>
                <a:cxn ang="0">
                  <a:pos x="31" y="16"/>
                </a:cxn>
                <a:cxn ang="0">
                  <a:pos x="39" y="5"/>
                </a:cxn>
                <a:cxn ang="0">
                  <a:pos x="50" y="0"/>
                </a:cxn>
                <a:cxn ang="0">
                  <a:pos x="50" y="15"/>
                </a:cxn>
                <a:cxn ang="0">
                  <a:pos x="52" y="27"/>
                </a:cxn>
                <a:cxn ang="0">
                  <a:pos x="54" y="39"/>
                </a:cxn>
                <a:cxn ang="0">
                  <a:pos x="57" y="50"/>
                </a:cxn>
                <a:cxn ang="0">
                  <a:pos x="62" y="61"/>
                </a:cxn>
                <a:cxn ang="0">
                  <a:pos x="69" y="72"/>
                </a:cxn>
                <a:cxn ang="0">
                  <a:pos x="76" y="85"/>
                </a:cxn>
                <a:cxn ang="0">
                  <a:pos x="85" y="100"/>
                </a:cxn>
                <a:cxn ang="0">
                  <a:pos x="91" y="108"/>
                </a:cxn>
                <a:cxn ang="0">
                  <a:pos x="98" y="116"/>
                </a:cxn>
                <a:cxn ang="0">
                  <a:pos x="105" y="125"/>
                </a:cxn>
                <a:cxn ang="0">
                  <a:pos x="111" y="132"/>
                </a:cxn>
                <a:cxn ang="0">
                  <a:pos x="120" y="138"/>
                </a:cxn>
                <a:cxn ang="0">
                  <a:pos x="129" y="142"/>
                </a:cxn>
                <a:cxn ang="0">
                  <a:pos x="139" y="145"/>
                </a:cxn>
                <a:cxn ang="0">
                  <a:pos x="152" y="144"/>
                </a:cxn>
                <a:cxn ang="0">
                  <a:pos x="154" y="165"/>
                </a:cxn>
                <a:cxn ang="0">
                  <a:pos x="156" y="179"/>
                </a:cxn>
                <a:cxn ang="0">
                  <a:pos x="163" y="191"/>
                </a:cxn>
                <a:cxn ang="0">
                  <a:pos x="181" y="206"/>
                </a:cxn>
                <a:cxn ang="0">
                  <a:pos x="186" y="217"/>
                </a:cxn>
                <a:cxn ang="0">
                  <a:pos x="189" y="228"/>
                </a:cxn>
                <a:cxn ang="0">
                  <a:pos x="183" y="236"/>
                </a:cxn>
                <a:cxn ang="0">
                  <a:pos x="168" y="240"/>
                </a:cxn>
                <a:cxn ang="0">
                  <a:pos x="168" y="240"/>
                </a:cxn>
                <a:cxn ang="0">
                  <a:pos x="168" y="240"/>
                </a:cxn>
              </a:cxnLst>
              <a:rect l="0" t="0" r="r" b="b"/>
              <a:pathLst>
                <a:path w="189" h="240">
                  <a:moveTo>
                    <a:pt x="168" y="240"/>
                  </a:moveTo>
                  <a:lnTo>
                    <a:pt x="154" y="238"/>
                  </a:lnTo>
                  <a:lnTo>
                    <a:pt x="140" y="236"/>
                  </a:lnTo>
                  <a:lnTo>
                    <a:pt x="129" y="231"/>
                  </a:lnTo>
                  <a:lnTo>
                    <a:pt x="117" y="225"/>
                  </a:lnTo>
                  <a:lnTo>
                    <a:pt x="107" y="217"/>
                  </a:lnTo>
                  <a:lnTo>
                    <a:pt x="99" y="209"/>
                  </a:lnTo>
                  <a:lnTo>
                    <a:pt x="90" y="199"/>
                  </a:lnTo>
                  <a:lnTo>
                    <a:pt x="83" y="186"/>
                  </a:lnTo>
                  <a:lnTo>
                    <a:pt x="80" y="173"/>
                  </a:lnTo>
                  <a:lnTo>
                    <a:pt x="77" y="157"/>
                  </a:lnTo>
                  <a:lnTo>
                    <a:pt x="73" y="141"/>
                  </a:lnTo>
                  <a:lnTo>
                    <a:pt x="69" y="124"/>
                  </a:lnTo>
                  <a:lnTo>
                    <a:pt x="63" y="111"/>
                  </a:lnTo>
                  <a:lnTo>
                    <a:pt x="54" y="102"/>
                  </a:lnTo>
                  <a:lnTo>
                    <a:pt x="42" y="99"/>
                  </a:lnTo>
                  <a:lnTo>
                    <a:pt x="27" y="104"/>
                  </a:lnTo>
                  <a:lnTo>
                    <a:pt x="24" y="110"/>
                  </a:lnTo>
                  <a:lnTo>
                    <a:pt x="20" y="122"/>
                  </a:lnTo>
                  <a:lnTo>
                    <a:pt x="16" y="131"/>
                  </a:lnTo>
                  <a:lnTo>
                    <a:pt x="12" y="135"/>
                  </a:lnTo>
                  <a:lnTo>
                    <a:pt x="10" y="131"/>
                  </a:lnTo>
                  <a:lnTo>
                    <a:pt x="7" y="127"/>
                  </a:lnTo>
                  <a:lnTo>
                    <a:pt x="3" y="126"/>
                  </a:lnTo>
                  <a:lnTo>
                    <a:pt x="0" y="125"/>
                  </a:lnTo>
                  <a:lnTo>
                    <a:pt x="1" y="123"/>
                  </a:lnTo>
                  <a:lnTo>
                    <a:pt x="3" y="119"/>
                  </a:lnTo>
                  <a:lnTo>
                    <a:pt x="7" y="114"/>
                  </a:lnTo>
                  <a:lnTo>
                    <a:pt x="12" y="104"/>
                  </a:lnTo>
                  <a:lnTo>
                    <a:pt x="15" y="94"/>
                  </a:lnTo>
                  <a:lnTo>
                    <a:pt x="16" y="79"/>
                  </a:lnTo>
                  <a:lnTo>
                    <a:pt x="18" y="63"/>
                  </a:lnTo>
                  <a:lnTo>
                    <a:pt x="22" y="46"/>
                  </a:lnTo>
                  <a:lnTo>
                    <a:pt x="25" y="30"/>
                  </a:lnTo>
                  <a:lnTo>
                    <a:pt x="31" y="16"/>
                  </a:lnTo>
                  <a:lnTo>
                    <a:pt x="39" y="5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52" y="27"/>
                  </a:lnTo>
                  <a:lnTo>
                    <a:pt x="54" y="39"/>
                  </a:lnTo>
                  <a:lnTo>
                    <a:pt x="57" y="50"/>
                  </a:lnTo>
                  <a:lnTo>
                    <a:pt x="62" y="61"/>
                  </a:lnTo>
                  <a:lnTo>
                    <a:pt x="69" y="72"/>
                  </a:lnTo>
                  <a:lnTo>
                    <a:pt x="76" y="85"/>
                  </a:lnTo>
                  <a:lnTo>
                    <a:pt x="85" y="100"/>
                  </a:lnTo>
                  <a:lnTo>
                    <a:pt x="91" y="108"/>
                  </a:lnTo>
                  <a:lnTo>
                    <a:pt x="98" y="116"/>
                  </a:lnTo>
                  <a:lnTo>
                    <a:pt x="105" y="125"/>
                  </a:lnTo>
                  <a:lnTo>
                    <a:pt x="111" y="132"/>
                  </a:lnTo>
                  <a:lnTo>
                    <a:pt x="120" y="138"/>
                  </a:lnTo>
                  <a:lnTo>
                    <a:pt x="129" y="142"/>
                  </a:lnTo>
                  <a:lnTo>
                    <a:pt x="139" y="145"/>
                  </a:lnTo>
                  <a:lnTo>
                    <a:pt x="152" y="144"/>
                  </a:lnTo>
                  <a:lnTo>
                    <a:pt x="154" y="165"/>
                  </a:lnTo>
                  <a:lnTo>
                    <a:pt x="156" y="179"/>
                  </a:lnTo>
                  <a:lnTo>
                    <a:pt x="163" y="191"/>
                  </a:lnTo>
                  <a:lnTo>
                    <a:pt x="181" y="206"/>
                  </a:lnTo>
                  <a:lnTo>
                    <a:pt x="186" y="217"/>
                  </a:lnTo>
                  <a:lnTo>
                    <a:pt x="189" y="228"/>
                  </a:lnTo>
                  <a:lnTo>
                    <a:pt x="183" y="236"/>
                  </a:lnTo>
                  <a:lnTo>
                    <a:pt x="168" y="240"/>
                  </a:lnTo>
                  <a:lnTo>
                    <a:pt x="168" y="240"/>
                  </a:lnTo>
                  <a:lnTo>
                    <a:pt x="168" y="240"/>
                  </a:lnTo>
                  <a:close/>
                </a:path>
              </a:pathLst>
            </a:custGeom>
            <a:solidFill>
              <a:srgbClr val="7C4C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37" name="Freeform 9"/>
            <p:cNvSpPr>
              <a:spLocks/>
            </p:cNvSpPr>
            <p:nvPr/>
          </p:nvSpPr>
          <p:spPr bwMode="auto">
            <a:xfrm>
              <a:off x="3509" y="3285"/>
              <a:ext cx="140" cy="364"/>
            </a:xfrm>
            <a:custGeom>
              <a:avLst/>
              <a:gdLst/>
              <a:ahLst/>
              <a:cxnLst>
                <a:cxn ang="0">
                  <a:pos x="241" y="723"/>
                </a:cxn>
                <a:cxn ang="0">
                  <a:pos x="204" y="714"/>
                </a:cxn>
                <a:cxn ang="0">
                  <a:pos x="170" y="699"/>
                </a:cxn>
                <a:cxn ang="0">
                  <a:pos x="140" y="678"/>
                </a:cxn>
                <a:cxn ang="0">
                  <a:pos x="128" y="640"/>
                </a:cxn>
                <a:cxn ang="0">
                  <a:pos x="122" y="594"/>
                </a:cxn>
                <a:cxn ang="0">
                  <a:pos x="112" y="549"/>
                </a:cxn>
                <a:cxn ang="0">
                  <a:pos x="97" y="505"/>
                </a:cxn>
                <a:cxn ang="0">
                  <a:pos x="77" y="463"/>
                </a:cxn>
                <a:cxn ang="0">
                  <a:pos x="59" y="419"/>
                </a:cxn>
                <a:cxn ang="0">
                  <a:pos x="40" y="376"/>
                </a:cxn>
                <a:cxn ang="0">
                  <a:pos x="23" y="332"/>
                </a:cxn>
                <a:cxn ang="0">
                  <a:pos x="8" y="281"/>
                </a:cxn>
                <a:cxn ang="0">
                  <a:pos x="1" y="222"/>
                </a:cxn>
                <a:cxn ang="0">
                  <a:pos x="6" y="159"/>
                </a:cxn>
                <a:cxn ang="0">
                  <a:pos x="13" y="85"/>
                </a:cxn>
                <a:cxn ang="0">
                  <a:pos x="21" y="53"/>
                </a:cxn>
                <a:cxn ang="0">
                  <a:pos x="58" y="45"/>
                </a:cxn>
                <a:cxn ang="0">
                  <a:pos x="96" y="30"/>
                </a:cxn>
                <a:cxn ang="0">
                  <a:pos x="128" y="11"/>
                </a:cxn>
                <a:cxn ang="0">
                  <a:pos x="139" y="0"/>
                </a:cxn>
                <a:cxn ang="0">
                  <a:pos x="143" y="0"/>
                </a:cxn>
                <a:cxn ang="0">
                  <a:pos x="146" y="24"/>
                </a:cxn>
                <a:cxn ang="0">
                  <a:pos x="145" y="77"/>
                </a:cxn>
                <a:cxn ang="0">
                  <a:pos x="142" y="122"/>
                </a:cxn>
                <a:cxn ang="0">
                  <a:pos x="140" y="159"/>
                </a:cxn>
                <a:cxn ang="0">
                  <a:pos x="142" y="229"/>
                </a:cxn>
                <a:cxn ang="0">
                  <a:pos x="152" y="332"/>
                </a:cxn>
                <a:cxn ang="0">
                  <a:pos x="167" y="436"/>
                </a:cxn>
                <a:cxn ang="0">
                  <a:pos x="188" y="540"/>
                </a:cxn>
                <a:cxn ang="0">
                  <a:pos x="206" y="607"/>
                </a:cxn>
                <a:cxn ang="0">
                  <a:pos x="225" y="639"/>
                </a:cxn>
                <a:cxn ang="0">
                  <a:pos x="246" y="670"/>
                </a:cxn>
                <a:cxn ang="0">
                  <a:pos x="269" y="701"/>
                </a:cxn>
                <a:cxn ang="0">
                  <a:pos x="278" y="722"/>
                </a:cxn>
                <a:cxn ang="0">
                  <a:pos x="266" y="725"/>
                </a:cxn>
                <a:cxn ang="0">
                  <a:pos x="259" y="726"/>
                </a:cxn>
              </a:cxnLst>
              <a:rect l="0" t="0" r="r" b="b"/>
              <a:pathLst>
                <a:path w="280" h="726">
                  <a:moveTo>
                    <a:pt x="259" y="726"/>
                  </a:moveTo>
                  <a:lnTo>
                    <a:pt x="241" y="723"/>
                  </a:lnTo>
                  <a:lnTo>
                    <a:pt x="222" y="719"/>
                  </a:lnTo>
                  <a:lnTo>
                    <a:pt x="204" y="714"/>
                  </a:lnTo>
                  <a:lnTo>
                    <a:pt x="187" y="707"/>
                  </a:lnTo>
                  <a:lnTo>
                    <a:pt x="170" y="699"/>
                  </a:lnTo>
                  <a:lnTo>
                    <a:pt x="155" y="689"/>
                  </a:lnTo>
                  <a:lnTo>
                    <a:pt x="140" y="678"/>
                  </a:lnTo>
                  <a:lnTo>
                    <a:pt x="128" y="664"/>
                  </a:lnTo>
                  <a:lnTo>
                    <a:pt x="128" y="640"/>
                  </a:lnTo>
                  <a:lnTo>
                    <a:pt x="125" y="617"/>
                  </a:lnTo>
                  <a:lnTo>
                    <a:pt x="122" y="594"/>
                  </a:lnTo>
                  <a:lnTo>
                    <a:pt x="117" y="571"/>
                  </a:lnTo>
                  <a:lnTo>
                    <a:pt x="112" y="549"/>
                  </a:lnTo>
                  <a:lnTo>
                    <a:pt x="105" y="527"/>
                  </a:lnTo>
                  <a:lnTo>
                    <a:pt x="97" y="505"/>
                  </a:lnTo>
                  <a:lnTo>
                    <a:pt x="87" y="484"/>
                  </a:lnTo>
                  <a:lnTo>
                    <a:pt x="77" y="463"/>
                  </a:lnTo>
                  <a:lnTo>
                    <a:pt x="68" y="441"/>
                  </a:lnTo>
                  <a:lnTo>
                    <a:pt x="59" y="419"/>
                  </a:lnTo>
                  <a:lnTo>
                    <a:pt x="49" y="397"/>
                  </a:lnTo>
                  <a:lnTo>
                    <a:pt x="40" y="376"/>
                  </a:lnTo>
                  <a:lnTo>
                    <a:pt x="31" y="354"/>
                  </a:lnTo>
                  <a:lnTo>
                    <a:pt x="23" y="332"/>
                  </a:lnTo>
                  <a:lnTo>
                    <a:pt x="14" y="311"/>
                  </a:lnTo>
                  <a:lnTo>
                    <a:pt x="8" y="281"/>
                  </a:lnTo>
                  <a:lnTo>
                    <a:pt x="3" y="252"/>
                  </a:lnTo>
                  <a:lnTo>
                    <a:pt x="1" y="222"/>
                  </a:lnTo>
                  <a:lnTo>
                    <a:pt x="0" y="193"/>
                  </a:lnTo>
                  <a:lnTo>
                    <a:pt x="6" y="159"/>
                  </a:lnTo>
                  <a:lnTo>
                    <a:pt x="11" y="122"/>
                  </a:lnTo>
                  <a:lnTo>
                    <a:pt x="13" y="85"/>
                  </a:lnTo>
                  <a:lnTo>
                    <a:pt x="5" y="54"/>
                  </a:lnTo>
                  <a:lnTo>
                    <a:pt x="21" y="53"/>
                  </a:lnTo>
                  <a:lnTo>
                    <a:pt x="38" y="49"/>
                  </a:lnTo>
                  <a:lnTo>
                    <a:pt x="58" y="45"/>
                  </a:lnTo>
                  <a:lnTo>
                    <a:pt x="77" y="38"/>
                  </a:lnTo>
                  <a:lnTo>
                    <a:pt x="96" y="30"/>
                  </a:lnTo>
                  <a:lnTo>
                    <a:pt x="114" y="22"/>
                  </a:lnTo>
                  <a:lnTo>
                    <a:pt x="128" y="11"/>
                  </a:lnTo>
                  <a:lnTo>
                    <a:pt x="139" y="0"/>
                  </a:lnTo>
                  <a:lnTo>
                    <a:pt x="139" y="0"/>
                  </a:lnTo>
                  <a:lnTo>
                    <a:pt x="142" y="0"/>
                  </a:lnTo>
                  <a:lnTo>
                    <a:pt x="143" y="0"/>
                  </a:lnTo>
                  <a:lnTo>
                    <a:pt x="143" y="0"/>
                  </a:lnTo>
                  <a:lnTo>
                    <a:pt x="146" y="24"/>
                  </a:lnTo>
                  <a:lnTo>
                    <a:pt x="146" y="50"/>
                  </a:lnTo>
                  <a:lnTo>
                    <a:pt x="145" y="77"/>
                  </a:lnTo>
                  <a:lnTo>
                    <a:pt x="143" y="104"/>
                  </a:lnTo>
                  <a:lnTo>
                    <a:pt x="142" y="122"/>
                  </a:lnTo>
                  <a:lnTo>
                    <a:pt x="142" y="140"/>
                  </a:lnTo>
                  <a:lnTo>
                    <a:pt x="140" y="159"/>
                  </a:lnTo>
                  <a:lnTo>
                    <a:pt x="139" y="177"/>
                  </a:lnTo>
                  <a:lnTo>
                    <a:pt x="142" y="229"/>
                  </a:lnTo>
                  <a:lnTo>
                    <a:pt x="146" y="281"/>
                  </a:lnTo>
                  <a:lnTo>
                    <a:pt x="152" y="332"/>
                  </a:lnTo>
                  <a:lnTo>
                    <a:pt x="159" y="384"/>
                  </a:lnTo>
                  <a:lnTo>
                    <a:pt x="167" y="436"/>
                  </a:lnTo>
                  <a:lnTo>
                    <a:pt x="177" y="488"/>
                  </a:lnTo>
                  <a:lnTo>
                    <a:pt x="188" y="540"/>
                  </a:lnTo>
                  <a:lnTo>
                    <a:pt x="200" y="590"/>
                  </a:lnTo>
                  <a:lnTo>
                    <a:pt x="206" y="607"/>
                  </a:lnTo>
                  <a:lnTo>
                    <a:pt x="214" y="623"/>
                  </a:lnTo>
                  <a:lnTo>
                    <a:pt x="225" y="639"/>
                  </a:lnTo>
                  <a:lnTo>
                    <a:pt x="235" y="655"/>
                  </a:lnTo>
                  <a:lnTo>
                    <a:pt x="246" y="670"/>
                  </a:lnTo>
                  <a:lnTo>
                    <a:pt x="258" y="686"/>
                  </a:lnTo>
                  <a:lnTo>
                    <a:pt x="269" y="701"/>
                  </a:lnTo>
                  <a:lnTo>
                    <a:pt x="280" y="716"/>
                  </a:lnTo>
                  <a:lnTo>
                    <a:pt x="278" y="722"/>
                  </a:lnTo>
                  <a:lnTo>
                    <a:pt x="273" y="724"/>
                  </a:lnTo>
                  <a:lnTo>
                    <a:pt x="266" y="725"/>
                  </a:lnTo>
                  <a:lnTo>
                    <a:pt x="259" y="726"/>
                  </a:lnTo>
                  <a:lnTo>
                    <a:pt x="259" y="726"/>
                  </a:lnTo>
                  <a:lnTo>
                    <a:pt x="259" y="726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38" name="Freeform 10"/>
            <p:cNvSpPr>
              <a:spLocks/>
            </p:cNvSpPr>
            <p:nvPr/>
          </p:nvSpPr>
          <p:spPr bwMode="auto">
            <a:xfrm>
              <a:off x="3295" y="3300"/>
              <a:ext cx="216" cy="296"/>
            </a:xfrm>
            <a:custGeom>
              <a:avLst/>
              <a:gdLst/>
              <a:ahLst/>
              <a:cxnLst>
                <a:cxn ang="0">
                  <a:pos x="62" y="582"/>
                </a:cxn>
                <a:cxn ang="0">
                  <a:pos x="31" y="551"/>
                </a:cxn>
                <a:cxn ang="0">
                  <a:pos x="9" y="507"/>
                </a:cxn>
                <a:cxn ang="0">
                  <a:pos x="0" y="464"/>
                </a:cxn>
                <a:cxn ang="0">
                  <a:pos x="34" y="420"/>
                </a:cxn>
                <a:cxn ang="0">
                  <a:pos x="89" y="358"/>
                </a:cxn>
                <a:cxn ang="0">
                  <a:pos x="133" y="284"/>
                </a:cxn>
                <a:cxn ang="0">
                  <a:pos x="163" y="206"/>
                </a:cxn>
                <a:cxn ang="0">
                  <a:pos x="179" y="153"/>
                </a:cxn>
                <a:cxn ang="0">
                  <a:pos x="193" y="129"/>
                </a:cxn>
                <a:cxn ang="0">
                  <a:pos x="203" y="118"/>
                </a:cxn>
                <a:cxn ang="0">
                  <a:pos x="205" y="117"/>
                </a:cxn>
                <a:cxn ang="0">
                  <a:pos x="217" y="103"/>
                </a:cxn>
                <a:cxn ang="0">
                  <a:pos x="244" y="77"/>
                </a:cxn>
                <a:cxn ang="0">
                  <a:pos x="269" y="47"/>
                </a:cxn>
                <a:cxn ang="0">
                  <a:pos x="291" y="17"/>
                </a:cxn>
                <a:cxn ang="0">
                  <a:pos x="298" y="0"/>
                </a:cxn>
                <a:cxn ang="0">
                  <a:pos x="298" y="0"/>
                </a:cxn>
                <a:cxn ang="0">
                  <a:pos x="314" y="7"/>
                </a:cxn>
                <a:cxn ang="0">
                  <a:pos x="343" y="17"/>
                </a:cxn>
                <a:cxn ang="0">
                  <a:pos x="372" y="24"/>
                </a:cxn>
                <a:cxn ang="0">
                  <a:pos x="403" y="27"/>
                </a:cxn>
                <a:cxn ang="0">
                  <a:pos x="426" y="34"/>
                </a:cxn>
                <a:cxn ang="0">
                  <a:pos x="430" y="51"/>
                </a:cxn>
                <a:cxn ang="0">
                  <a:pos x="420" y="72"/>
                </a:cxn>
                <a:cxn ang="0">
                  <a:pos x="404" y="94"/>
                </a:cxn>
                <a:cxn ang="0">
                  <a:pos x="388" y="116"/>
                </a:cxn>
                <a:cxn ang="0">
                  <a:pos x="372" y="134"/>
                </a:cxn>
                <a:cxn ang="0">
                  <a:pos x="350" y="160"/>
                </a:cxn>
                <a:cxn ang="0">
                  <a:pos x="320" y="199"/>
                </a:cxn>
                <a:cxn ang="0">
                  <a:pos x="288" y="237"/>
                </a:cxn>
                <a:cxn ang="0">
                  <a:pos x="254" y="274"/>
                </a:cxn>
                <a:cxn ang="0">
                  <a:pos x="221" y="311"/>
                </a:cxn>
                <a:cxn ang="0">
                  <a:pos x="187" y="347"/>
                </a:cxn>
                <a:cxn ang="0">
                  <a:pos x="156" y="384"/>
                </a:cxn>
                <a:cxn ang="0">
                  <a:pos x="127" y="423"/>
                </a:cxn>
                <a:cxn ang="0">
                  <a:pos x="102" y="463"/>
                </a:cxn>
                <a:cxn ang="0">
                  <a:pos x="89" y="496"/>
                </a:cxn>
                <a:cxn ang="0">
                  <a:pos x="86" y="527"/>
                </a:cxn>
                <a:cxn ang="0">
                  <a:pos x="88" y="563"/>
                </a:cxn>
                <a:cxn ang="0">
                  <a:pos x="86" y="587"/>
                </a:cxn>
                <a:cxn ang="0">
                  <a:pos x="81" y="590"/>
                </a:cxn>
                <a:cxn ang="0">
                  <a:pos x="79" y="590"/>
                </a:cxn>
              </a:cxnLst>
              <a:rect l="0" t="0" r="r" b="b"/>
              <a:pathLst>
                <a:path w="430" h="590">
                  <a:moveTo>
                    <a:pt x="79" y="590"/>
                  </a:moveTo>
                  <a:lnTo>
                    <a:pt x="62" y="582"/>
                  </a:lnTo>
                  <a:lnTo>
                    <a:pt x="46" y="570"/>
                  </a:lnTo>
                  <a:lnTo>
                    <a:pt x="31" y="551"/>
                  </a:lnTo>
                  <a:lnTo>
                    <a:pt x="18" y="530"/>
                  </a:lnTo>
                  <a:lnTo>
                    <a:pt x="9" y="507"/>
                  </a:lnTo>
                  <a:lnTo>
                    <a:pt x="2" y="484"/>
                  </a:lnTo>
                  <a:lnTo>
                    <a:pt x="0" y="464"/>
                  </a:lnTo>
                  <a:lnTo>
                    <a:pt x="2" y="444"/>
                  </a:lnTo>
                  <a:lnTo>
                    <a:pt x="34" y="420"/>
                  </a:lnTo>
                  <a:lnTo>
                    <a:pt x="64" y="391"/>
                  </a:lnTo>
                  <a:lnTo>
                    <a:pt x="89" y="358"/>
                  </a:lnTo>
                  <a:lnTo>
                    <a:pt x="114" y="322"/>
                  </a:lnTo>
                  <a:lnTo>
                    <a:pt x="133" y="284"/>
                  </a:lnTo>
                  <a:lnTo>
                    <a:pt x="151" y="245"/>
                  </a:lnTo>
                  <a:lnTo>
                    <a:pt x="163" y="206"/>
                  </a:lnTo>
                  <a:lnTo>
                    <a:pt x="174" y="167"/>
                  </a:lnTo>
                  <a:lnTo>
                    <a:pt x="179" y="153"/>
                  </a:lnTo>
                  <a:lnTo>
                    <a:pt x="186" y="140"/>
                  </a:lnTo>
                  <a:lnTo>
                    <a:pt x="193" y="129"/>
                  </a:lnTo>
                  <a:lnTo>
                    <a:pt x="203" y="121"/>
                  </a:lnTo>
                  <a:lnTo>
                    <a:pt x="203" y="118"/>
                  </a:lnTo>
                  <a:lnTo>
                    <a:pt x="205" y="117"/>
                  </a:lnTo>
                  <a:lnTo>
                    <a:pt x="205" y="117"/>
                  </a:lnTo>
                  <a:lnTo>
                    <a:pt x="205" y="116"/>
                  </a:lnTo>
                  <a:lnTo>
                    <a:pt x="217" y="103"/>
                  </a:lnTo>
                  <a:lnTo>
                    <a:pt x="230" y="91"/>
                  </a:lnTo>
                  <a:lnTo>
                    <a:pt x="244" y="77"/>
                  </a:lnTo>
                  <a:lnTo>
                    <a:pt x="256" y="62"/>
                  </a:lnTo>
                  <a:lnTo>
                    <a:pt x="269" y="47"/>
                  </a:lnTo>
                  <a:lnTo>
                    <a:pt x="281" y="32"/>
                  </a:lnTo>
                  <a:lnTo>
                    <a:pt x="291" y="17"/>
                  </a:lnTo>
                  <a:lnTo>
                    <a:pt x="298" y="1"/>
                  </a:lnTo>
                  <a:lnTo>
                    <a:pt x="298" y="0"/>
                  </a:lnTo>
                  <a:lnTo>
                    <a:pt x="298" y="0"/>
                  </a:lnTo>
                  <a:lnTo>
                    <a:pt x="298" y="0"/>
                  </a:lnTo>
                  <a:lnTo>
                    <a:pt x="299" y="0"/>
                  </a:lnTo>
                  <a:lnTo>
                    <a:pt x="314" y="7"/>
                  </a:lnTo>
                  <a:lnTo>
                    <a:pt x="329" y="12"/>
                  </a:lnTo>
                  <a:lnTo>
                    <a:pt x="343" y="17"/>
                  </a:lnTo>
                  <a:lnTo>
                    <a:pt x="358" y="20"/>
                  </a:lnTo>
                  <a:lnTo>
                    <a:pt x="372" y="24"/>
                  </a:lnTo>
                  <a:lnTo>
                    <a:pt x="387" y="26"/>
                  </a:lnTo>
                  <a:lnTo>
                    <a:pt x="403" y="27"/>
                  </a:lnTo>
                  <a:lnTo>
                    <a:pt x="419" y="27"/>
                  </a:lnTo>
                  <a:lnTo>
                    <a:pt x="426" y="34"/>
                  </a:lnTo>
                  <a:lnTo>
                    <a:pt x="429" y="42"/>
                  </a:lnTo>
                  <a:lnTo>
                    <a:pt x="430" y="51"/>
                  </a:lnTo>
                  <a:lnTo>
                    <a:pt x="427" y="63"/>
                  </a:lnTo>
                  <a:lnTo>
                    <a:pt x="420" y="72"/>
                  </a:lnTo>
                  <a:lnTo>
                    <a:pt x="412" y="83"/>
                  </a:lnTo>
                  <a:lnTo>
                    <a:pt x="404" y="94"/>
                  </a:lnTo>
                  <a:lnTo>
                    <a:pt x="396" y="106"/>
                  </a:lnTo>
                  <a:lnTo>
                    <a:pt x="388" y="116"/>
                  </a:lnTo>
                  <a:lnTo>
                    <a:pt x="380" y="126"/>
                  </a:lnTo>
                  <a:lnTo>
                    <a:pt x="372" y="134"/>
                  </a:lnTo>
                  <a:lnTo>
                    <a:pt x="365" y="140"/>
                  </a:lnTo>
                  <a:lnTo>
                    <a:pt x="350" y="160"/>
                  </a:lnTo>
                  <a:lnTo>
                    <a:pt x="335" y="179"/>
                  </a:lnTo>
                  <a:lnTo>
                    <a:pt x="320" y="199"/>
                  </a:lnTo>
                  <a:lnTo>
                    <a:pt x="304" y="218"/>
                  </a:lnTo>
                  <a:lnTo>
                    <a:pt x="288" y="237"/>
                  </a:lnTo>
                  <a:lnTo>
                    <a:pt x="270" y="255"/>
                  </a:lnTo>
                  <a:lnTo>
                    <a:pt x="254" y="274"/>
                  </a:lnTo>
                  <a:lnTo>
                    <a:pt x="237" y="292"/>
                  </a:lnTo>
                  <a:lnTo>
                    <a:pt x="221" y="311"/>
                  </a:lnTo>
                  <a:lnTo>
                    <a:pt x="203" y="329"/>
                  </a:lnTo>
                  <a:lnTo>
                    <a:pt x="187" y="347"/>
                  </a:lnTo>
                  <a:lnTo>
                    <a:pt x="172" y="366"/>
                  </a:lnTo>
                  <a:lnTo>
                    <a:pt x="156" y="384"/>
                  </a:lnTo>
                  <a:lnTo>
                    <a:pt x="142" y="404"/>
                  </a:lnTo>
                  <a:lnTo>
                    <a:pt x="127" y="423"/>
                  </a:lnTo>
                  <a:lnTo>
                    <a:pt x="115" y="444"/>
                  </a:lnTo>
                  <a:lnTo>
                    <a:pt x="102" y="463"/>
                  </a:lnTo>
                  <a:lnTo>
                    <a:pt x="94" y="480"/>
                  </a:lnTo>
                  <a:lnTo>
                    <a:pt x="89" y="496"/>
                  </a:lnTo>
                  <a:lnTo>
                    <a:pt x="87" y="511"/>
                  </a:lnTo>
                  <a:lnTo>
                    <a:pt x="86" y="527"/>
                  </a:lnTo>
                  <a:lnTo>
                    <a:pt x="87" y="543"/>
                  </a:lnTo>
                  <a:lnTo>
                    <a:pt x="88" y="563"/>
                  </a:lnTo>
                  <a:lnTo>
                    <a:pt x="88" y="585"/>
                  </a:lnTo>
                  <a:lnTo>
                    <a:pt x="86" y="587"/>
                  </a:lnTo>
                  <a:lnTo>
                    <a:pt x="84" y="589"/>
                  </a:lnTo>
                  <a:lnTo>
                    <a:pt x="81" y="590"/>
                  </a:lnTo>
                  <a:lnTo>
                    <a:pt x="79" y="590"/>
                  </a:lnTo>
                  <a:lnTo>
                    <a:pt x="79" y="590"/>
                  </a:lnTo>
                  <a:lnTo>
                    <a:pt x="79" y="590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39" name="Freeform 11"/>
            <p:cNvSpPr>
              <a:spLocks/>
            </p:cNvSpPr>
            <p:nvPr/>
          </p:nvSpPr>
          <p:spPr bwMode="auto">
            <a:xfrm>
              <a:off x="3351" y="2790"/>
              <a:ext cx="251" cy="519"/>
            </a:xfrm>
            <a:custGeom>
              <a:avLst/>
              <a:gdLst/>
              <a:ahLst/>
              <a:cxnLst>
                <a:cxn ang="0">
                  <a:pos x="258" y="1036"/>
                </a:cxn>
                <a:cxn ang="0">
                  <a:pos x="224" y="1025"/>
                </a:cxn>
                <a:cxn ang="0">
                  <a:pos x="193" y="1010"/>
                </a:cxn>
                <a:cxn ang="0">
                  <a:pos x="188" y="1008"/>
                </a:cxn>
                <a:cxn ang="0">
                  <a:pos x="161" y="935"/>
                </a:cxn>
                <a:cxn ang="0">
                  <a:pos x="118" y="833"/>
                </a:cxn>
                <a:cxn ang="0">
                  <a:pos x="80" y="730"/>
                </a:cxn>
                <a:cxn ang="0">
                  <a:pos x="76" y="597"/>
                </a:cxn>
                <a:cxn ang="0">
                  <a:pos x="114" y="517"/>
                </a:cxn>
                <a:cxn ang="0">
                  <a:pos x="141" y="464"/>
                </a:cxn>
                <a:cxn ang="0">
                  <a:pos x="161" y="410"/>
                </a:cxn>
                <a:cxn ang="0">
                  <a:pos x="186" y="206"/>
                </a:cxn>
                <a:cxn ang="0">
                  <a:pos x="175" y="137"/>
                </a:cxn>
                <a:cxn ang="0">
                  <a:pos x="150" y="148"/>
                </a:cxn>
                <a:cxn ang="0">
                  <a:pos x="99" y="164"/>
                </a:cxn>
                <a:cxn ang="0">
                  <a:pos x="47" y="177"/>
                </a:cxn>
                <a:cxn ang="0">
                  <a:pos x="9" y="163"/>
                </a:cxn>
                <a:cxn ang="0">
                  <a:pos x="0" y="126"/>
                </a:cxn>
                <a:cxn ang="0">
                  <a:pos x="17" y="89"/>
                </a:cxn>
                <a:cxn ang="0">
                  <a:pos x="74" y="69"/>
                </a:cxn>
                <a:cxn ang="0">
                  <a:pos x="130" y="49"/>
                </a:cxn>
                <a:cxn ang="0">
                  <a:pos x="176" y="27"/>
                </a:cxn>
                <a:cxn ang="0">
                  <a:pos x="213" y="12"/>
                </a:cxn>
                <a:cxn ang="0">
                  <a:pos x="254" y="3"/>
                </a:cxn>
                <a:cxn ang="0">
                  <a:pos x="285" y="3"/>
                </a:cxn>
                <a:cxn ang="0">
                  <a:pos x="312" y="5"/>
                </a:cxn>
                <a:cxn ang="0">
                  <a:pos x="342" y="6"/>
                </a:cxn>
                <a:cxn ang="0">
                  <a:pos x="350" y="75"/>
                </a:cxn>
                <a:cxn ang="0">
                  <a:pos x="395" y="121"/>
                </a:cxn>
                <a:cxn ang="0">
                  <a:pos x="451" y="130"/>
                </a:cxn>
                <a:cxn ang="0">
                  <a:pos x="466" y="122"/>
                </a:cxn>
                <a:cxn ang="0">
                  <a:pos x="478" y="114"/>
                </a:cxn>
                <a:cxn ang="0">
                  <a:pos x="502" y="156"/>
                </a:cxn>
                <a:cxn ang="0">
                  <a:pos x="487" y="210"/>
                </a:cxn>
                <a:cxn ang="0">
                  <a:pos x="482" y="232"/>
                </a:cxn>
                <a:cxn ang="0">
                  <a:pos x="480" y="276"/>
                </a:cxn>
                <a:cxn ang="0">
                  <a:pos x="467" y="320"/>
                </a:cxn>
                <a:cxn ang="0">
                  <a:pos x="422" y="362"/>
                </a:cxn>
                <a:cxn ang="0">
                  <a:pos x="379" y="444"/>
                </a:cxn>
                <a:cxn ang="0">
                  <a:pos x="368" y="538"/>
                </a:cxn>
                <a:cxn ang="0">
                  <a:pos x="373" y="585"/>
                </a:cxn>
                <a:cxn ang="0">
                  <a:pos x="388" y="649"/>
                </a:cxn>
                <a:cxn ang="0">
                  <a:pos x="418" y="788"/>
                </a:cxn>
                <a:cxn ang="0">
                  <a:pos x="446" y="928"/>
                </a:cxn>
                <a:cxn ang="0">
                  <a:pos x="419" y="1004"/>
                </a:cxn>
                <a:cxn ang="0">
                  <a:pos x="350" y="1030"/>
                </a:cxn>
                <a:cxn ang="0">
                  <a:pos x="282" y="1038"/>
                </a:cxn>
              </a:cxnLst>
              <a:rect l="0" t="0" r="r" b="b"/>
              <a:pathLst>
                <a:path w="502" h="1038">
                  <a:moveTo>
                    <a:pt x="282" y="1038"/>
                  </a:moveTo>
                  <a:lnTo>
                    <a:pt x="270" y="1037"/>
                  </a:lnTo>
                  <a:lnTo>
                    <a:pt x="258" y="1036"/>
                  </a:lnTo>
                  <a:lnTo>
                    <a:pt x="246" y="1032"/>
                  </a:lnTo>
                  <a:lnTo>
                    <a:pt x="235" y="1029"/>
                  </a:lnTo>
                  <a:lnTo>
                    <a:pt x="224" y="1025"/>
                  </a:lnTo>
                  <a:lnTo>
                    <a:pt x="213" y="1021"/>
                  </a:lnTo>
                  <a:lnTo>
                    <a:pt x="203" y="1016"/>
                  </a:lnTo>
                  <a:lnTo>
                    <a:pt x="193" y="1010"/>
                  </a:lnTo>
                  <a:lnTo>
                    <a:pt x="190" y="1009"/>
                  </a:lnTo>
                  <a:lnTo>
                    <a:pt x="189" y="1009"/>
                  </a:lnTo>
                  <a:lnTo>
                    <a:pt x="188" y="1008"/>
                  </a:lnTo>
                  <a:lnTo>
                    <a:pt x="186" y="1007"/>
                  </a:lnTo>
                  <a:lnTo>
                    <a:pt x="174" y="971"/>
                  </a:lnTo>
                  <a:lnTo>
                    <a:pt x="161" y="935"/>
                  </a:lnTo>
                  <a:lnTo>
                    <a:pt x="146" y="901"/>
                  </a:lnTo>
                  <a:lnTo>
                    <a:pt x="133" y="866"/>
                  </a:lnTo>
                  <a:lnTo>
                    <a:pt x="118" y="833"/>
                  </a:lnTo>
                  <a:lnTo>
                    <a:pt x="104" y="798"/>
                  </a:lnTo>
                  <a:lnTo>
                    <a:pt x="91" y="765"/>
                  </a:lnTo>
                  <a:lnTo>
                    <a:pt x="80" y="730"/>
                  </a:lnTo>
                  <a:lnTo>
                    <a:pt x="72" y="682"/>
                  </a:lnTo>
                  <a:lnTo>
                    <a:pt x="69" y="638"/>
                  </a:lnTo>
                  <a:lnTo>
                    <a:pt x="76" y="597"/>
                  </a:lnTo>
                  <a:lnTo>
                    <a:pt x="93" y="552"/>
                  </a:lnTo>
                  <a:lnTo>
                    <a:pt x="104" y="535"/>
                  </a:lnTo>
                  <a:lnTo>
                    <a:pt x="114" y="517"/>
                  </a:lnTo>
                  <a:lnTo>
                    <a:pt x="123" y="500"/>
                  </a:lnTo>
                  <a:lnTo>
                    <a:pt x="133" y="483"/>
                  </a:lnTo>
                  <a:lnTo>
                    <a:pt x="141" y="464"/>
                  </a:lnTo>
                  <a:lnTo>
                    <a:pt x="149" y="447"/>
                  </a:lnTo>
                  <a:lnTo>
                    <a:pt x="156" y="429"/>
                  </a:lnTo>
                  <a:lnTo>
                    <a:pt x="161" y="410"/>
                  </a:lnTo>
                  <a:lnTo>
                    <a:pt x="173" y="342"/>
                  </a:lnTo>
                  <a:lnTo>
                    <a:pt x="181" y="274"/>
                  </a:lnTo>
                  <a:lnTo>
                    <a:pt x="186" y="206"/>
                  </a:lnTo>
                  <a:lnTo>
                    <a:pt x="188" y="140"/>
                  </a:lnTo>
                  <a:lnTo>
                    <a:pt x="182" y="136"/>
                  </a:lnTo>
                  <a:lnTo>
                    <a:pt x="175" y="137"/>
                  </a:lnTo>
                  <a:lnTo>
                    <a:pt x="170" y="141"/>
                  </a:lnTo>
                  <a:lnTo>
                    <a:pt x="166" y="143"/>
                  </a:lnTo>
                  <a:lnTo>
                    <a:pt x="150" y="148"/>
                  </a:lnTo>
                  <a:lnTo>
                    <a:pt x="134" y="154"/>
                  </a:lnTo>
                  <a:lnTo>
                    <a:pt x="117" y="159"/>
                  </a:lnTo>
                  <a:lnTo>
                    <a:pt x="99" y="164"/>
                  </a:lnTo>
                  <a:lnTo>
                    <a:pt x="81" y="170"/>
                  </a:lnTo>
                  <a:lnTo>
                    <a:pt x="65" y="173"/>
                  </a:lnTo>
                  <a:lnTo>
                    <a:pt x="47" y="177"/>
                  </a:lnTo>
                  <a:lnTo>
                    <a:pt x="32" y="178"/>
                  </a:lnTo>
                  <a:lnTo>
                    <a:pt x="19" y="172"/>
                  </a:lnTo>
                  <a:lnTo>
                    <a:pt x="9" y="163"/>
                  </a:lnTo>
                  <a:lnTo>
                    <a:pt x="4" y="152"/>
                  </a:lnTo>
                  <a:lnTo>
                    <a:pt x="0" y="140"/>
                  </a:lnTo>
                  <a:lnTo>
                    <a:pt x="0" y="126"/>
                  </a:lnTo>
                  <a:lnTo>
                    <a:pt x="4" y="113"/>
                  </a:lnTo>
                  <a:lnTo>
                    <a:pt x="9" y="101"/>
                  </a:lnTo>
                  <a:lnTo>
                    <a:pt x="17" y="89"/>
                  </a:lnTo>
                  <a:lnTo>
                    <a:pt x="36" y="82"/>
                  </a:lnTo>
                  <a:lnTo>
                    <a:pt x="54" y="75"/>
                  </a:lnTo>
                  <a:lnTo>
                    <a:pt x="74" y="69"/>
                  </a:lnTo>
                  <a:lnTo>
                    <a:pt x="92" y="63"/>
                  </a:lnTo>
                  <a:lnTo>
                    <a:pt x="112" y="56"/>
                  </a:lnTo>
                  <a:lnTo>
                    <a:pt x="130" y="49"/>
                  </a:lnTo>
                  <a:lnTo>
                    <a:pt x="150" y="42"/>
                  </a:lnTo>
                  <a:lnTo>
                    <a:pt x="168" y="34"/>
                  </a:lnTo>
                  <a:lnTo>
                    <a:pt x="176" y="27"/>
                  </a:lnTo>
                  <a:lnTo>
                    <a:pt x="187" y="21"/>
                  </a:lnTo>
                  <a:lnTo>
                    <a:pt x="199" y="16"/>
                  </a:lnTo>
                  <a:lnTo>
                    <a:pt x="213" y="12"/>
                  </a:lnTo>
                  <a:lnTo>
                    <a:pt x="227" y="8"/>
                  </a:lnTo>
                  <a:lnTo>
                    <a:pt x="241" y="5"/>
                  </a:lnTo>
                  <a:lnTo>
                    <a:pt x="254" y="3"/>
                  </a:lnTo>
                  <a:lnTo>
                    <a:pt x="265" y="0"/>
                  </a:lnTo>
                  <a:lnTo>
                    <a:pt x="274" y="2"/>
                  </a:lnTo>
                  <a:lnTo>
                    <a:pt x="285" y="3"/>
                  </a:lnTo>
                  <a:lnTo>
                    <a:pt x="294" y="4"/>
                  </a:lnTo>
                  <a:lnTo>
                    <a:pt x="303" y="5"/>
                  </a:lnTo>
                  <a:lnTo>
                    <a:pt x="312" y="5"/>
                  </a:lnTo>
                  <a:lnTo>
                    <a:pt x="323" y="6"/>
                  </a:lnTo>
                  <a:lnTo>
                    <a:pt x="332" y="6"/>
                  </a:lnTo>
                  <a:lnTo>
                    <a:pt x="342" y="6"/>
                  </a:lnTo>
                  <a:lnTo>
                    <a:pt x="340" y="31"/>
                  </a:lnTo>
                  <a:lnTo>
                    <a:pt x="343" y="54"/>
                  </a:lnTo>
                  <a:lnTo>
                    <a:pt x="350" y="75"/>
                  </a:lnTo>
                  <a:lnTo>
                    <a:pt x="361" y="95"/>
                  </a:lnTo>
                  <a:lnTo>
                    <a:pt x="377" y="110"/>
                  </a:lnTo>
                  <a:lnTo>
                    <a:pt x="395" y="121"/>
                  </a:lnTo>
                  <a:lnTo>
                    <a:pt x="418" y="129"/>
                  </a:lnTo>
                  <a:lnTo>
                    <a:pt x="445" y="132"/>
                  </a:lnTo>
                  <a:lnTo>
                    <a:pt x="451" y="130"/>
                  </a:lnTo>
                  <a:lnTo>
                    <a:pt x="455" y="128"/>
                  </a:lnTo>
                  <a:lnTo>
                    <a:pt x="461" y="125"/>
                  </a:lnTo>
                  <a:lnTo>
                    <a:pt x="466" y="122"/>
                  </a:lnTo>
                  <a:lnTo>
                    <a:pt x="470" y="119"/>
                  </a:lnTo>
                  <a:lnTo>
                    <a:pt x="474" y="117"/>
                  </a:lnTo>
                  <a:lnTo>
                    <a:pt x="478" y="114"/>
                  </a:lnTo>
                  <a:lnTo>
                    <a:pt x="483" y="112"/>
                  </a:lnTo>
                  <a:lnTo>
                    <a:pt x="495" y="132"/>
                  </a:lnTo>
                  <a:lnTo>
                    <a:pt x="502" y="156"/>
                  </a:lnTo>
                  <a:lnTo>
                    <a:pt x="502" y="182"/>
                  </a:lnTo>
                  <a:lnTo>
                    <a:pt x="491" y="204"/>
                  </a:lnTo>
                  <a:lnTo>
                    <a:pt x="487" y="210"/>
                  </a:lnTo>
                  <a:lnTo>
                    <a:pt x="485" y="217"/>
                  </a:lnTo>
                  <a:lnTo>
                    <a:pt x="483" y="224"/>
                  </a:lnTo>
                  <a:lnTo>
                    <a:pt x="482" y="232"/>
                  </a:lnTo>
                  <a:lnTo>
                    <a:pt x="482" y="244"/>
                  </a:lnTo>
                  <a:lnTo>
                    <a:pt x="482" y="259"/>
                  </a:lnTo>
                  <a:lnTo>
                    <a:pt x="480" y="276"/>
                  </a:lnTo>
                  <a:lnTo>
                    <a:pt x="477" y="292"/>
                  </a:lnTo>
                  <a:lnTo>
                    <a:pt x="474" y="307"/>
                  </a:lnTo>
                  <a:lnTo>
                    <a:pt x="467" y="320"/>
                  </a:lnTo>
                  <a:lnTo>
                    <a:pt x="457" y="332"/>
                  </a:lnTo>
                  <a:lnTo>
                    <a:pt x="445" y="341"/>
                  </a:lnTo>
                  <a:lnTo>
                    <a:pt x="422" y="362"/>
                  </a:lnTo>
                  <a:lnTo>
                    <a:pt x="403" y="386"/>
                  </a:lnTo>
                  <a:lnTo>
                    <a:pt x="389" y="414"/>
                  </a:lnTo>
                  <a:lnTo>
                    <a:pt x="379" y="444"/>
                  </a:lnTo>
                  <a:lnTo>
                    <a:pt x="372" y="475"/>
                  </a:lnTo>
                  <a:lnTo>
                    <a:pt x="369" y="506"/>
                  </a:lnTo>
                  <a:lnTo>
                    <a:pt x="368" y="538"/>
                  </a:lnTo>
                  <a:lnTo>
                    <a:pt x="370" y="568"/>
                  </a:lnTo>
                  <a:lnTo>
                    <a:pt x="372" y="576"/>
                  </a:lnTo>
                  <a:lnTo>
                    <a:pt x="373" y="585"/>
                  </a:lnTo>
                  <a:lnTo>
                    <a:pt x="376" y="593"/>
                  </a:lnTo>
                  <a:lnTo>
                    <a:pt x="377" y="603"/>
                  </a:lnTo>
                  <a:lnTo>
                    <a:pt x="388" y="649"/>
                  </a:lnTo>
                  <a:lnTo>
                    <a:pt x="400" y="695"/>
                  </a:lnTo>
                  <a:lnTo>
                    <a:pt x="409" y="742"/>
                  </a:lnTo>
                  <a:lnTo>
                    <a:pt x="418" y="788"/>
                  </a:lnTo>
                  <a:lnTo>
                    <a:pt x="428" y="835"/>
                  </a:lnTo>
                  <a:lnTo>
                    <a:pt x="437" y="881"/>
                  </a:lnTo>
                  <a:lnTo>
                    <a:pt x="446" y="928"/>
                  </a:lnTo>
                  <a:lnTo>
                    <a:pt x="455" y="976"/>
                  </a:lnTo>
                  <a:lnTo>
                    <a:pt x="439" y="992"/>
                  </a:lnTo>
                  <a:lnTo>
                    <a:pt x="419" y="1004"/>
                  </a:lnTo>
                  <a:lnTo>
                    <a:pt x="398" y="1016"/>
                  </a:lnTo>
                  <a:lnTo>
                    <a:pt x="375" y="1024"/>
                  </a:lnTo>
                  <a:lnTo>
                    <a:pt x="350" y="1030"/>
                  </a:lnTo>
                  <a:lnTo>
                    <a:pt x="326" y="1034"/>
                  </a:lnTo>
                  <a:lnTo>
                    <a:pt x="303" y="1037"/>
                  </a:lnTo>
                  <a:lnTo>
                    <a:pt x="282" y="1038"/>
                  </a:lnTo>
                  <a:lnTo>
                    <a:pt x="282" y="1038"/>
                  </a:lnTo>
                  <a:lnTo>
                    <a:pt x="282" y="1038"/>
                  </a:lnTo>
                  <a:close/>
                </a:path>
              </a:pathLst>
            </a:custGeom>
            <a:solidFill>
              <a:srgbClr val="B566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0" name="Freeform 12"/>
            <p:cNvSpPr>
              <a:spLocks/>
            </p:cNvSpPr>
            <p:nvPr/>
          </p:nvSpPr>
          <p:spPr bwMode="auto">
            <a:xfrm>
              <a:off x="3596" y="3179"/>
              <a:ext cx="166" cy="46"/>
            </a:xfrm>
            <a:custGeom>
              <a:avLst/>
              <a:gdLst/>
              <a:ahLst/>
              <a:cxnLst>
                <a:cxn ang="0">
                  <a:pos x="2" y="87"/>
                </a:cxn>
                <a:cxn ang="0">
                  <a:pos x="11" y="78"/>
                </a:cxn>
                <a:cxn ang="0">
                  <a:pos x="23" y="68"/>
                </a:cxn>
                <a:cxn ang="0">
                  <a:pos x="32" y="57"/>
                </a:cxn>
                <a:cxn ang="0">
                  <a:pos x="42" y="51"/>
                </a:cxn>
                <a:cxn ang="0">
                  <a:pos x="57" y="49"/>
                </a:cxn>
                <a:cxn ang="0">
                  <a:pos x="69" y="54"/>
                </a:cxn>
                <a:cxn ang="0">
                  <a:pos x="79" y="61"/>
                </a:cxn>
                <a:cxn ang="0">
                  <a:pos x="92" y="63"/>
                </a:cxn>
                <a:cxn ang="0">
                  <a:pos x="104" y="58"/>
                </a:cxn>
                <a:cxn ang="0">
                  <a:pos x="106" y="47"/>
                </a:cxn>
                <a:cxn ang="0">
                  <a:pos x="105" y="38"/>
                </a:cxn>
                <a:cxn ang="0">
                  <a:pos x="106" y="33"/>
                </a:cxn>
                <a:cxn ang="0">
                  <a:pos x="109" y="33"/>
                </a:cxn>
                <a:cxn ang="0">
                  <a:pos x="118" y="40"/>
                </a:cxn>
                <a:cxn ang="0">
                  <a:pos x="132" y="46"/>
                </a:cxn>
                <a:cxn ang="0">
                  <a:pos x="146" y="45"/>
                </a:cxn>
                <a:cxn ang="0">
                  <a:pos x="161" y="40"/>
                </a:cxn>
                <a:cxn ang="0">
                  <a:pos x="176" y="35"/>
                </a:cxn>
                <a:cxn ang="0">
                  <a:pos x="185" y="32"/>
                </a:cxn>
                <a:cxn ang="0">
                  <a:pos x="193" y="27"/>
                </a:cxn>
                <a:cxn ang="0">
                  <a:pos x="203" y="24"/>
                </a:cxn>
                <a:cxn ang="0">
                  <a:pos x="214" y="27"/>
                </a:cxn>
                <a:cxn ang="0">
                  <a:pos x="233" y="31"/>
                </a:cxn>
                <a:cxn ang="0">
                  <a:pos x="239" y="20"/>
                </a:cxn>
                <a:cxn ang="0">
                  <a:pos x="239" y="13"/>
                </a:cxn>
                <a:cxn ang="0">
                  <a:pos x="243" y="7"/>
                </a:cxn>
                <a:cxn ang="0">
                  <a:pos x="254" y="4"/>
                </a:cxn>
                <a:cxn ang="0">
                  <a:pos x="266" y="2"/>
                </a:cxn>
                <a:cxn ang="0">
                  <a:pos x="277" y="0"/>
                </a:cxn>
                <a:cxn ang="0">
                  <a:pos x="289" y="2"/>
                </a:cxn>
                <a:cxn ang="0">
                  <a:pos x="300" y="9"/>
                </a:cxn>
                <a:cxn ang="0">
                  <a:pos x="313" y="16"/>
                </a:cxn>
                <a:cxn ang="0">
                  <a:pos x="325" y="22"/>
                </a:cxn>
                <a:cxn ang="0">
                  <a:pos x="324" y="28"/>
                </a:cxn>
                <a:cxn ang="0">
                  <a:pos x="281" y="38"/>
                </a:cxn>
                <a:cxn ang="0">
                  <a:pos x="223" y="49"/>
                </a:cxn>
                <a:cxn ang="0">
                  <a:pos x="173" y="58"/>
                </a:cxn>
                <a:cxn ang="0">
                  <a:pos x="138" y="64"/>
                </a:cxn>
                <a:cxn ang="0">
                  <a:pos x="98" y="72"/>
                </a:cxn>
                <a:cxn ang="0">
                  <a:pos x="59" y="79"/>
                </a:cxn>
                <a:cxn ang="0">
                  <a:pos x="19" y="87"/>
                </a:cxn>
                <a:cxn ang="0">
                  <a:pos x="0" y="92"/>
                </a:cxn>
              </a:cxnLst>
              <a:rect l="0" t="0" r="r" b="b"/>
              <a:pathLst>
                <a:path w="332" h="92">
                  <a:moveTo>
                    <a:pt x="0" y="92"/>
                  </a:moveTo>
                  <a:lnTo>
                    <a:pt x="2" y="87"/>
                  </a:lnTo>
                  <a:lnTo>
                    <a:pt x="6" y="83"/>
                  </a:lnTo>
                  <a:lnTo>
                    <a:pt x="11" y="78"/>
                  </a:lnTo>
                  <a:lnTo>
                    <a:pt x="17" y="72"/>
                  </a:lnTo>
                  <a:lnTo>
                    <a:pt x="23" y="68"/>
                  </a:lnTo>
                  <a:lnTo>
                    <a:pt x="27" y="63"/>
                  </a:lnTo>
                  <a:lnTo>
                    <a:pt x="32" y="57"/>
                  </a:lnTo>
                  <a:lnTo>
                    <a:pt x="34" y="53"/>
                  </a:lnTo>
                  <a:lnTo>
                    <a:pt x="42" y="51"/>
                  </a:lnTo>
                  <a:lnTo>
                    <a:pt x="51" y="50"/>
                  </a:lnTo>
                  <a:lnTo>
                    <a:pt x="57" y="49"/>
                  </a:lnTo>
                  <a:lnTo>
                    <a:pt x="66" y="49"/>
                  </a:lnTo>
                  <a:lnTo>
                    <a:pt x="69" y="54"/>
                  </a:lnTo>
                  <a:lnTo>
                    <a:pt x="74" y="58"/>
                  </a:lnTo>
                  <a:lnTo>
                    <a:pt x="79" y="61"/>
                  </a:lnTo>
                  <a:lnTo>
                    <a:pt x="85" y="63"/>
                  </a:lnTo>
                  <a:lnTo>
                    <a:pt x="92" y="63"/>
                  </a:lnTo>
                  <a:lnTo>
                    <a:pt x="98" y="62"/>
                  </a:lnTo>
                  <a:lnTo>
                    <a:pt x="104" y="58"/>
                  </a:lnTo>
                  <a:lnTo>
                    <a:pt x="108" y="53"/>
                  </a:lnTo>
                  <a:lnTo>
                    <a:pt x="106" y="47"/>
                  </a:lnTo>
                  <a:lnTo>
                    <a:pt x="105" y="42"/>
                  </a:lnTo>
                  <a:lnTo>
                    <a:pt x="105" y="38"/>
                  </a:lnTo>
                  <a:lnTo>
                    <a:pt x="105" y="33"/>
                  </a:lnTo>
                  <a:lnTo>
                    <a:pt x="106" y="33"/>
                  </a:lnTo>
                  <a:lnTo>
                    <a:pt x="107" y="33"/>
                  </a:lnTo>
                  <a:lnTo>
                    <a:pt x="109" y="33"/>
                  </a:lnTo>
                  <a:lnTo>
                    <a:pt x="112" y="33"/>
                  </a:lnTo>
                  <a:lnTo>
                    <a:pt x="118" y="40"/>
                  </a:lnTo>
                  <a:lnTo>
                    <a:pt x="125" y="43"/>
                  </a:lnTo>
                  <a:lnTo>
                    <a:pt x="132" y="46"/>
                  </a:lnTo>
                  <a:lnTo>
                    <a:pt x="139" y="46"/>
                  </a:lnTo>
                  <a:lnTo>
                    <a:pt x="146" y="45"/>
                  </a:lnTo>
                  <a:lnTo>
                    <a:pt x="154" y="42"/>
                  </a:lnTo>
                  <a:lnTo>
                    <a:pt x="161" y="40"/>
                  </a:lnTo>
                  <a:lnTo>
                    <a:pt x="170" y="36"/>
                  </a:lnTo>
                  <a:lnTo>
                    <a:pt x="176" y="35"/>
                  </a:lnTo>
                  <a:lnTo>
                    <a:pt x="181" y="34"/>
                  </a:lnTo>
                  <a:lnTo>
                    <a:pt x="185" y="32"/>
                  </a:lnTo>
                  <a:lnTo>
                    <a:pt x="190" y="30"/>
                  </a:lnTo>
                  <a:lnTo>
                    <a:pt x="193" y="27"/>
                  </a:lnTo>
                  <a:lnTo>
                    <a:pt x="198" y="25"/>
                  </a:lnTo>
                  <a:lnTo>
                    <a:pt x="203" y="24"/>
                  </a:lnTo>
                  <a:lnTo>
                    <a:pt x="207" y="23"/>
                  </a:lnTo>
                  <a:lnTo>
                    <a:pt x="214" y="27"/>
                  </a:lnTo>
                  <a:lnTo>
                    <a:pt x="223" y="31"/>
                  </a:lnTo>
                  <a:lnTo>
                    <a:pt x="233" y="31"/>
                  </a:lnTo>
                  <a:lnTo>
                    <a:pt x="238" y="25"/>
                  </a:lnTo>
                  <a:lnTo>
                    <a:pt x="239" y="20"/>
                  </a:lnTo>
                  <a:lnTo>
                    <a:pt x="239" y="17"/>
                  </a:lnTo>
                  <a:lnTo>
                    <a:pt x="239" y="13"/>
                  </a:lnTo>
                  <a:lnTo>
                    <a:pt x="237" y="7"/>
                  </a:lnTo>
                  <a:lnTo>
                    <a:pt x="243" y="7"/>
                  </a:lnTo>
                  <a:lnTo>
                    <a:pt x="249" y="5"/>
                  </a:lnTo>
                  <a:lnTo>
                    <a:pt x="254" y="4"/>
                  </a:lnTo>
                  <a:lnTo>
                    <a:pt x="260" y="3"/>
                  </a:lnTo>
                  <a:lnTo>
                    <a:pt x="266" y="2"/>
                  </a:lnTo>
                  <a:lnTo>
                    <a:pt x="272" y="1"/>
                  </a:lnTo>
                  <a:lnTo>
                    <a:pt x="277" y="0"/>
                  </a:lnTo>
                  <a:lnTo>
                    <a:pt x="283" y="0"/>
                  </a:lnTo>
                  <a:lnTo>
                    <a:pt x="289" y="2"/>
                  </a:lnTo>
                  <a:lnTo>
                    <a:pt x="295" y="5"/>
                  </a:lnTo>
                  <a:lnTo>
                    <a:pt x="300" y="9"/>
                  </a:lnTo>
                  <a:lnTo>
                    <a:pt x="307" y="12"/>
                  </a:lnTo>
                  <a:lnTo>
                    <a:pt x="313" y="16"/>
                  </a:lnTo>
                  <a:lnTo>
                    <a:pt x="319" y="18"/>
                  </a:lnTo>
                  <a:lnTo>
                    <a:pt x="325" y="22"/>
                  </a:lnTo>
                  <a:lnTo>
                    <a:pt x="332" y="25"/>
                  </a:lnTo>
                  <a:lnTo>
                    <a:pt x="324" y="28"/>
                  </a:lnTo>
                  <a:lnTo>
                    <a:pt x="306" y="33"/>
                  </a:lnTo>
                  <a:lnTo>
                    <a:pt x="281" y="38"/>
                  </a:lnTo>
                  <a:lnTo>
                    <a:pt x="252" y="43"/>
                  </a:lnTo>
                  <a:lnTo>
                    <a:pt x="223" y="49"/>
                  </a:lnTo>
                  <a:lnTo>
                    <a:pt x="196" y="54"/>
                  </a:lnTo>
                  <a:lnTo>
                    <a:pt x="173" y="58"/>
                  </a:lnTo>
                  <a:lnTo>
                    <a:pt x="159" y="61"/>
                  </a:lnTo>
                  <a:lnTo>
                    <a:pt x="138" y="64"/>
                  </a:lnTo>
                  <a:lnTo>
                    <a:pt x="118" y="69"/>
                  </a:lnTo>
                  <a:lnTo>
                    <a:pt x="98" y="72"/>
                  </a:lnTo>
                  <a:lnTo>
                    <a:pt x="78" y="76"/>
                  </a:lnTo>
                  <a:lnTo>
                    <a:pt x="59" y="79"/>
                  </a:lnTo>
                  <a:lnTo>
                    <a:pt x="39" y="84"/>
                  </a:lnTo>
                  <a:lnTo>
                    <a:pt x="19" y="87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82685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1" name="Freeform 13"/>
            <p:cNvSpPr>
              <a:spLocks/>
            </p:cNvSpPr>
            <p:nvPr/>
          </p:nvSpPr>
          <p:spPr bwMode="auto">
            <a:xfrm>
              <a:off x="3182" y="3045"/>
              <a:ext cx="185" cy="179"/>
            </a:xfrm>
            <a:custGeom>
              <a:avLst/>
              <a:gdLst/>
              <a:ahLst/>
              <a:cxnLst>
                <a:cxn ang="0">
                  <a:pos x="242" y="355"/>
                </a:cxn>
                <a:cxn ang="0">
                  <a:pos x="229" y="345"/>
                </a:cxn>
                <a:cxn ang="0">
                  <a:pos x="218" y="333"/>
                </a:cxn>
                <a:cxn ang="0">
                  <a:pos x="207" y="323"/>
                </a:cxn>
                <a:cxn ang="0">
                  <a:pos x="191" y="309"/>
                </a:cxn>
                <a:cxn ang="0">
                  <a:pos x="167" y="291"/>
                </a:cxn>
                <a:cxn ang="0">
                  <a:pos x="143" y="274"/>
                </a:cxn>
                <a:cxn ang="0">
                  <a:pos x="117" y="258"/>
                </a:cxn>
                <a:cxn ang="0">
                  <a:pos x="92" y="244"/>
                </a:cxn>
                <a:cxn ang="0">
                  <a:pos x="67" y="229"/>
                </a:cxn>
                <a:cxn ang="0">
                  <a:pos x="40" y="217"/>
                </a:cxn>
                <a:cxn ang="0">
                  <a:pos x="14" y="203"/>
                </a:cxn>
                <a:cxn ang="0">
                  <a:pos x="0" y="195"/>
                </a:cxn>
                <a:cxn ang="0">
                  <a:pos x="22" y="171"/>
                </a:cxn>
                <a:cxn ang="0">
                  <a:pos x="39" y="145"/>
                </a:cxn>
                <a:cxn ang="0">
                  <a:pos x="55" y="118"/>
                </a:cxn>
                <a:cxn ang="0">
                  <a:pos x="70" y="89"/>
                </a:cxn>
                <a:cxn ang="0">
                  <a:pos x="86" y="44"/>
                </a:cxn>
                <a:cxn ang="0">
                  <a:pos x="101" y="0"/>
                </a:cxn>
                <a:cxn ang="0">
                  <a:pos x="130" y="13"/>
                </a:cxn>
                <a:cxn ang="0">
                  <a:pos x="161" y="34"/>
                </a:cxn>
                <a:cxn ang="0">
                  <a:pos x="191" y="57"/>
                </a:cxn>
                <a:cxn ang="0">
                  <a:pos x="221" y="77"/>
                </a:cxn>
                <a:cxn ang="0">
                  <a:pos x="204" y="107"/>
                </a:cxn>
                <a:cxn ang="0">
                  <a:pos x="192" y="133"/>
                </a:cxn>
                <a:cxn ang="0">
                  <a:pos x="201" y="130"/>
                </a:cxn>
                <a:cxn ang="0">
                  <a:pos x="213" y="129"/>
                </a:cxn>
                <a:cxn ang="0">
                  <a:pos x="193" y="149"/>
                </a:cxn>
                <a:cxn ang="0">
                  <a:pos x="182" y="172"/>
                </a:cxn>
                <a:cxn ang="0">
                  <a:pos x="193" y="173"/>
                </a:cxn>
                <a:cxn ang="0">
                  <a:pos x="206" y="167"/>
                </a:cxn>
                <a:cxn ang="0">
                  <a:pos x="206" y="175"/>
                </a:cxn>
                <a:cxn ang="0">
                  <a:pos x="201" y="190"/>
                </a:cxn>
                <a:cxn ang="0">
                  <a:pos x="206" y="203"/>
                </a:cxn>
                <a:cxn ang="0">
                  <a:pos x="224" y="194"/>
                </a:cxn>
                <a:cxn ang="0">
                  <a:pos x="231" y="195"/>
                </a:cxn>
                <a:cxn ang="0">
                  <a:pos x="230" y="204"/>
                </a:cxn>
                <a:cxn ang="0">
                  <a:pos x="231" y="210"/>
                </a:cxn>
                <a:cxn ang="0">
                  <a:pos x="231" y="212"/>
                </a:cxn>
                <a:cxn ang="0">
                  <a:pos x="244" y="206"/>
                </a:cxn>
                <a:cxn ang="0">
                  <a:pos x="265" y="189"/>
                </a:cxn>
                <a:cxn ang="0">
                  <a:pos x="283" y="167"/>
                </a:cxn>
                <a:cxn ang="0">
                  <a:pos x="298" y="143"/>
                </a:cxn>
                <a:cxn ang="0">
                  <a:pos x="310" y="133"/>
                </a:cxn>
                <a:cxn ang="0">
                  <a:pos x="326" y="143"/>
                </a:cxn>
                <a:cxn ang="0">
                  <a:pos x="345" y="158"/>
                </a:cxn>
                <a:cxn ang="0">
                  <a:pos x="363" y="173"/>
                </a:cxn>
                <a:cxn ang="0">
                  <a:pos x="362" y="201"/>
                </a:cxn>
                <a:cxn ang="0">
                  <a:pos x="343" y="244"/>
                </a:cxn>
                <a:cxn ang="0">
                  <a:pos x="320" y="286"/>
                </a:cxn>
                <a:cxn ang="0">
                  <a:pos x="291" y="324"/>
                </a:cxn>
                <a:cxn ang="0">
                  <a:pos x="271" y="347"/>
                </a:cxn>
                <a:cxn ang="0">
                  <a:pos x="257" y="357"/>
                </a:cxn>
                <a:cxn ang="0">
                  <a:pos x="249" y="360"/>
                </a:cxn>
              </a:cxnLst>
              <a:rect l="0" t="0" r="r" b="b"/>
              <a:pathLst>
                <a:path w="368" h="360">
                  <a:moveTo>
                    <a:pt x="249" y="360"/>
                  </a:moveTo>
                  <a:lnTo>
                    <a:pt x="242" y="355"/>
                  </a:lnTo>
                  <a:lnTo>
                    <a:pt x="235" y="350"/>
                  </a:lnTo>
                  <a:lnTo>
                    <a:pt x="229" y="345"/>
                  </a:lnTo>
                  <a:lnTo>
                    <a:pt x="223" y="339"/>
                  </a:lnTo>
                  <a:lnTo>
                    <a:pt x="218" y="333"/>
                  </a:lnTo>
                  <a:lnTo>
                    <a:pt x="213" y="327"/>
                  </a:lnTo>
                  <a:lnTo>
                    <a:pt x="207" y="323"/>
                  </a:lnTo>
                  <a:lnTo>
                    <a:pt x="203" y="318"/>
                  </a:lnTo>
                  <a:lnTo>
                    <a:pt x="191" y="309"/>
                  </a:lnTo>
                  <a:lnTo>
                    <a:pt x="178" y="300"/>
                  </a:lnTo>
                  <a:lnTo>
                    <a:pt x="167" y="291"/>
                  </a:lnTo>
                  <a:lnTo>
                    <a:pt x="154" y="282"/>
                  </a:lnTo>
                  <a:lnTo>
                    <a:pt x="143" y="274"/>
                  </a:lnTo>
                  <a:lnTo>
                    <a:pt x="130" y="266"/>
                  </a:lnTo>
                  <a:lnTo>
                    <a:pt x="117" y="258"/>
                  </a:lnTo>
                  <a:lnTo>
                    <a:pt x="105" y="251"/>
                  </a:lnTo>
                  <a:lnTo>
                    <a:pt x="92" y="244"/>
                  </a:lnTo>
                  <a:lnTo>
                    <a:pt x="79" y="236"/>
                  </a:lnTo>
                  <a:lnTo>
                    <a:pt x="67" y="229"/>
                  </a:lnTo>
                  <a:lnTo>
                    <a:pt x="54" y="223"/>
                  </a:lnTo>
                  <a:lnTo>
                    <a:pt x="40" y="217"/>
                  </a:lnTo>
                  <a:lnTo>
                    <a:pt x="28" y="210"/>
                  </a:lnTo>
                  <a:lnTo>
                    <a:pt x="14" y="203"/>
                  </a:lnTo>
                  <a:lnTo>
                    <a:pt x="0" y="197"/>
                  </a:lnTo>
                  <a:lnTo>
                    <a:pt x="0" y="195"/>
                  </a:lnTo>
                  <a:lnTo>
                    <a:pt x="11" y="182"/>
                  </a:lnTo>
                  <a:lnTo>
                    <a:pt x="22" y="171"/>
                  </a:lnTo>
                  <a:lnTo>
                    <a:pt x="31" y="158"/>
                  </a:lnTo>
                  <a:lnTo>
                    <a:pt x="39" y="145"/>
                  </a:lnTo>
                  <a:lnTo>
                    <a:pt x="47" y="132"/>
                  </a:lnTo>
                  <a:lnTo>
                    <a:pt x="55" y="118"/>
                  </a:lnTo>
                  <a:lnTo>
                    <a:pt x="63" y="104"/>
                  </a:lnTo>
                  <a:lnTo>
                    <a:pt x="70" y="89"/>
                  </a:lnTo>
                  <a:lnTo>
                    <a:pt x="78" y="66"/>
                  </a:lnTo>
                  <a:lnTo>
                    <a:pt x="86" y="44"/>
                  </a:lnTo>
                  <a:lnTo>
                    <a:pt x="94" y="21"/>
                  </a:lnTo>
                  <a:lnTo>
                    <a:pt x="101" y="0"/>
                  </a:lnTo>
                  <a:lnTo>
                    <a:pt x="116" y="5"/>
                  </a:lnTo>
                  <a:lnTo>
                    <a:pt x="130" y="13"/>
                  </a:lnTo>
                  <a:lnTo>
                    <a:pt x="145" y="22"/>
                  </a:lnTo>
                  <a:lnTo>
                    <a:pt x="161" y="34"/>
                  </a:lnTo>
                  <a:lnTo>
                    <a:pt x="176" y="45"/>
                  </a:lnTo>
                  <a:lnTo>
                    <a:pt x="191" y="57"/>
                  </a:lnTo>
                  <a:lnTo>
                    <a:pt x="206" y="68"/>
                  </a:lnTo>
                  <a:lnTo>
                    <a:pt x="221" y="77"/>
                  </a:lnTo>
                  <a:lnTo>
                    <a:pt x="214" y="92"/>
                  </a:lnTo>
                  <a:lnTo>
                    <a:pt x="204" y="107"/>
                  </a:lnTo>
                  <a:lnTo>
                    <a:pt x="195" y="121"/>
                  </a:lnTo>
                  <a:lnTo>
                    <a:pt x="192" y="133"/>
                  </a:lnTo>
                  <a:lnTo>
                    <a:pt x="197" y="132"/>
                  </a:lnTo>
                  <a:lnTo>
                    <a:pt x="201" y="130"/>
                  </a:lnTo>
                  <a:lnTo>
                    <a:pt x="207" y="129"/>
                  </a:lnTo>
                  <a:lnTo>
                    <a:pt x="213" y="129"/>
                  </a:lnTo>
                  <a:lnTo>
                    <a:pt x="203" y="140"/>
                  </a:lnTo>
                  <a:lnTo>
                    <a:pt x="193" y="149"/>
                  </a:lnTo>
                  <a:lnTo>
                    <a:pt x="185" y="158"/>
                  </a:lnTo>
                  <a:lnTo>
                    <a:pt x="182" y="172"/>
                  </a:lnTo>
                  <a:lnTo>
                    <a:pt x="188" y="174"/>
                  </a:lnTo>
                  <a:lnTo>
                    <a:pt x="193" y="173"/>
                  </a:lnTo>
                  <a:lnTo>
                    <a:pt x="199" y="171"/>
                  </a:lnTo>
                  <a:lnTo>
                    <a:pt x="206" y="167"/>
                  </a:lnTo>
                  <a:lnTo>
                    <a:pt x="208" y="167"/>
                  </a:lnTo>
                  <a:lnTo>
                    <a:pt x="206" y="175"/>
                  </a:lnTo>
                  <a:lnTo>
                    <a:pt x="204" y="183"/>
                  </a:lnTo>
                  <a:lnTo>
                    <a:pt x="201" y="190"/>
                  </a:lnTo>
                  <a:lnTo>
                    <a:pt x="200" y="200"/>
                  </a:lnTo>
                  <a:lnTo>
                    <a:pt x="206" y="203"/>
                  </a:lnTo>
                  <a:lnTo>
                    <a:pt x="215" y="200"/>
                  </a:lnTo>
                  <a:lnTo>
                    <a:pt x="224" y="194"/>
                  </a:lnTo>
                  <a:lnTo>
                    <a:pt x="231" y="190"/>
                  </a:lnTo>
                  <a:lnTo>
                    <a:pt x="231" y="195"/>
                  </a:lnTo>
                  <a:lnTo>
                    <a:pt x="230" y="200"/>
                  </a:lnTo>
                  <a:lnTo>
                    <a:pt x="230" y="204"/>
                  </a:lnTo>
                  <a:lnTo>
                    <a:pt x="231" y="210"/>
                  </a:lnTo>
                  <a:lnTo>
                    <a:pt x="231" y="210"/>
                  </a:lnTo>
                  <a:lnTo>
                    <a:pt x="231" y="211"/>
                  </a:lnTo>
                  <a:lnTo>
                    <a:pt x="231" y="212"/>
                  </a:lnTo>
                  <a:lnTo>
                    <a:pt x="233" y="213"/>
                  </a:lnTo>
                  <a:lnTo>
                    <a:pt x="244" y="206"/>
                  </a:lnTo>
                  <a:lnTo>
                    <a:pt x="256" y="198"/>
                  </a:lnTo>
                  <a:lnTo>
                    <a:pt x="265" y="189"/>
                  </a:lnTo>
                  <a:lnTo>
                    <a:pt x="274" y="178"/>
                  </a:lnTo>
                  <a:lnTo>
                    <a:pt x="283" y="167"/>
                  </a:lnTo>
                  <a:lnTo>
                    <a:pt x="291" y="156"/>
                  </a:lnTo>
                  <a:lnTo>
                    <a:pt x="298" y="143"/>
                  </a:lnTo>
                  <a:lnTo>
                    <a:pt x="305" y="132"/>
                  </a:lnTo>
                  <a:lnTo>
                    <a:pt x="310" y="133"/>
                  </a:lnTo>
                  <a:lnTo>
                    <a:pt x="318" y="137"/>
                  </a:lnTo>
                  <a:lnTo>
                    <a:pt x="326" y="143"/>
                  </a:lnTo>
                  <a:lnTo>
                    <a:pt x="336" y="150"/>
                  </a:lnTo>
                  <a:lnTo>
                    <a:pt x="345" y="158"/>
                  </a:lnTo>
                  <a:lnTo>
                    <a:pt x="355" y="166"/>
                  </a:lnTo>
                  <a:lnTo>
                    <a:pt x="363" y="173"/>
                  </a:lnTo>
                  <a:lnTo>
                    <a:pt x="368" y="179"/>
                  </a:lnTo>
                  <a:lnTo>
                    <a:pt x="362" y="201"/>
                  </a:lnTo>
                  <a:lnTo>
                    <a:pt x="353" y="223"/>
                  </a:lnTo>
                  <a:lnTo>
                    <a:pt x="343" y="244"/>
                  </a:lnTo>
                  <a:lnTo>
                    <a:pt x="333" y="265"/>
                  </a:lnTo>
                  <a:lnTo>
                    <a:pt x="320" y="286"/>
                  </a:lnTo>
                  <a:lnTo>
                    <a:pt x="306" y="305"/>
                  </a:lnTo>
                  <a:lnTo>
                    <a:pt x="291" y="324"/>
                  </a:lnTo>
                  <a:lnTo>
                    <a:pt x="276" y="341"/>
                  </a:lnTo>
                  <a:lnTo>
                    <a:pt x="271" y="347"/>
                  </a:lnTo>
                  <a:lnTo>
                    <a:pt x="264" y="354"/>
                  </a:lnTo>
                  <a:lnTo>
                    <a:pt x="257" y="357"/>
                  </a:lnTo>
                  <a:lnTo>
                    <a:pt x="249" y="360"/>
                  </a:lnTo>
                  <a:lnTo>
                    <a:pt x="249" y="360"/>
                  </a:lnTo>
                  <a:lnTo>
                    <a:pt x="249" y="360"/>
                  </a:lnTo>
                  <a:close/>
                </a:path>
              </a:pathLst>
            </a:custGeom>
            <a:solidFill>
              <a:srgbClr val="FFF2E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2" name="Freeform 14"/>
            <p:cNvSpPr>
              <a:spLocks/>
            </p:cNvSpPr>
            <p:nvPr/>
          </p:nvSpPr>
          <p:spPr bwMode="auto">
            <a:xfrm>
              <a:off x="3633" y="3184"/>
              <a:ext cx="15" cy="22"/>
            </a:xfrm>
            <a:custGeom>
              <a:avLst/>
              <a:gdLst/>
              <a:ahLst/>
              <a:cxnLst>
                <a:cxn ang="0">
                  <a:pos x="10" y="44"/>
                </a:cxn>
                <a:cxn ang="0">
                  <a:pos x="0" y="35"/>
                </a:cxn>
                <a:cxn ang="0">
                  <a:pos x="0" y="21"/>
                </a:cxn>
                <a:cxn ang="0">
                  <a:pos x="8" y="9"/>
                </a:cxn>
                <a:cxn ang="0">
                  <a:pos x="19" y="1"/>
                </a:cxn>
                <a:cxn ang="0">
                  <a:pos x="22" y="0"/>
                </a:cxn>
                <a:cxn ang="0">
                  <a:pos x="25" y="0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30" y="3"/>
                </a:cxn>
                <a:cxn ang="0">
                  <a:pos x="30" y="7"/>
                </a:cxn>
                <a:cxn ang="0">
                  <a:pos x="30" y="10"/>
                </a:cxn>
                <a:cxn ang="0">
                  <a:pos x="30" y="13"/>
                </a:cxn>
                <a:cxn ang="0">
                  <a:pos x="20" y="17"/>
                </a:cxn>
                <a:cxn ang="0">
                  <a:pos x="19" y="24"/>
                </a:cxn>
                <a:cxn ang="0">
                  <a:pos x="20" y="35"/>
                </a:cxn>
                <a:cxn ang="0">
                  <a:pos x="19" y="44"/>
                </a:cxn>
                <a:cxn ang="0">
                  <a:pos x="17" y="44"/>
                </a:cxn>
                <a:cxn ang="0">
                  <a:pos x="15" y="44"/>
                </a:cxn>
                <a:cxn ang="0">
                  <a:pos x="12" y="44"/>
                </a:cxn>
                <a:cxn ang="0">
                  <a:pos x="10" y="44"/>
                </a:cxn>
                <a:cxn ang="0">
                  <a:pos x="10" y="44"/>
                </a:cxn>
                <a:cxn ang="0">
                  <a:pos x="10" y="44"/>
                </a:cxn>
              </a:cxnLst>
              <a:rect l="0" t="0" r="r" b="b"/>
              <a:pathLst>
                <a:path w="30" h="44">
                  <a:moveTo>
                    <a:pt x="10" y="44"/>
                  </a:moveTo>
                  <a:lnTo>
                    <a:pt x="0" y="35"/>
                  </a:lnTo>
                  <a:lnTo>
                    <a:pt x="0" y="21"/>
                  </a:lnTo>
                  <a:lnTo>
                    <a:pt x="8" y="9"/>
                  </a:lnTo>
                  <a:lnTo>
                    <a:pt x="19" y="1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30" y="3"/>
                  </a:lnTo>
                  <a:lnTo>
                    <a:pt x="30" y="7"/>
                  </a:lnTo>
                  <a:lnTo>
                    <a:pt x="30" y="10"/>
                  </a:lnTo>
                  <a:lnTo>
                    <a:pt x="30" y="13"/>
                  </a:lnTo>
                  <a:lnTo>
                    <a:pt x="20" y="17"/>
                  </a:lnTo>
                  <a:lnTo>
                    <a:pt x="19" y="24"/>
                  </a:lnTo>
                  <a:lnTo>
                    <a:pt x="20" y="35"/>
                  </a:lnTo>
                  <a:lnTo>
                    <a:pt x="19" y="44"/>
                  </a:lnTo>
                  <a:lnTo>
                    <a:pt x="17" y="44"/>
                  </a:lnTo>
                  <a:lnTo>
                    <a:pt x="15" y="44"/>
                  </a:lnTo>
                  <a:lnTo>
                    <a:pt x="12" y="44"/>
                  </a:lnTo>
                  <a:lnTo>
                    <a:pt x="10" y="44"/>
                  </a:lnTo>
                  <a:lnTo>
                    <a:pt x="10" y="44"/>
                  </a:lnTo>
                  <a:lnTo>
                    <a:pt x="10" y="44"/>
                  </a:lnTo>
                  <a:close/>
                </a:path>
              </a:pathLst>
            </a:custGeom>
            <a:solidFill>
              <a:srgbClr val="846D5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3" name="Freeform 15"/>
            <p:cNvSpPr>
              <a:spLocks/>
            </p:cNvSpPr>
            <p:nvPr/>
          </p:nvSpPr>
          <p:spPr bwMode="auto">
            <a:xfrm>
              <a:off x="3652" y="3179"/>
              <a:ext cx="12" cy="19"/>
            </a:xfrm>
            <a:custGeom>
              <a:avLst/>
              <a:gdLst/>
              <a:ahLst/>
              <a:cxnLst>
                <a:cxn ang="0">
                  <a:pos x="24" y="38"/>
                </a:cxn>
                <a:cxn ang="0">
                  <a:pos x="10" y="32"/>
                </a:cxn>
                <a:cxn ang="0">
                  <a:pos x="2" y="24"/>
                </a:cxn>
                <a:cxn ang="0">
                  <a:pos x="0" y="15"/>
                </a:cxn>
                <a:cxn ang="0">
                  <a:pos x="3" y="2"/>
                </a:cxn>
                <a:cxn ang="0">
                  <a:pos x="4" y="1"/>
                </a:cxn>
                <a:cxn ang="0">
                  <a:pos x="4" y="0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9" y="2"/>
                </a:cxn>
                <a:cxn ang="0">
                  <a:pos x="9" y="4"/>
                </a:cxn>
                <a:cxn ang="0">
                  <a:pos x="10" y="9"/>
                </a:cxn>
                <a:cxn ang="0">
                  <a:pos x="11" y="17"/>
                </a:cxn>
                <a:cxn ang="0">
                  <a:pos x="16" y="24"/>
                </a:cxn>
                <a:cxn ang="0">
                  <a:pos x="20" y="31"/>
                </a:cxn>
                <a:cxn ang="0">
                  <a:pos x="24" y="35"/>
                </a:cxn>
                <a:cxn ang="0">
                  <a:pos x="25" y="38"/>
                </a:cxn>
                <a:cxn ang="0">
                  <a:pos x="24" y="38"/>
                </a:cxn>
                <a:cxn ang="0">
                  <a:pos x="24" y="38"/>
                </a:cxn>
                <a:cxn ang="0">
                  <a:pos x="24" y="38"/>
                </a:cxn>
                <a:cxn ang="0">
                  <a:pos x="24" y="38"/>
                </a:cxn>
                <a:cxn ang="0">
                  <a:pos x="24" y="38"/>
                </a:cxn>
                <a:cxn ang="0">
                  <a:pos x="24" y="38"/>
                </a:cxn>
              </a:cxnLst>
              <a:rect l="0" t="0" r="r" b="b"/>
              <a:pathLst>
                <a:path w="25" h="38">
                  <a:moveTo>
                    <a:pt x="24" y="38"/>
                  </a:moveTo>
                  <a:lnTo>
                    <a:pt x="10" y="32"/>
                  </a:lnTo>
                  <a:lnTo>
                    <a:pt x="2" y="24"/>
                  </a:lnTo>
                  <a:lnTo>
                    <a:pt x="0" y="15"/>
                  </a:lnTo>
                  <a:lnTo>
                    <a:pt x="3" y="2"/>
                  </a:lnTo>
                  <a:lnTo>
                    <a:pt x="4" y="1"/>
                  </a:lnTo>
                  <a:lnTo>
                    <a:pt x="4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9" y="4"/>
                  </a:lnTo>
                  <a:lnTo>
                    <a:pt x="10" y="9"/>
                  </a:lnTo>
                  <a:lnTo>
                    <a:pt x="11" y="17"/>
                  </a:lnTo>
                  <a:lnTo>
                    <a:pt x="16" y="24"/>
                  </a:lnTo>
                  <a:lnTo>
                    <a:pt x="20" y="31"/>
                  </a:lnTo>
                  <a:lnTo>
                    <a:pt x="24" y="35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4" y="38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4" name="Freeform 16"/>
            <p:cNvSpPr>
              <a:spLocks/>
            </p:cNvSpPr>
            <p:nvPr/>
          </p:nvSpPr>
          <p:spPr bwMode="auto">
            <a:xfrm>
              <a:off x="3659" y="3176"/>
              <a:ext cx="15" cy="20"/>
            </a:xfrm>
            <a:custGeom>
              <a:avLst/>
              <a:gdLst/>
              <a:ahLst/>
              <a:cxnLst>
                <a:cxn ang="0">
                  <a:pos x="23" y="40"/>
                </a:cxn>
                <a:cxn ang="0">
                  <a:pos x="13" y="31"/>
                </a:cxn>
                <a:cxn ang="0">
                  <a:pos x="7" y="22"/>
                </a:cxn>
                <a:cxn ang="0">
                  <a:pos x="3" y="11"/>
                </a:cxn>
                <a:cxn ang="0">
                  <a:pos x="0" y="1"/>
                </a:cxn>
                <a:cxn ang="0">
                  <a:pos x="11" y="0"/>
                </a:cxn>
                <a:cxn ang="0">
                  <a:pos x="19" y="11"/>
                </a:cxn>
                <a:cxn ang="0">
                  <a:pos x="26" y="26"/>
                </a:cxn>
                <a:cxn ang="0">
                  <a:pos x="30" y="39"/>
                </a:cxn>
                <a:cxn ang="0">
                  <a:pos x="28" y="39"/>
                </a:cxn>
                <a:cxn ang="0">
                  <a:pos x="27" y="39"/>
                </a:cxn>
                <a:cxn ang="0">
                  <a:pos x="26" y="39"/>
                </a:cxn>
                <a:cxn ang="0">
                  <a:pos x="23" y="40"/>
                </a:cxn>
                <a:cxn ang="0">
                  <a:pos x="23" y="40"/>
                </a:cxn>
                <a:cxn ang="0">
                  <a:pos x="23" y="40"/>
                </a:cxn>
              </a:cxnLst>
              <a:rect l="0" t="0" r="r" b="b"/>
              <a:pathLst>
                <a:path w="30" h="40">
                  <a:moveTo>
                    <a:pt x="23" y="40"/>
                  </a:moveTo>
                  <a:lnTo>
                    <a:pt x="13" y="31"/>
                  </a:lnTo>
                  <a:lnTo>
                    <a:pt x="7" y="22"/>
                  </a:lnTo>
                  <a:lnTo>
                    <a:pt x="3" y="11"/>
                  </a:lnTo>
                  <a:lnTo>
                    <a:pt x="0" y="1"/>
                  </a:lnTo>
                  <a:lnTo>
                    <a:pt x="11" y="0"/>
                  </a:lnTo>
                  <a:lnTo>
                    <a:pt x="19" y="11"/>
                  </a:lnTo>
                  <a:lnTo>
                    <a:pt x="26" y="26"/>
                  </a:lnTo>
                  <a:lnTo>
                    <a:pt x="30" y="39"/>
                  </a:lnTo>
                  <a:lnTo>
                    <a:pt x="28" y="39"/>
                  </a:lnTo>
                  <a:lnTo>
                    <a:pt x="27" y="39"/>
                  </a:lnTo>
                  <a:lnTo>
                    <a:pt x="26" y="39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0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5" name="Freeform 17"/>
            <p:cNvSpPr>
              <a:spLocks/>
            </p:cNvSpPr>
            <p:nvPr/>
          </p:nvSpPr>
          <p:spPr bwMode="auto">
            <a:xfrm>
              <a:off x="3668" y="3171"/>
              <a:ext cx="18" cy="23"/>
            </a:xfrm>
            <a:custGeom>
              <a:avLst/>
              <a:gdLst/>
              <a:ahLst/>
              <a:cxnLst>
                <a:cxn ang="0">
                  <a:pos x="23" y="45"/>
                </a:cxn>
                <a:cxn ang="0">
                  <a:pos x="16" y="38"/>
                </a:cxn>
                <a:cxn ang="0">
                  <a:pos x="8" y="25"/>
                </a:cxn>
                <a:cxn ang="0">
                  <a:pos x="2" y="12"/>
                </a:cxn>
                <a:cxn ang="0">
                  <a:pos x="0" y="3"/>
                </a:cxn>
                <a:cxn ang="0">
                  <a:pos x="6" y="0"/>
                </a:cxn>
                <a:cxn ang="0">
                  <a:pos x="11" y="1"/>
                </a:cxn>
                <a:cxn ang="0">
                  <a:pos x="16" y="4"/>
                </a:cxn>
                <a:cxn ang="0">
                  <a:pos x="22" y="11"/>
                </a:cxn>
                <a:cxn ang="0">
                  <a:pos x="26" y="18"/>
                </a:cxn>
                <a:cxn ang="0">
                  <a:pos x="30" y="26"/>
                </a:cxn>
                <a:cxn ang="0">
                  <a:pos x="33" y="32"/>
                </a:cxn>
                <a:cxn ang="0">
                  <a:pos x="36" y="37"/>
                </a:cxn>
                <a:cxn ang="0">
                  <a:pos x="36" y="38"/>
                </a:cxn>
                <a:cxn ang="0">
                  <a:pos x="36" y="39"/>
                </a:cxn>
                <a:cxn ang="0">
                  <a:pos x="36" y="40"/>
                </a:cxn>
                <a:cxn ang="0">
                  <a:pos x="36" y="41"/>
                </a:cxn>
                <a:cxn ang="0">
                  <a:pos x="32" y="42"/>
                </a:cxn>
                <a:cxn ang="0">
                  <a:pos x="29" y="43"/>
                </a:cxn>
                <a:cxn ang="0">
                  <a:pos x="25" y="45"/>
                </a:cxn>
                <a:cxn ang="0">
                  <a:pos x="23" y="45"/>
                </a:cxn>
                <a:cxn ang="0">
                  <a:pos x="23" y="45"/>
                </a:cxn>
                <a:cxn ang="0">
                  <a:pos x="23" y="45"/>
                </a:cxn>
              </a:cxnLst>
              <a:rect l="0" t="0" r="r" b="b"/>
              <a:pathLst>
                <a:path w="36" h="45">
                  <a:moveTo>
                    <a:pt x="23" y="45"/>
                  </a:moveTo>
                  <a:lnTo>
                    <a:pt x="16" y="38"/>
                  </a:lnTo>
                  <a:lnTo>
                    <a:pt x="8" y="25"/>
                  </a:lnTo>
                  <a:lnTo>
                    <a:pt x="2" y="12"/>
                  </a:lnTo>
                  <a:lnTo>
                    <a:pt x="0" y="3"/>
                  </a:lnTo>
                  <a:lnTo>
                    <a:pt x="6" y="0"/>
                  </a:lnTo>
                  <a:lnTo>
                    <a:pt x="11" y="1"/>
                  </a:lnTo>
                  <a:lnTo>
                    <a:pt x="16" y="4"/>
                  </a:lnTo>
                  <a:lnTo>
                    <a:pt x="22" y="11"/>
                  </a:lnTo>
                  <a:lnTo>
                    <a:pt x="26" y="18"/>
                  </a:lnTo>
                  <a:lnTo>
                    <a:pt x="30" y="26"/>
                  </a:lnTo>
                  <a:lnTo>
                    <a:pt x="33" y="32"/>
                  </a:lnTo>
                  <a:lnTo>
                    <a:pt x="36" y="37"/>
                  </a:lnTo>
                  <a:lnTo>
                    <a:pt x="36" y="38"/>
                  </a:lnTo>
                  <a:lnTo>
                    <a:pt x="36" y="39"/>
                  </a:lnTo>
                  <a:lnTo>
                    <a:pt x="36" y="40"/>
                  </a:lnTo>
                  <a:lnTo>
                    <a:pt x="36" y="41"/>
                  </a:lnTo>
                  <a:lnTo>
                    <a:pt x="32" y="42"/>
                  </a:lnTo>
                  <a:lnTo>
                    <a:pt x="29" y="43"/>
                  </a:lnTo>
                  <a:lnTo>
                    <a:pt x="25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6" name="Freeform 18"/>
            <p:cNvSpPr>
              <a:spLocks/>
            </p:cNvSpPr>
            <p:nvPr/>
          </p:nvSpPr>
          <p:spPr bwMode="auto">
            <a:xfrm>
              <a:off x="3697" y="3179"/>
              <a:ext cx="14" cy="11"/>
            </a:xfrm>
            <a:custGeom>
              <a:avLst/>
              <a:gdLst/>
              <a:ahLst/>
              <a:cxnLst>
                <a:cxn ang="0">
                  <a:pos x="20" y="23"/>
                </a:cxn>
                <a:cxn ang="0">
                  <a:pos x="15" y="19"/>
                </a:cxn>
                <a:cxn ang="0">
                  <a:pos x="8" y="1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12" y="0"/>
                </a:cxn>
                <a:cxn ang="0">
                  <a:pos x="20" y="3"/>
                </a:cxn>
                <a:cxn ang="0">
                  <a:pos x="26" y="11"/>
                </a:cxn>
                <a:cxn ang="0">
                  <a:pos x="28" y="22"/>
                </a:cxn>
                <a:cxn ang="0">
                  <a:pos x="26" y="23"/>
                </a:cxn>
                <a:cxn ang="0">
                  <a:pos x="23" y="23"/>
                </a:cxn>
                <a:cxn ang="0">
                  <a:pos x="21" y="23"/>
                </a:cxn>
                <a:cxn ang="0">
                  <a:pos x="20" y="23"/>
                </a:cxn>
                <a:cxn ang="0">
                  <a:pos x="20" y="23"/>
                </a:cxn>
                <a:cxn ang="0">
                  <a:pos x="20" y="23"/>
                </a:cxn>
              </a:cxnLst>
              <a:rect l="0" t="0" r="r" b="b"/>
              <a:pathLst>
                <a:path w="28" h="23">
                  <a:moveTo>
                    <a:pt x="20" y="23"/>
                  </a:moveTo>
                  <a:lnTo>
                    <a:pt x="15" y="19"/>
                  </a:lnTo>
                  <a:lnTo>
                    <a:pt x="8" y="12"/>
                  </a:lnTo>
                  <a:lnTo>
                    <a:pt x="2" y="4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"/>
                  </a:lnTo>
                  <a:lnTo>
                    <a:pt x="26" y="11"/>
                  </a:lnTo>
                  <a:lnTo>
                    <a:pt x="28" y="22"/>
                  </a:lnTo>
                  <a:lnTo>
                    <a:pt x="26" y="23"/>
                  </a:lnTo>
                  <a:lnTo>
                    <a:pt x="23" y="23"/>
                  </a:lnTo>
                  <a:lnTo>
                    <a:pt x="21" y="23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20" y="23"/>
                  </a:lnTo>
                  <a:close/>
                </a:path>
              </a:pathLst>
            </a:custGeom>
            <a:solidFill>
              <a:srgbClr val="846D5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7" name="Freeform 19"/>
            <p:cNvSpPr>
              <a:spLocks/>
            </p:cNvSpPr>
            <p:nvPr/>
          </p:nvSpPr>
          <p:spPr bwMode="auto">
            <a:xfrm>
              <a:off x="3681" y="3170"/>
              <a:ext cx="13" cy="19"/>
            </a:xfrm>
            <a:custGeom>
              <a:avLst/>
              <a:gdLst/>
              <a:ahLst/>
              <a:cxnLst>
                <a:cxn ang="0">
                  <a:pos x="20" y="39"/>
                </a:cxn>
                <a:cxn ang="0">
                  <a:pos x="15" y="30"/>
                </a:cxn>
                <a:cxn ang="0">
                  <a:pos x="8" y="20"/>
                </a:cxn>
                <a:cxn ang="0">
                  <a:pos x="3" y="11"/>
                </a:cxn>
                <a:cxn ang="0">
                  <a:pos x="0" y="3"/>
                </a:cxn>
                <a:cxn ang="0">
                  <a:pos x="1" y="1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4" y="7"/>
                </a:cxn>
                <a:cxn ang="0">
                  <a:pos x="20" y="16"/>
                </a:cxn>
                <a:cxn ang="0">
                  <a:pos x="25" y="28"/>
                </a:cxn>
                <a:cxn ang="0">
                  <a:pos x="27" y="37"/>
                </a:cxn>
                <a:cxn ang="0">
                  <a:pos x="26" y="37"/>
                </a:cxn>
                <a:cxn ang="0">
                  <a:pos x="23" y="37"/>
                </a:cxn>
                <a:cxn ang="0">
                  <a:pos x="22" y="38"/>
                </a:cxn>
                <a:cxn ang="0">
                  <a:pos x="20" y="39"/>
                </a:cxn>
                <a:cxn ang="0">
                  <a:pos x="20" y="39"/>
                </a:cxn>
                <a:cxn ang="0">
                  <a:pos x="20" y="39"/>
                </a:cxn>
              </a:cxnLst>
              <a:rect l="0" t="0" r="r" b="b"/>
              <a:pathLst>
                <a:path w="27" h="39">
                  <a:moveTo>
                    <a:pt x="20" y="39"/>
                  </a:moveTo>
                  <a:lnTo>
                    <a:pt x="15" y="30"/>
                  </a:lnTo>
                  <a:lnTo>
                    <a:pt x="8" y="20"/>
                  </a:lnTo>
                  <a:lnTo>
                    <a:pt x="3" y="11"/>
                  </a:lnTo>
                  <a:lnTo>
                    <a:pt x="0" y="3"/>
                  </a:lnTo>
                  <a:lnTo>
                    <a:pt x="1" y="1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4" y="7"/>
                  </a:lnTo>
                  <a:lnTo>
                    <a:pt x="20" y="16"/>
                  </a:lnTo>
                  <a:lnTo>
                    <a:pt x="25" y="28"/>
                  </a:lnTo>
                  <a:lnTo>
                    <a:pt x="27" y="37"/>
                  </a:lnTo>
                  <a:lnTo>
                    <a:pt x="26" y="37"/>
                  </a:lnTo>
                  <a:lnTo>
                    <a:pt x="23" y="37"/>
                  </a:lnTo>
                  <a:lnTo>
                    <a:pt x="22" y="38"/>
                  </a:lnTo>
                  <a:lnTo>
                    <a:pt x="20" y="39"/>
                  </a:lnTo>
                  <a:lnTo>
                    <a:pt x="20" y="39"/>
                  </a:lnTo>
                  <a:lnTo>
                    <a:pt x="20" y="39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8" name="Freeform 20"/>
            <p:cNvSpPr>
              <a:spLocks/>
            </p:cNvSpPr>
            <p:nvPr/>
          </p:nvSpPr>
          <p:spPr bwMode="auto">
            <a:xfrm>
              <a:off x="3539" y="3030"/>
              <a:ext cx="166" cy="152"/>
            </a:xfrm>
            <a:custGeom>
              <a:avLst/>
              <a:gdLst/>
              <a:ahLst/>
              <a:cxnLst>
                <a:cxn ang="0">
                  <a:pos x="197" y="285"/>
                </a:cxn>
                <a:cxn ang="0">
                  <a:pos x="188" y="256"/>
                </a:cxn>
                <a:cxn ang="0">
                  <a:pos x="155" y="229"/>
                </a:cxn>
                <a:cxn ang="0">
                  <a:pos x="113" y="200"/>
                </a:cxn>
                <a:cxn ang="0">
                  <a:pos x="71" y="171"/>
                </a:cxn>
                <a:cxn ang="0">
                  <a:pos x="32" y="141"/>
                </a:cxn>
                <a:cxn ang="0">
                  <a:pos x="3" y="105"/>
                </a:cxn>
                <a:cxn ang="0">
                  <a:pos x="1" y="25"/>
                </a:cxn>
                <a:cxn ang="0">
                  <a:pos x="11" y="3"/>
                </a:cxn>
                <a:cxn ang="0">
                  <a:pos x="31" y="20"/>
                </a:cxn>
                <a:cxn ang="0">
                  <a:pos x="52" y="44"/>
                </a:cxn>
                <a:cxn ang="0">
                  <a:pos x="70" y="67"/>
                </a:cxn>
                <a:cxn ang="0">
                  <a:pos x="87" y="85"/>
                </a:cxn>
                <a:cxn ang="0">
                  <a:pos x="106" y="104"/>
                </a:cxn>
                <a:cxn ang="0">
                  <a:pos x="127" y="124"/>
                </a:cxn>
                <a:cxn ang="0">
                  <a:pos x="146" y="145"/>
                </a:cxn>
                <a:cxn ang="0">
                  <a:pos x="167" y="164"/>
                </a:cxn>
                <a:cxn ang="0">
                  <a:pos x="185" y="181"/>
                </a:cxn>
                <a:cxn ang="0">
                  <a:pos x="205" y="195"/>
                </a:cxn>
                <a:cxn ang="0">
                  <a:pos x="228" y="203"/>
                </a:cxn>
                <a:cxn ang="0">
                  <a:pos x="243" y="207"/>
                </a:cxn>
                <a:cxn ang="0">
                  <a:pos x="253" y="213"/>
                </a:cxn>
                <a:cxn ang="0">
                  <a:pos x="269" y="225"/>
                </a:cxn>
                <a:cxn ang="0">
                  <a:pos x="284" y="241"/>
                </a:cxn>
                <a:cxn ang="0">
                  <a:pos x="303" y="256"/>
                </a:cxn>
                <a:cxn ang="0">
                  <a:pos x="321" y="271"/>
                </a:cxn>
                <a:cxn ang="0">
                  <a:pos x="327" y="281"/>
                </a:cxn>
                <a:cxn ang="0">
                  <a:pos x="313" y="284"/>
                </a:cxn>
                <a:cxn ang="0">
                  <a:pos x="303" y="277"/>
                </a:cxn>
                <a:cxn ang="0">
                  <a:pos x="295" y="270"/>
                </a:cxn>
                <a:cxn ang="0">
                  <a:pos x="284" y="270"/>
                </a:cxn>
                <a:cxn ang="0">
                  <a:pos x="274" y="272"/>
                </a:cxn>
                <a:cxn ang="0">
                  <a:pos x="262" y="275"/>
                </a:cxn>
                <a:cxn ang="0">
                  <a:pos x="250" y="279"/>
                </a:cxn>
                <a:cxn ang="0">
                  <a:pos x="238" y="286"/>
                </a:cxn>
                <a:cxn ang="0">
                  <a:pos x="226" y="291"/>
                </a:cxn>
                <a:cxn ang="0">
                  <a:pos x="219" y="295"/>
                </a:cxn>
                <a:cxn ang="0">
                  <a:pos x="219" y="299"/>
                </a:cxn>
                <a:cxn ang="0">
                  <a:pos x="218" y="304"/>
                </a:cxn>
                <a:cxn ang="0">
                  <a:pos x="211" y="302"/>
                </a:cxn>
                <a:cxn ang="0">
                  <a:pos x="203" y="304"/>
                </a:cxn>
              </a:cxnLst>
              <a:rect l="0" t="0" r="r" b="b"/>
              <a:pathLst>
                <a:path w="332" h="304">
                  <a:moveTo>
                    <a:pt x="203" y="304"/>
                  </a:moveTo>
                  <a:lnTo>
                    <a:pt x="197" y="285"/>
                  </a:lnTo>
                  <a:lnTo>
                    <a:pt x="193" y="270"/>
                  </a:lnTo>
                  <a:lnTo>
                    <a:pt x="188" y="256"/>
                  </a:lnTo>
                  <a:lnTo>
                    <a:pt x="177" y="243"/>
                  </a:lnTo>
                  <a:lnTo>
                    <a:pt x="155" y="229"/>
                  </a:lnTo>
                  <a:lnTo>
                    <a:pt x="133" y="215"/>
                  </a:lnTo>
                  <a:lnTo>
                    <a:pt x="113" y="200"/>
                  </a:lnTo>
                  <a:lnTo>
                    <a:pt x="92" y="186"/>
                  </a:lnTo>
                  <a:lnTo>
                    <a:pt x="71" y="171"/>
                  </a:lnTo>
                  <a:lnTo>
                    <a:pt x="52" y="156"/>
                  </a:lnTo>
                  <a:lnTo>
                    <a:pt x="32" y="141"/>
                  </a:lnTo>
                  <a:lnTo>
                    <a:pt x="12" y="126"/>
                  </a:lnTo>
                  <a:lnTo>
                    <a:pt x="3" y="105"/>
                  </a:lnTo>
                  <a:lnTo>
                    <a:pt x="0" y="66"/>
                  </a:lnTo>
                  <a:lnTo>
                    <a:pt x="1" y="25"/>
                  </a:lnTo>
                  <a:lnTo>
                    <a:pt x="3" y="0"/>
                  </a:lnTo>
                  <a:lnTo>
                    <a:pt x="11" y="3"/>
                  </a:lnTo>
                  <a:lnTo>
                    <a:pt x="21" y="10"/>
                  </a:lnTo>
                  <a:lnTo>
                    <a:pt x="31" y="20"/>
                  </a:lnTo>
                  <a:lnTo>
                    <a:pt x="41" y="32"/>
                  </a:lnTo>
                  <a:lnTo>
                    <a:pt x="52" y="44"/>
                  </a:lnTo>
                  <a:lnTo>
                    <a:pt x="61" y="57"/>
                  </a:lnTo>
                  <a:lnTo>
                    <a:pt x="70" y="67"/>
                  </a:lnTo>
                  <a:lnTo>
                    <a:pt x="78" y="74"/>
                  </a:lnTo>
                  <a:lnTo>
                    <a:pt x="87" y="85"/>
                  </a:lnTo>
                  <a:lnTo>
                    <a:pt x="97" y="94"/>
                  </a:lnTo>
                  <a:lnTo>
                    <a:pt x="106" y="104"/>
                  </a:lnTo>
                  <a:lnTo>
                    <a:pt x="116" y="114"/>
                  </a:lnTo>
                  <a:lnTo>
                    <a:pt x="127" y="124"/>
                  </a:lnTo>
                  <a:lnTo>
                    <a:pt x="136" y="134"/>
                  </a:lnTo>
                  <a:lnTo>
                    <a:pt x="146" y="145"/>
                  </a:lnTo>
                  <a:lnTo>
                    <a:pt x="156" y="155"/>
                  </a:lnTo>
                  <a:lnTo>
                    <a:pt x="167" y="164"/>
                  </a:lnTo>
                  <a:lnTo>
                    <a:pt x="176" y="172"/>
                  </a:lnTo>
                  <a:lnTo>
                    <a:pt x="185" y="181"/>
                  </a:lnTo>
                  <a:lnTo>
                    <a:pt x="194" y="188"/>
                  </a:lnTo>
                  <a:lnTo>
                    <a:pt x="205" y="195"/>
                  </a:lnTo>
                  <a:lnTo>
                    <a:pt x="215" y="200"/>
                  </a:lnTo>
                  <a:lnTo>
                    <a:pt x="228" y="203"/>
                  </a:lnTo>
                  <a:lnTo>
                    <a:pt x="242" y="206"/>
                  </a:lnTo>
                  <a:lnTo>
                    <a:pt x="243" y="207"/>
                  </a:lnTo>
                  <a:lnTo>
                    <a:pt x="247" y="209"/>
                  </a:lnTo>
                  <a:lnTo>
                    <a:pt x="253" y="213"/>
                  </a:lnTo>
                  <a:lnTo>
                    <a:pt x="261" y="218"/>
                  </a:lnTo>
                  <a:lnTo>
                    <a:pt x="269" y="225"/>
                  </a:lnTo>
                  <a:lnTo>
                    <a:pt x="276" y="233"/>
                  </a:lnTo>
                  <a:lnTo>
                    <a:pt x="284" y="241"/>
                  </a:lnTo>
                  <a:lnTo>
                    <a:pt x="294" y="249"/>
                  </a:lnTo>
                  <a:lnTo>
                    <a:pt x="303" y="256"/>
                  </a:lnTo>
                  <a:lnTo>
                    <a:pt x="312" y="264"/>
                  </a:lnTo>
                  <a:lnTo>
                    <a:pt x="321" y="271"/>
                  </a:lnTo>
                  <a:lnTo>
                    <a:pt x="332" y="277"/>
                  </a:lnTo>
                  <a:lnTo>
                    <a:pt x="327" y="281"/>
                  </a:lnTo>
                  <a:lnTo>
                    <a:pt x="320" y="283"/>
                  </a:lnTo>
                  <a:lnTo>
                    <a:pt x="313" y="284"/>
                  </a:lnTo>
                  <a:lnTo>
                    <a:pt x="307" y="285"/>
                  </a:lnTo>
                  <a:lnTo>
                    <a:pt x="303" y="277"/>
                  </a:lnTo>
                  <a:lnTo>
                    <a:pt x="299" y="272"/>
                  </a:lnTo>
                  <a:lnTo>
                    <a:pt x="295" y="270"/>
                  </a:lnTo>
                  <a:lnTo>
                    <a:pt x="289" y="270"/>
                  </a:lnTo>
                  <a:lnTo>
                    <a:pt x="284" y="270"/>
                  </a:lnTo>
                  <a:lnTo>
                    <a:pt x="280" y="271"/>
                  </a:lnTo>
                  <a:lnTo>
                    <a:pt x="274" y="272"/>
                  </a:lnTo>
                  <a:lnTo>
                    <a:pt x="269" y="272"/>
                  </a:lnTo>
                  <a:lnTo>
                    <a:pt x="262" y="275"/>
                  </a:lnTo>
                  <a:lnTo>
                    <a:pt x="256" y="277"/>
                  </a:lnTo>
                  <a:lnTo>
                    <a:pt x="250" y="279"/>
                  </a:lnTo>
                  <a:lnTo>
                    <a:pt x="244" y="283"/>
                  </a:lnTo>
                  <a:lnTo>
                    <a:pt x="238" y="286"/>
                  </a:lnTo>
                  <a:lnTo>
                    <a:pt x="232" y="289"/>
                  </a:lnTo>
                  <a:lnTo>
                    <a:pt x="226" y="291"/>
                  </a:lnTo>
                  <a:lnTo>
                    <a:pt x="220" y="293"/>
                  </a:lnTo>
                  <a:lnTo>
                    <a:pt x="219" y="295"/>
                  </a:lnTo>
                  <a:lnTo>
                    <a:pt x="219" y="297"/>
                  </a:lnTo>
                  <a:lnTo>
                    <a:pt x="219" y="299"/>
                  </a:lnTo>
                  <a:lnTo>
                    <a:pt x="219" y="304"/>
                  </a:lnTo>
                  <a:lnTo>
                    <a:pt x="218" y="304"/>
                  </a:lnTo>
                  <a:lnTo>
                    <a:pt x="215" y="302"/>
                  </a:lnTo>
                  <a:lnTo>
                    <a:pt x="211" y="302"/>
                  </a:lnTo>
                  <a:lnTo>
                    <a:pt x="203" y="304"/>
                  </a:lnTo>
                  <a:lnTo>
                    <a:pt x="203" y="304"/>
                  </a:lnTo>
                  <a:lnTo>
                    <a:pt x="203" y="304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9" name="Freeform 21"/>
            <p:cNvSpPr>
              <a:spLocks/>
            </p:cNvSpPr>
            <p:nvPr/>
          </p:nvSpPr>
          <p:spPr bwMode="auto">
            <a:xfrm>
              <a:off x="3279" y="2839"/>
              <a:ext cx="84" cy="304"/>
            </a:xfrm>
            <a:custGeom>
              <a:avLst/>
              <a:gdLst/>
              <a:ahLst/>
              <a:cxnLst>
                <a:cxn ang="0">
                  <a:pos x="48" y="601"/>
                </a:cxn>
                <a:cxn ang="0">
                  <a:pos x="55" y="587"/>
                </a:cxn>
                <a:cxn ang="0">
                  <a:pos x="82" y="557"/>
                </a:cxn>
                <a:cxn ang="0">
                  <a:pos x="102" y="525"/>
                </a:cxn>
                <a:cxn ang="0">
                  <a:pos x="95" y="522"/>
                </a:cxn>
                <a:cxn ang="0">
                  <a:pos x="83" y="542"/>
                </a:cxn>
                <a:cxn ang="0">
                  <a:pos x="58" y="575"/>
                </a:cxn>
                <a:cxn ang="0">
                  <a:pos x="27" y="599"/>
                </a:cxn>
                <a:cxn ang="0">
                  <a:pos x="22" y="587"/>
                </a:cxn>
                <a:cxn ang="0">
                  <a:pos x="40" y="563"/>
                </a:cxn>
                <a:cxn ang="0">
                  <a:pos x="61" y="541"/>
                </a:cxn>
                <a:cxn ang="0">
                  <a:pos x="80" y="515"/>
                </a:cxn>
                <a:cxn ang="0">
                  <a:pos x="71" y="511"/>
                </a:cxn>
                <a:cxn ang="0">
                  <a:pos x="52" y="534"/>
                </a:cxn>
                <a:cxn ang="0">
                  <a:pos x="40" y="552"/>
                </a:cxn>
                <a:cxn ang="0">
                  <a:pos x="25" y="563"/>
                </a:cxn>
                <a:cxn ang="0">
                  <a:pos x="10" y="571"/>
                </a:cxn>
                <a:cxn ang="0">
                  <a:pos x="4" y="567"/>
                </a:cxn>
                <a:cxn ang="0">
                  <a:pos x="31" y="540"/>
                </a:cxn>
                <a:cxn ang="0">
                  <a:pos x="53" y="502"/>
                </a:cxn>
                <a:cxn ang="0">
                  <a:pos x="56" y="489"/>
                </a:cxn>
                <a:cxn ang="0">
                  <a:pos x="51" y="492"/>
                </a:cxn>
                <a:cxn ang="0">
                  <a:pos x="38" y="508"/>
                </a:cxn>
                <a:cxn ang="0">
                  <a:pos x="25" y="527"/>
                </a:cxn>
                <a:cxn ang="0">
                  <a:pos x="15" y="532"/>
                </a:cxn>
                <a:cxn ang="0">
                  <a:pos x="17" y="525"/>
                </a:cxn>
                <a:cxn ang="0">
                  <a:pos x="40" y="489"/>
                </a:cxn>
                <a:cxn ang="0">
                  <a:pos x="59" y="453"/>
                </a:cxn>
                <a:cxn ang="0">
                  <a:pos x="87" y="419"/>
                </a:cxn>
                <a:cxn ang="0">
                  <a:pos x="105" y="381"/>
                </a:cxn>
                <a:cxn ang="0">
                  <a:pos x="96" y="334"/>
                </a:cxn>
                <a:cxn ang="0">
                  <a:pos x="78" y="289"/>
                </a:cxn>
                <a:cxn ang="0">
                  <a:pos x="56" y="227"/>
                </a:cxn>
                <a:cxn ang="0">
                  <a:pos x="36" y="153"/>
                </a:cxn>
                <a:cxn ang="0">
                  <a:pos x="28" y="77"/>
                </a:cxn>
                <a:cxn ang="0">
                  <a:pos x="66" y="42"/>
                </a:cxn>
                <a:cxn ang="0">
                  <a:pos x="120" y="7"/>
                </a:cxn>
                <a:cxn ang="0">
                  <a:pos x="137" y="23"/>
                </a:cxn>
                <a:cxn ang="0">
                  <a:pos x="157" y="84"/>
                </a:cxn>
                <a:cxn ang="0">
                  <a:pos x="165" y="88"/>
                </a:cxn>
                <a:cxn ang="0">
                  <a:pos x="158" y="95"/>
                </a:cxn>
                <a:cxn ang="0">
                  <a:pos x="144" y="104"/>
                </a:cxn>
                <a:cxn ang="0">
                  <a:pos x="132" y="113"/>
                </a:cxn>
                <a:cxn ang="0">
                  <a:pos x="134" y="144"/>
                </a:cxn>
                <a:cxn ang="0">
                  <a:pos x="147" y="229"/>
                </a:cxn>
                <a:cxn ang="0">
                  <a:pos x="156" y="350"/>
                </a:cxn>
                <a:cxn ang="0">
                  <a:pos x="141" y="466"/>
                </a:cxn>
                <a:cxn ang="0">
                  <a:pos x="116" y="522"/>
                </a:cxn>
                <a:cxn ang="0">
                  <a:pos x="74" y="586"/>
                </a:cxn>
                <a:cxn ang="0">
                  <a:pos x="46" y="609"/>
                </a:cxn>
              </a:cxnLst>
              <a:rect l="0" t="0" r="r" b="b"/>
              <a:pathLst>
                <a:path w="167" h="609">
                  <a:moveTo>
                    <a:pt x="46" y="609"/>
                  </a:moveTo>
                  <a:lnTo>
                    <a:pt x="48" y="605"/>
                  </a:lnTo>
                  <a:lnTo>
                    <a:pt x="48" y="601"/>
                  </a:lnTo>
                  <a:lnTo>
                    <a:pt x="48" y="598"/>
                  </a:lnTo>
                  <a:lnTo>
                    <a:pt x="48" y="594"/>
                  </a:lnTo>
                  <a:lnTo>
                    <a:pt x="55" y="587"/>
                  </a:lnTo>
                  <a:lnTo>
                    <a:pt x="63" y="579"/>
                  </a:lnTo>
                  <a:lnTo>
                    <a:pt x="73" y="569"/>
                  </a:lnTo>
                  <a:lnTo>
                    <a:pt x="82" y="557"/>
                  </a:lnTo>
                  <a:lnTo>
                    <a:pt x="90" y="546"/>
                  </a:lnTo>
                  <a:lnTo>
                    <a:pt x="97" y="536"/>
                  </a:lnTo>
                  <a:lnTo>
                    <a:pt x="102" y="525"/>
                  </a:lnTo>
                  <a:lnTo>
                    <a:pt x="102" y="517"/>
                  </a:lnTo>
                  <a:lnTo>
                    <a:pt x="97" y="518"/>
                  </a:lnTo>
                  <a:lnTo>
                    <a:pt x="95" y="522"/>
                  </a:lnTo>
                  <a:lnTo>
                    <a:pt x="93" y="525"/>
                  </a:lnTo>
                  <a:lnTo>
                    <a:pt x="89" y="529"/>
                  </a:lnTo>
                  <a:lnTo>
                    <a:pt x="83" y="542"/>
                  </a:lnTo>
                  <a:lnTo>
                    <a:pt x="75" y="554"/>
                  </a:lnTo>
                  <a:lnTo>
                    <a:pt x="67" y="564"/>
                  </a:lnTo>
                  <a:lnTo>
                    <a:pt x="58" y="575"/>
                  </a:lnTo>
                  <a:lnTo>
                    <a:pt x="48" y="583"/>
                  </a:lnTo>
                  <a:lnTo>
                    <a:pt x="37" y="591"/>
                  </a:lnTo>
                  <a:lnTo>
                    <a:pt x="27" y="599"/>
                  </a:lnTo>
                  <a:lnTo>
                    <a:pt x="17" y="607"/>
                  </a:lnTo>
                  <a:lnTo>
                    <a:pt x="19" y="597"/>
                  </a:lnTo>
                  <a:lnTo>
                    <a:pt x="22" y="587"/>
                  </a:lnTo>
                  <a:lnTo>
                    <a:pt x="27" y="579"/>
                  </a:lnTo>
                  <a:lnTo>
                    <a:pt x="33" y="570"/>
                  </a:lnTo>
                  <a:lnTo>
                    <a:pt x="40" y="563"/>
                  </a:lnTo>
                  <a:lnTo>
                    <a:pt x="46" y="555"/>
                  </a:lnTo>
                  <a:lnTo>
                    <a:pt x="53" y="548"/>
                  </a:lnTo>
                  <a:lnTo>
                    <a:pt x="61" y="541"/>
                  </a:lnTo>
                  <a:lnTo>
                    <a:pt x="67" y="532"/>
                  </a:lnTo>
                  <a:lnTo>
                    <a:pt x="74" y="523"/>
                  </a:lnTo>
                  <a:lnTo>
                    <a:pt x="80" y="515"/>
                  </a:lnTo>
                  <a:lnTo>
                    <a:pt x="82" y="506"/>
                  </a:lnTo>
                  <a:lnTo>
                    <a:pt x="76" y="507"/>
                  </a:lnTo>
                  <a:lnTo>
                    <a:pt x="71" y="511"/>
                  </a:lnTo>
                  <a:lnTo>
                    <a:pt x="65" y="518"/>
                  </a:lnTo>
                  <a:lnTo>
                    <a:pt x="58" y="526"/>
                  </a:lnTo>
                  <a:lnTo>
                    <a:pt x="52" y="534"/>
                  </a:lnTo>
                  <a:lnTo>
                    <a:pt x="46" y="541"/>
                  </a:lnTo>
                  <a:lnTo>
                    <a:pt x="42" y="548"/>
                  </a:lnTo>
                  <a:lnTo>
                    <a:pt x="40" y="552"/>
                  </a:lnTo>
                  <a:lnTo>
                    <a:pt x="35" y="556"/>
                  </a:lnTo>
                  <a:lnTo>
                    <a:pt x="30" y="560"/>
                  </a:lnTo>
                  <a:lnTo>
                    <a:pt x="25" y="563"/>
                  </a:lnTo>
                  <a:lnTo>
                    <a:pt x="20" y="565"/>
                  </a:lnTo>
                  <a:lnTo>
                    <a:pt x="15" y="569"/>
                  </a:lnTo>
                  <a:lnTo>
                    <a:pt x="10" y="571"/>
                  </a:lnTo>
                  <a:lnTo>
                    <a:pt x="5" y="574"/>
                  </a:lnTo>
                  <a:lnTo>
                    <a:pt x="0" y="576"/>
                  </a:lnTo>
                  <a:lnTo>
                    <a:pt x="4" y="567"/>
                  </a:lnTo>
                  <a:lnTo>
                    <a:pt x="13" y="557"/>
                  </a:lnTo>
                  <a:lnTo>
                    <a:pt x="23" y="549"/>
                  </a:lnTo>
                  <a:lnTo>
                    <a:pt x="31" y="540"/>
                  </a:lnTo>
                  <a:lnTo>
                    <a:pt x="37" y="527"/>
                  </a:lnTo>
                  <a:lnTo>
                    <a:pt x="45" y="515"/>
                  </a:lnTo>
                  <a:lnTo>
                    <a:pt x="53" y="502"/>
                  </a:lnTo>
                  <a:lnTo>
                    <a:pt x="58" y="489"/>
                  </a:lnTo>
                  <a:lnTo>
                    <a:pt x="57" y="489"/>
                  </a:lnTo>
                  <a:lnTo>
                    <a:pt x="56" y="489"/>
                  </a:lnTo>
                  <a:lnTo>
                    <a:pt x="56" y="489"/>
                  </a:lnTo>
                  <a:lnTo>
                    <a:pt x="56" y="489"/>
                  </a:lnTo>
                  <a:lnTo>
                    <a:pt x="51" y="492"/>
                  </a:lnTo>
                  <a:lnTo>
                    <a:pt x="46" y="496"/>
                  </a:lnTo>
                  <a:lnTo>
                    <a:pt x="42" y="502"/>
                  </a:lnTo>
                  <a:lnTo>
                    <a:pt x="38" y="508"/>
                  </a:lnTo>
                  <a:lnTo>
                    <a:pt x="34" y="515"/>
                  </a:lnTo>
                  <a:lnTo>
                    <a:pt x="29" y="522"/>
                  </a:lnTo>
                  <a:lnTo>
                    <a:pt x="25" y="527"/>
                  </a:lnTo>
                  <a:lnTo>
                    <a:pt x="20" y="532"/>
                  </a:lnTo>
                  <a:lnTo>
                    <a:pt x="18" y="532"/>
                  </a:lnTo>
                  <a:lnTo>
                    <a:pt x="15" y="532"/>
                  </a:lnTo>
                  <a:lnTo>
                    <a:pt x="14" y="532"/>
                  </a:lnTo>
                  <a:lnTo>
                    <a:pt x="13" y="533"/>
                  </a:lnTo>
                  <a:lnTo>
                    <a:pt x="17" y="525"/>
                  </a:lnTo>
                  <a:lnTo>
                    <a:pt x="25" y="511"/>
                  </a:lnTo>
                  <a:lnTo>
                    <a:pt x="34" y="498"/>
                  </a:lnTo>
                  <a:lnTo>
                    <a:pt x="40" y="489"/>
                  </a:lnTo>
                  <a:lnTo>
                    <a:pt x="45" y="477"/>
                  </a:lnTo>
                  <a:lnTo>
                    <a:pt x="51" y="464"/>
                  </a:lnTo>
                  <a:lnTo>
                    <a:pt x="59" y="453"/>
                  </a:lnTo>
                  <a:lnTo>
                    <a:pt x="68" y="441"/>
                  </a:lnTo>
                  <a:lnTo>
                    <a:pt x="78" y="431"/>
                  </a:lnTo>
                  <a:lnTo>
                    <a:pt x="87" y="419"/>
                  </a:lnTo>
                  <a:lnTo>
                    <a:pt x="97" y="408"/>
                  </a:lnTo>
                  <a:lnTo>
                    <a:pt x="105" y="396"/>
                  </a:lnTo>
                  <a:lnTo>
                    <a:pt x="105" y="381"/>
                  </a:lnTo>
                  <a:lnTo>
                    <a:pt x="104" y="365"/>
                  </a:lnTo>
                  <a:lnTo>
                    <a:pt x="101" y="350"/>
                  </a:lnTo>
                  <a:lnTo>
                    <a:pt x="96" y="334"/>
                  </a:lnTo>
                  <a:lnTo>
                    <a:pt x="90" y="319"/>
                  </a:lnTo>
                  <a:lnTo>
                    <a:pt x="84" y="304"/>
                  </a:lnTo>
                  <a:lnTo>
                    <a:pt x="78" y="289"/>
                  </a:lnTo>
                  <a:lnTo>
                    <a:pt x="72" y="276"/>
                  </a:lnTo>
                  <a:lnTo>
                    <a:pt x="64" y="251"/>
                  </a:lnTo>
                  <a:lnTo>
                    <a:pt x="56" y="227"/>
                  </a:lnTo>
                  <a:lnTo>
                    <a:pt x="49" y="203"/>
                  </a:lnTo>
                  <a:lnTo>
                    <a:pt x="42" y="177"/>
                  </a:lnTo>
                  <a:lnTo>
                    <a:pt x="36" y="153"/>
                  </a:lnTo>
                  <a:lnTo>
                    <a:pt x="31" y="128"/>
                  </a:lnTo>
                  <a:lnTo>
                    <a:pt x="29" y="103"/>
                  </a:lnTo>
                  <a:lnTo>
                    <a:pt x="28" y="77"/>
                  </a:lnTo>
                  <a:lnTo>
                    <a:pt x="36" y="67"/>
                  </a:lnTo>
                  <a:lnTo>
                    <a:pt x="50" y="54"/>
                  </a:lnTo>
                  <a:lnTo>
                    <a:pt x="66" y="42"/>
                  </a:lnTo>
                  <a:lnTo>
                    <a:pt x="84" y="28"/>
                  </a:lnTo>
                  <a:lnTo>
                    <a:pt x="103" y="16"/>
                  </a:lnTo>
                  <a:lnTo>
                    <a:pt x="120" y="7"/>
                  </a:lnTo>
                  <a:lnTo>
                    <a:pt x="134" y="1"/>
                  </a:lnTo>
                  <a:lnTo>
                    <a:pt x="144" y="0"/>
                  </a:lnTo>
                  <a:lnTo>
                    <a:pt x="137" y="23"/>
                  </a:lnTo>
                  <a:lnTo>
                    <a:pt x="135" y="45"/>
                  </a:lnTo>
                  <a:lnTo>
                    <a:pt x="142" y="66"/>
                  </a:lnTo>
                  <a:lnTo>
                    <a:pt x="157" y="84"/>
                  </a:lnTo>
                  <a:lnTo>
                    <a:pt x="162" y="85"/>
                  </a:lnTo>
                  <a:lnTo>
                    <a:pt x="164" y="86"/>
                  </a:lnTo>
                  <a:lnTo>
                    <a:pt x="165" y="88"/>
                  </a:lnTo>
                  <a:lnTo>
                    <a:pt x="167" y="89"/>
                  </a:lnTo>
                  <a:lnTo>
                    <a:pt x="163" y="92"/>
                  </a:lnTo>
                  <a:lnTo>
                    <a:pt x="158" y="95"/>
                  </a:lnTo>
                  <a:lnTo>
                    <a:pt x="154" y="98"/>
                  </a:lnTo>
                  <a:lnTo>
                    <a:pt x="149" y="100"/>
                  </a:lnTo>
                  <a:lnTo>
                    <a:pt x="144" y="104"/>
                  </a:lnTo>
                  <a:lnTo>
                    <a:pt x="140" y="107"/>
                  </a:lnTo>
                  <a:lnTo>
                    <a:pt x="136" y="109"/>
                  </a:lnTo>
                  <a:lnTo>
                    <a:pt x="132" y="113"/>
                  </a:lnTo>
                  <a:lnTo>
                    <a:pt x="132" y="123"/>
                  </a:lnTo>
                  <a:lnTo>
                    <a:pt x="133" y="134"/>
                  </a:lnTo>
                  <a:lnTo>
                    <a:pt x="134" y="144"/>
                  </a:lnTo>
                  <a:lnTo>
                    <a:pt x="136" y="154"/>
                  </a:lnTo>
                  <a:lnTo>
                    <a:pt x="141" y="191"/>
                  </a:lnTo>
                  <a:lnTo>
                    <a:pt x="147" y="229"/>
                  </a:lnTo>
                  <a:lnTo>
                    <a:pt x="151" y="268"/>
                  </a:lnTo>
                  <a:lnTo>
                    <a:pt x="155" y="309"/>
                  </a:lnTo>
                  <a:lnTo>
                    <a:pt x="156" y="350"/>
                  </a:lnTo>
                  <a:lnTo>
                    <a:pt x="155" y="389"/>
                  </a:lnTo>
                  <a:lnTo>
                    <a:pt x="150" y="428"/>
                  </a:lnTo>
                  <a:lnTo>
                    <a:pt x="141" y="466"/>
                  </a:lnTo>
                  <a:lnTo>
                    <a:pt x="135" y="480"/>
                  </a:lnTo>
                  <a:lnTo>
                    <a:pt x="126" y="500"/>
                  </a:lnTo>
                  <a:lnTo>
                    <a:pt x="116" y="522"/>
                  </a:lnTo>
                  <a:lnTo>
                    <a:pt x="103" y="545"/>
                  </a:lnTo>
                  <a:lnTo>
                    <a:pt x="89" y="568"/>
                  </a:lnTo>
                  <a:lnTo>
                    <a:pt x="74" y="586"/>
                  </a:lnTo>
                  <a:lnTo>
                    <a:pt x="60" y="601"/>
                  </a:lnTo>
                  <a:lnTo>
                    <a:pt x="46" y="609"/>
                  </a:lnTo>
                  <a:lnTo>
                    <a:pt x="46" y="609"/>
                  </a:lnTo>
                  <a:lnTo>
                    <a:pt x="46" y="609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50" name="Freeform 22"/>
            <p:cNvSpPr>
              <a:spLocks/>
            </p:cNvSpPr>
            <p:nvPr/>
          </p:nvSpPr>
          <p:spPr bwMode="auto">
            <a:xfrm>
              <a:off x="3338" y="3099"/>
              <a:ext cx="3" cy="10"/>
            </a:xfrm>
            <a:custGeom>
              <a:avLst/>
              <a:gdLst/>
              <a:ahLst/>
              <a:cxnLst>
                <a:cxn ang="0">
                  <a:pos x="3" y="17"/>
                </a:cxn>
                <a:cxn ang="0">
                  <a:pos x="0" y="12"/>
                </a:cxn>
                <a:cxn ang="0">
                  <a:pos x="0" y="10"/>
                </a:cxn>
                <a:cxn ang="0">
                  <a:pos x="1" y="5"/>
                </a:cxn>
                <a:cxn ang="0">
                  <a:pos x="4" y="0"/>
                </a:cxn>
                <a:cxn ang="0">
                  <a:pos x="6" y="4"/>
                </a:cxn>
                <a:cxn ang="0">
                  <a:pos x="7" y="8"/>
                </a:cxn>
                <a:cxn ang="0">
                  <a:pos x="7" y="12"/>
                </a:cxn>
                <a:cxn ang="0">
                  <a:pos x="7" y="17"/>
                </a:cxn>
                <a:cxn ang="0">
                  <a:pos x="6" y="18"/>
                </a:cxn>
                <a:cxn ang="0">
                  <a:pos x="4" y="18"/>
                </a:cxn>
                <a:cxn ang="0">
                  <a:pos x="4" y="18"/>
                </a:cxn>
                <a:cxn ang="0">
                  <a:pos x="3" y="17"/>
                </a:cxn>
                <a:cxn ang="0">
                  <a:pos x="3" y="17"/>
                </a:cxn>
                <a:cxn ang="0">
                  <a:pos x="3" y="17"/>
                </a:cxn>
              </a:cxnLst>
              <a:rect l="0" t="0" r="r" b="b"/>
              <a:pathLst>
                <a:path w="7" h="18">
                  <a:moveTo>
                    <a:pt x="3" y="17"/>
                  </a:moveTo>
                  <a:lnTo>
                    <a:pt x="0" y="12"/>
                  </a:lnTo>
                  <a:lnTo>
                    <a:pt x="0" y="10"/>
                  </a:lnTo>
                  <a:lnTo>
                    <a:pt x="1" y="5"/>
                  </a:lnTo>
                  <a:lnTo>
                    <a:pt x="4" y="0"/>
                  </a:lnTo>
                  <a:lnTo>
                    <a:pt x="6" y="4"/>
                  </a:lnTo>
                  <a:lnTo>
                    <a:pt x="7" y="8"/>
                  </a:lnTo>
                  <a:lnTo>
                    <a:pt x="7" y="12"/>
                  </a:lnTo>
                  <a:lnTo>
                    <a:pt x="7" y="17"/>
                  </a:lnTo>
                  <a:lnTo>
                    <a:pt x="6" y="18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3" y="17"/>
                  </a:lnTo>
                  <a:close/>
                </a:path>
              </a:pathLst>
            </a:custGeom>
            <a:solidFill>
              <a:srgbClr val="FFE8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51" name="Freeform 23"/>
            <p:cNvSpPr>
              <a:spLocks/>
            </p:cNvSpPr>
            <p:nvPr/>
          </p:nvSpPr>
          <p:spPr bwMode="auto">
            <a:xfrm>
              <a:off x="3525" y="2766"/>
              <a:ext cx="166" cy="86"/>
            </a:xfrm>
            <a:custGeom>
              <a:avLst/>
              <a:gdLst/>
              <a:ahLst/>
              <a:cxnLst>
                <a:cxn ang="0">
                  <a:pos x="75" y="170"/>
                </a:cxn>
                <a:cxn ang="0">
                  <a:pos x="57" y="165"/>
                </a:cxn>
                <a:cxn ang="0">
                  <a:pos x="39" y="155"/>
                </a:cxn>
                <a:cxn ang="0">
                  <a:pos x="24" y="144"/>
                </a:cxn>
                <a:cxn ang="0">
                  <a:pos x="6" y="116"/>
                </a:cxn>
                <a:cxn ang="0">
                  <a:pos x="0" y="75"/>
                </a:cxn>
                <a:cxn ang="0">
                  <a:pos x="2" y="50"/>
                </a:cxn>
                <a:cxn ang="0">
                  <a:pos x="17" y="45"/>
                </a:cxn>
                <a:cxn ang="0">
                  <a:pos x="32" y="36"/>
                </a:cxn>
                <a:cxn ang="0">
                  <a:pos x="46" y="24"/>
                </a:cxn>
                <a:cxn ang="0">
                  <a:pos x="62" y="12"/>
                </a:cxn>
                <a:cxn ang="0">
                  <a:pos x="75" y="2"/>
                </a:cxn>
                <a:cxn ang="0">
                  <a:pos x="95" y="12"/>
                </a:cxn>
                <a:cxn ang="0">
                  <a:pos x="127" y="32"/>
                </a:cxn>
                <a:cxn ang="0">
                  <a:pos x="161" y="47"/>
                </a:cxn>
                <a:cxn ang="0">
                  <a:pos x="197" y="59"/>
                </a:cxn>
                <a:cxn ang="0">
                  <a:pos x="225" y="62"/>
                </a:cxn>
                <a:cxn ang="0">
                  <a:pos x="239" y="59"/>
                </a:cxn>
                <a:cxn ang="0">
                  <a:pos x="250" y="51"/>
                </a:cxn>
                <a:cxn ang="0">
                  <a:pos x="262" y="39"/>
                </a:cxn>
                <a:cxn ang="0">
                  <a:pos x="277" y="18"/>
                </a:cxn>
                <a:cxn ang="0">
                  <a:pos x="290" y="6"/>
                </a:cxn>
                <a:cxn ang="0">
                  <a:pos x="303" y="8"/>
                </a:cxn>
                <a:cxn ang="0">
                  <a:pos x="320" y="18"/>
                </a:cxn>
                <a:cxn ang="0">
                  <a:pos x="331" y="31"/>
                </a:cxn>
                <a:cxn ang="0">
                  <a:pos x="323" y="54"/>
                </a:cxn>
                <a:cxn ang="0">
                  <a:pos x="319" y="67"/>
                </a:cxn>
                <a:cxn ang="0">
                  <a:pos x="316" y="84"/>
                </a:cxn>
                <a:cxn ang="0">
                  <a:pos x="305" y="90"/>
                </a:cxn>
                <a:cxn ang="0">
                  <a:pos x="295" y="89"/>
                </a:cxn>
                <a:cxn ang="0">
                  <a:pos x="287" y="90"/>
                </a:cxn>
                <a:cxn ang="0">
                  <a:pos x="279" y="96"/>
                </a:cxn>
                <a:cxn ang="0">
                  <a:pos x="269" y="104"/>
                </a:cxn>
                <a:cxn ang="0">
                  <a:pos x="263" y="108"/>
                </a:cxn>
                <a:cxn ang="0">
                  <a:pos x="248" y="113"/>
                </a:cxn>
                <a:cxn ang="0">
                  <a:pos x="239" y="116"/>
                </a:cxn>
                <a:cxn ang="0">
                  <a:pos x="222" y="132"/>
                </a:cxn>
                <a:cxn ang="0">
                  <a:pos x="198" y="126"/>
                </a:cxn>
                <a:cxn ang="0">
                  <a:pos x="178" y="106"/>
                </a:cxn>
                <a:cxn ang="0">
                  <a:pos x="157" y="94"/>
                </a:cxn>
                <a:cxn ang="0">
                  <a:pos x="140" y="107"/>
                </a:cxn>
                <a:cxn ang="0">
                  <a:pos x="133" y="127"/>
                </a:cxn>
                <a:cxn ang="0">
                  <a:pos x="126" y="145"/>
                </a:cxn>
                <a:cxn ang="0">
                  <a:pos x="113" y="161"/>
                </a:cxn>
                <a:cxn ang="0">
                  <a:pos x="99" y="168"/>
                </a:cxn>
                <a:cxn ang="0">
                  <a:pos x="90" y="169"/>
                </a:cxn>
                <a:cxn ang="0">
                  <a:pos x="87" y="172"/>
                </a:cxn>
              </a:cxnLst>
              <a:rect l="0" t="0" r="r" b="b"/>
              <a:pathLst>
                <a:path w="332" h="172">
                  <a:moveTo>
                    <a:pt x="87" y="172"/>
                  </a:moveTo>
                  <a:lnTo>
                    <a:pt x="75" y="170"/>
                  </a:lnTo>
                  <a:lnTo>
                    <a:pt x="66" y="167"/>
                  </a:lnTo>
                  <a:lnTo>
                    <a:pt x="57" y="165"/>
                  </a:lnTo>
                  <a:lnTo>
                    <a:pt x="47" y="160"/>
                  </a:lnTo>
                  <a:lnTo>
                    <a:pt x="39" y="155"/>
                  </a:lnTo>
                  <a:lnTo>
                    <a:pt x="32" y="150"/>
                  </a:lnTo>
                  <a:lnTo>
                    <a:pt x="24" y="144"/>
                  </a:lnTo>
                  <a:lnTo>
                    <a:pt x="17" y="137"/>
                  </a:lnTo>
                  <a:lnTo>
                    <a:pt x="6" y="116"/>
                  </a:lnTo>
                  <a:lnTo>
                    <a:pt x="1" y="97"/>
                  </a:lnTo>
                  <a:lnTo>
                    <a:pt x="0" y="75"/>
                  </a:lnTo>
                  <a:lnTo>
                    <a:pt x="0" y="51"/>
                  </a:lnTo>
                  <a:lnTo>
                    <a:pt x="2" y="50"/>
                  </a:lnTo>
                  <a:lnTo>
                    <a:pt x="9" y="48"/>
                  </a:lnTo>
                  <a:lnTo>
                    <a:pt x="17" y="45"/>
                  </a:lnTo>
                  <a:lnTo>
                    <a:pt x="28" y="39"/>
                  </a:lnTo>
                  <a:lnTo>
                    <a:pt x="32" y="36"/>
                  </a:lnTo>
                  <a:lnTo>
                    <a:pt x="38" y="30"/>
                  </a:lnTo>
                  <a:lnTo>
                    <a:pt x="46" y="24"/>
                  </a:lnTo>
                  <a:lnTo>
                    <a:pt x="54" y="17"/>
                  </a:lnTo>
                  <a:lnTo>
                    <a:pt x="62" y="12"/>
                  </a:lnTo>
                  <a:lnTo>
                    <a:pt x="69" y="6"/>
                  </a:lnTo>
                  <a:lnTo>
                    <a:pt x="75" y="2"/>
                  </a:lnTo>
                  <a:lnTo>
                    <a:pt x="80" y="0"/>
                  </a:lnTo>
                  <a:lnTo>
                    <a:pt x="95" y="12"/>
                  </a:lnTo>
                  <a:lnTo>
                    <a:pt x="111" y="22"/>
                  </a:lnTo>
                  <a:lnTo>
                    <a:pt x="127" y="32"/>
                  </a:lnTo>
                  <a:lnTo>
                    <a:pt x="143" y="40"/>
                  </a:lnTo>
                  <a:lnTo>
                    <a:pt x="161" y="47"/>
                  </a:lnTo>
                  <a:lnTo>
                    <a:pt x="179" y="54"/>
                  </a:lnTo>
                  <a:lnTo>
                    <a:pt x="197" y="59"/>
                  </a:lnTo>
                  <a:lnTo>
                    <a:pt x="217" y="63"/>
                  </a:lnTo>
                  <a:lnTo>
                    <a:pt x="225" y="62"/>
                  </a:lnTo>
                  <a:lnTo>
                    <a:pt x="232" y="61"/>
                  </a:lnTo>
                  <a:lnTo>
                    <a:pt x="239" y="59"/>
                  </a:lnTo>
                  <a:lnTo>
                    <a:pt x="244" y="54"/>
                  </a:lnTo>
                  <a:lnTo>
                    <a:pt x="250" y="51"/>
                  </a:lnTo>
                  <a:lnTo>
                    <a:pt x="256" y="45"/>
                  </a:lnTo>
                  <a:lnTo>
                    <a:pt x="262" y="39"/>
                  </a:lnTo>
                  <a:lnTo>
                    <a:pt x="267" y="32"/>
                  </a:lnTo>
                  <a:lnTo>
                    <a:pt x="277" y="18"/>
                  </a:lnTo>
                  <a:lnTo>
                    <a:pt x="284" y="10"/>
                  </a:lnTo>
                  <a:lnTo>
                    <a:pt x="290" y="6"/>
                  </a:lnTo>
                  <a:lnTo>
                    <a:pt x="296" y="6"/>
                  </a:lnTo>
                  <a:lnTo>
                    <a:pt x="303" y="8"/>
                  </a:lnTo>
                  <a:lnTo>
                    <a:pt x="310" y="13"/>
                  </a:lnTo>
                  <a:lnTo>
                    <a:pt x="320" y="18"/>
                  </a:lnTo>
                  <a:lnTo>
                    <a:pt x="332" y="24"/>
                  </a:lnTo>
                  <a:lnTo>
                    <a:pt x="331" y="31"/>
                  </a:lnTo>
                  <a:lnTo>
                    <a:pt x="326" y="43"/>
                  </a:lnTo>
                  <a:lnTo>
                    <a:pt x="323" y="54"/>
                  </a:lnTo>
                  <a:lnTo>
                    <a:pt x="320" y="62"/>
                  </a:lnTo>
                  <a:lnTo>
                    <a:pt x="319" y="67"/>
                  </a:lnTo>
                  <a:lnTo>
                    <a:pt x="318" y="75"/>
                  </a:lnTo>
                  <a:lnTo>
                    <a:pt x="316" y="84"/>
                  </a:lnTo>
                  <a:lnTo>
                    <a:pt x="312" y="90"/>
                  </a:lnTo>
                  <a:lnTo>
                    <a:pt x="305" y="90"/>
                  </a:lnTo>
                  <a:lnTo>
                    <a:pt x="301" y="89"/>
                  </a:lnTo>
                  <a:lnTo>
                    <a:pt x="295" y="89"/>
                  </a:lnTo>
                  <a:lnTo>
                    <a:pt x="290" y="89"/>
                  </a:lnTo>
                  <a:lnTo>
                    <a:pt x="287" y="90"/>
                  </a:lnTo>
                  <a:lnTo>
                    <a:pt x="282" y="92"/>
                  </a:lnTo>
                  <a:lnTo>
                    <a:pt x="279" y="96"/>
                  </a:lnTo>
                  <a:lnTo>
                    <a:pt x="274" y="102"/>
                  </a:lnTo>
                  <a:lnTo>
                    <a:pt x="269" y="104"/>
                  </a:lnTo>
                  <a:lnTo>
                    <a:pt x="265" y="105"/>
                  </a:lnTo>
                  <a:lnTo>
                    <a:pt x="263" y="108"/>
                  </a:lnTo>
                  <a:lnTo>
                    <a:pt x="258" y="113"/>
                  </a:lnTo>
                  <a:lnTo>
                    <a:pt x="248" y="113"/>
                  </a:lnTo>
                  <a:lnTo>
                    <a:pt x="242" y="113"/>
                  </a:lnTo>
                  <a:lnTo>
                    <a:pt x="239" y="116"/>
                  </a:lnTo>
                  <a:lnTo>
                    <a:pt x="236" y="126"/>
                  </a:lnTo>
                  <a:lnTo>
                    <a:pt x="222" y="132"/>
                  </a:lnTo>
                  <a:lnTo>
                    <a:pt x="210" y="131"/>
                  </a:lnTo>
                  <a:lnTo>
                    <a:pt x="198" y="126"/>
                  </a:lnTo>
                  <a:lnTo>
                    <a:pt x="188" y="116"/>
                  </a:lnTo>
                  <a:lnTo>
                    <a:pt x="178" y="106"/>
                  </a:lnTo>
                  <a:lnTo>
                    <a:pt x="167" y="98"/>
                  </a:lnTo>
                  <a:lnTo>
                    <a:pt x="157" y="94"/>
                  </a:lnTo>
                  <a:lnTo>
                    <a:pt x="145" y="98"/>
                  </a:lnTo>
                  <a:lnTo>
                    <a:pt x="140" y="107"/>
                  </a:lnTo>
                  <a:lnTo>
                    <a:pt x="136" y="116"/>
                  </a:lnTo>
                  <a:lnTo>
                    <a:pt x="133" y="127"/>
                  </a:lnTo>
                  <a:lnTo>
                    <a:pt x="129" y="136"/>
                  </a:lnTo>
                  <a:lnTo>
                    <a:pt x="126" y="145"/>
                  </a:lnTo>
                  <a:lnTo>
                    <a:pt x="120" y="154"/>
                  </a:lnTo>
                  <a:lnTo>
                    <a:pt x="113" y="161"/>
                  </a:lnTo>
                  <a:lnTo>
                    <a:pt x="104" y="168"/>
                  </a:lnTo>
                  <a:lnTo>
                    <a:pt x="99" y="168"/>
                  </a:lnTo>
                  <a:lnTo>
                    <a:pt x="95" y="168"/>
                  </a:lnTo>
                  <a:lnTo>
                    <a:pt x="90" y="169"/>
                  </a:lnTo>
                  <a:lnTo>
                    <a:pt x="87" y="172"/>
                  </a:lnTo>
                  <a:lnTo>
                    <a:pt x="87" y="172"/>
                  </a:lnTo>
                  <a:lnTo>
                    <a:pt x="87" y="172"/>
                  </a:lnTo>
                  <a:close/>
                </a:path>
              </a:pathLst>
            </a:custGeom>
            <a:solidFill>
              <a:srgbClr val="FFDBC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52" name="Freeform 24"/>
            <p:cNvSpPr>
              <a:spLocks/>
            </p:cNvSpPr>
            <p:nvPr/>
          </p:nvSpPr>
          <p:spPr bwMode="auto">
            <a:xfrm>
              <a:off x="3551" y="2681"/>
              <a:ext cx="158" cy="113"/>
            </a:xfrm>
            <a:custGeom>
              <a:avLst/>
              <a:gdLst/>
              <a:ahLst/>
              <a:cxnLst>
                <a:cxn ang="0">
                  <a:pos x="165" y="224"/>
                </a:cxn>
                <a:cxn ang="0">
                  <a:pos x="154" y="222"/>
                </a:cxn>
                <a:cxn ang="0">
                  <a:pos x="143" y="220"/>
                </a:cxn>
                <a:cxn ang="0">
                  <a:pos x="131" y="217"/>
                </a:cxn>
                <a:cxn ang="0">
                  <a:pos x="120" y="214"/>
                </a:cxn>
                <a:cxn ang="0">
                  <a:pos x="108" y="210"/>
                </a:cxn>
                <a:cxn ang="0">
                  <a:pos x="98" y="205"/>
                </a:cxn>
                <a:cxn ang="0">
                  <a:pos x="89" y="200"/>
                </a:cxn>
                <a:cxn ang="0">
                  <a:pos x="81" y="193"/>
                </a:cxn>
                <a:cxn ang="0">
                  <a:pos x="67" y="186"/>
                </a:cxn>
                <a:cxn ang="0">
                  <a:pos x="52" y="177"/>
                </a:cxn>
                <a:cxn ang="0">
                  <a:pos x="38" y="166"/>
                </a:cxn>
                <a:cxn ang="0">
                  <a:pos x="27" y="153"/>
                </a:cxn>
                <a:cxn ang="0">
                  <a:pos x="15" y="139"/>
                </a:cxn>
                <a:cxn ang="0">
                  <a:pos x="7" y="125"/>
                </a:cxn>
                <a:cxn ang="0">
                  <a:pos x="2" y="110"/>
                </a:cxn>
                <a:cxn ang="0">
                  <a:pos x="0" y="95"/>
                </a:cxn>
                <a:cxn ang="0">
                  <a:pos x="8" y="81"/>
                </a:cxn>
                <a:cxn ang="0">
                  <a:pos x="17" y="69"/>
                </a:cxn>
                <a:cxn ang="0">
                  <a:pos x="28" y="57"/>
                </a:cxn>
                <a:cxn ang="0">
                  <a:pos x="39" y="46"/>
                </a:cxn>
                <a:cxn ang="0">
                  <a:pos x="51" y="37"/>
                </a:cxn>
                <a:cxn ang="0">
                  <a:pos x="63" y="29"/>
                </a:cxn>
                <a:cxn ang="0">
                  <a:pos x="77" y="22"/>
                </a:cxn>
                <a:cxn ang="0">
                  <a:pos x="92" y="16"/>
                </a:cxn>
                <a:cxn ang="0">
                  <a:pos x="107" y="10"/>
                </a:cxn>
                <a:cxn ang="0">
                  <a:pos x="122" y="7"/>
                </a:cxn>
                <a:cxn ang="0">
                  <a:pos x="138" y="3"/>
                </a:cxn>
                <a:cxn ang="0">
                  <a:pos x="153" y="1"/>
                </a:cxn>
                <a:cxn ang="0">
                  <a:pos x="169" y="0"/>
                </a:cxn>
                <a:cxn ang="0">
                  <a:pos x="185" y="0"/>
                </a:cxn>
                <a:cxn ang="0">
                  <a:pos x="202" y="1"/>
                </a:cxn>
                <a:cxn ang="0">
                  <a:pos x="218" y="2"/>
                </a:cxn>
                <a:cxn ang="0">
                  <a:pos x="248" y="14"/>
                </a:cxn>
                <a:cxn ang="0">
                  <a:pos x="272" y="30"/>
                </a:cxn>
                <a:cxn ang="0">
                  <a:pos x="291" y="48"/>
                </a:cxn>
                <a:cxn ang="0">
                  <a:pos x="305" y="69"/>
                </a:cxn>
                <a:cxn ang="0">
                  <a:pos x="313" y="94"/>
                </a:cxn>
                <a:cxn ang="0">
                  <a:pos x="316" y="121"/>
                </a:cxn>
                <a:cxn ang="0">
                  <a:pos x="312" y="151"/>
                </a:cxn>
                <a:cxn ang="0">
                  <a:pos x="303" y="182"/>
                </a:cxn>
                <a:cxn ang="0">
                  <a:pos x="296" y="186"/>
                </a:cxn>
                <a:cxn ang="0">
                  <a:pos x="288" y="186"/>
                </a:cxn>
                <a:cxn ang="0">
                  <a:pos x="279" y="184"/>
                </a:cxn>
                <a:cxn ang="0">
                  <a:pos x="268" y="178"/>
                </a:cxn>
                <a:cxn ang="0">
                  <a:pos x="259" y="172"/>
                </a:cxn>
                <a:cxn ang="0">
                  <a:pos x="250" y="168"/>
                </a:cxn>
                <a:cxn ang="0">
                  <a:pos x="242" y="163"/>
                </a:cxn>
                <a:cxn ang="0">
                  <a:pos x="236" y="162"/>
                </a:cxn>
                <a:cxn ang="0">
                  <a:pos x="232" y="169"/>
                </a:cxn>
                <a:cxn ang="0">
                  <a:pos x="225" y="178"/>
                </a:cxn>
                <a:cxn ang="0">
                  <a:pos x="218" y="187"/>
                </a:cxn>
                <a:cxn ang="0">
                  <a:pos x="210" y="198"/>
                </a:cxn>
                <a:cxn ang="0">
                  <a:pos x="200" y="207"/>
                </a:cxn>
                <a:cxn ang="0">
                  <a:pos x="192" y="215"/>
                </a:cxn>
                <a:cxn ang="0">
                  <a:pos x="183" y="221"/>
                </a:cxn>
                <a:cxn ang="0">
                  <a:pos x="176" y="224"/>
                </a:cxn>
                <a:cxn ang="0">
                  <a:pos x="173" y="224"/>
                </a:cxn>
                <a:cxn ang="0">
                  <a:pos x="170" y="224"/>
                </a:cxn>
                <a:cxn ang="0">
                  <a:pos x="167" y="224"/>
                </a:cxn>
                <a:cxn ang="0">
                  <a:pos x="165" y="224"/>
                </a:cxn>
                <a:cxn ang="0">
                  <a:pos x="165" y="224"/>
                </a:cxn>
                <a:cxn ang="0">
                  <a:pos x="165" y="224"/>
                </a:cxn>
              </a:cxnLst>
              <a:rect l="0" t="0" r="r" b="b"/>
              <a:pathLst>
                <a:path w="316" h="224">
                  <a:moveTo>
                    <a:pt x="165" y="224"/>
                  </a:moveTo>
                  <a:lnTo>
                    <a:pt x="154" y="222"/>
                  </a:lnTo>
                  <a:lnTo>
                    <a:pt x="143" y="220"/>
                  </a:lnTo>
                  <a:lnTo>
                    <a:pt x="131" y="217"/>
                  </a:lnTo>
                  <a:lnTo>
                    <a:pt x="120" y="214"/>
                  </a:lnTo>
                  <a:lnTo>
                    <a:pt x="108" y="210"/>
                  </a:lnTo>
                  <a:lnTo>
                    <a:pt x="98" y="205"/>
                  </a:lnTo>
                  <a:lnTo>
                    <a:pt x="89" y="200"/>
                  </a:lnTo>
                  <a:lnTo>
                    <a:pt x="81" y="193"/>
                  </a:lnTo>
                  <a:lnTo>
                    <a:pt x="67" y="186"/>
                  </a:lnTo>
                  <a:lnTo>
                    <a:pt x="52" y="177"/>
                  </a:lnTo>
                  <a:lnTo>
                    <a:pt x="38" y="166"/>
                  </a:lnTo>
                  <a:lnTo>
                    <a:pt x="27" y="153"/>
                  </a:lnTo>
                  <a:lnTo>
                    <a:pt x="15" y="139"/>
                  </a:lnTo>
                  <a:lnTo>
                    <a:pt x="7" y="125"/>
                  </a:lnTo>
                  <a:lnTo>
                    <a:pt x="2" y="110"/>
                  </a:lnTo>
                  <a:lnTo>
                    <a:pt x="0" y="95"/>
                  </a:lnTo>
                  <a:lnTo>
                    <a:pt x="8" y="81"/>
                  </a:lnTo>
                  <a:lnTo>
                    <a:pt x="17" y="69"/>
                  </a:lnTo>
                  <a:lnTo>
                    <a:pt x="28" y="57"/>
                  </a:lnTo>
                  <a:lnTo>
                    <a:pt x="39" y="46"/>
                  </a:lnTo>
                  <a:lnTo>
                    <a:pt x="51" y="37"/>
                  </a:lnTo>
                  <a:lnTo>
                    <a:pt x="63" y="29"/>
                  </a:lnTo>
                  <a:lnTo>
                    <a:pt x="77" y="22"/>
                  </a:lnTo>
                  <a:lnTo>
                    <a:pt x="92" y="16"/>
                  </a:lnTo>
                  <a:lnTo>
                    <a:pt x="107" y="10"/>
                  </a:lnTo>
                  <a:lnTo>
                    <a:pt x="122" y="7"/>
                  </a:lnTo>
                  <a:lnTo>
                    <a:pt x="138" y="3"/>
                  </a:lnTo>
                  <a:lnTo>
                    <a:pt x="153" y="1"/>
                  </a:lnTo>
                  <a:lnTo>
                    <a:pt x="169" y="0"/>
                  </a:lnTo>
                  <a:lnTo>
                    <a:pt x="185" y="0"/>
                  </a:lnTo>
                  <a:lnTo>
                    <a:pt x="202" y="1"/>
                  </a:lnTo>
                  <a:lnTo>
                    <a:pt x="218" y="2"/>
                  </a:lnTo>
                  <a:lnTo>
                    <a:pt x="248" y="14"/>
                  </a:lnTo>
                  <a:lnTo>
                    <a:pt x="272" y="30"/>
                  </a:lnTo>
                  <a:lnTo>
                    <a:pt x="291" y="48"/>
                  </a:lnTo>
                  <a:lnTo>
                    <a:pt x="305" y="69"/>
                  </a:lnTo>
                  <a:lnTo>
                    <a:pt x="313" y="94"/>
                  </a:lnTo>
                  <a:lnTo>
                    <a:pt x="316" y="121"/>
                  </a:lnTo>
                  <a:lnTo>
                    <a:pt x="312" y="151"/>
                  </a:lnTo>
                  <a:lnTo>
                    <a:pt x="303" y="182"/>
                  </a:lnTo>
                  <a:lnTo>
                    <a:pt x="296" y="186"/>
                  </a:lnTo>
                  <a:lnTo>
                    <a:pt x="288" y="186"/>
                  </a:lnTo>
                  <a:lnTo>
                    <a:pt x="279" y="184"/>
                  </a:lnTo>
                  <a:lnTo>
                    <a:pt x="268" y="178"/>
                  </a:lnTo>
                  <a:lnTo>
                    <a:pt x="259" y="172"/>
                  </a:lnTo>
                  <a:lnTo>
                    <a:pt x="250" y="168"/>
                  </a:lnTo>
                  <a:lnTo>
                    <a:pt x="242" y="163"/>
                  </a:lnTo>
                  <a:lnTo>
                    <a:pt x="236" y="162"/>
                  </a:lnTo>
                  <a:lnTo>
                    <a:pt x="232" y="169"/>
                  </a:lnTo>
                  <a:lnTo>
                    <a:pt x="225" y="178"/>
                  </a:lnTo>
                  <a:lnTo>
                    <a:pt x="218" y="187"/>
                  </a:lnTo>
                  <a:lnTo>
                    <a:pt x="210" y="198"/>
                  </a:lnTo>
                  <a:lnTo>
                    <a:pt x="200" y="207"/>
                  </a:lnTo>
                  <a:lnTo>
                    <a:pt x="192" y="215"/>
                  </a:lnTo>
                  <a:lnTo>
                    <a:pt x="183" y="221"/>
                  </a:lnTo>
                  <a:lnTo>
                    <a:pt x="176" y="224"/>
                  </a:lnTo>
                  <a:lnTo>
                    <a:pt x="173" y="224"/>
                  </a:lnTo>
                  <a:lnTo>
                    <a:pt x="170" y="224"/>
                  </a:lnTo>
                  <a:lnTo>
                    <a:pt x="167" y="224"/>
                  </a:lnTo>
                  <a:lnTo>
                    <a:pt x="165" y="224"/>
                  </a:lnTo>
                  <a:lnTo>
                    <a:pt x="165" y="224"/>
                  </a:lnTo>
                  <a:lnTo>
                    <a:pt x="165" y="224"/>
                  </a:lnTo>
                  <a:close/>
                </a:path>
              </a:pathLst>
            </a:custGeom>
            <a:solidFill>
              <a:srgbClr val="A5664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pic>
        <p:nvPicPr>
          <p:cNvPr id="22556" name="Picture 28" descr="06(1)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4941888"/>
            <a:ext cx="1000125" cy="1428750"/>
          </a:xfrm>
          <a:prstGeom prst="rect">
            <a:avLst/>
          </a:prstGeom>
          <a:noFill/>
        </p:spPr>
      </p:pic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266700" y="3448050"/>
            <a:ext cx="42941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/>
              <a:t>Или нарисуйте пользовательский путь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1970E-AB32-4506-BE36-8E484C328ED3}" type="slidenum">
              <a:rPr lang="ru-RU"/>
              <a:pPr/>
              <a:t>6</a:t>
            </a:fld>
            <a:endParaRPr lang="ru-RU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C3261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Запуск анимации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92263"/>
            <a:ext cx="8229600" cy="4525962"/>
          </a:xfrm>
        </p:spPr>
        <p:txBody>
          <a:bodyPr/>
          <a:lstStyle/>
          <a:p>
            <a:pPr>
              <a:lnSpc>
                <a:spcPct val="80000"/>
              </a:lnSpc>
              <a:buFontTx/>
              <a:buBlip>
                <a:blip r:embed="rId3"/>
              </a:buBlip>
            </a:pPr>
            <a:r>
              <a:rPr lang="ru-RU" sz="2400" b="1" i="1" dirty="0">
                <a:solidFill>
                  <a:srgbClr val="C3261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Запуск по щелчку</a:t>
            </a:r>
            <a:r>
              <a:rPr lang="ru-RU" sz="2400" b="1" i="1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</a:rPr>
              <a:t>:</a:t>
            </a:r>
            <a:r>
              <a:rPr lang="ru-RU" sz="2400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</a:rPr>
              <a:t> </a:t>
            </a:r>
            <a:r>
              <a:rPr lang="ru-RU" sz="2400" dirty="0"/>
              <a:t> анимация запускается щелчком слайда. </a:t>
            </a:r>
          </a:p>
          <a:p>
            <a:pPr>
              <a:lnSpc>
                <a:spcPct val="80000"/>
              </a:lnSpc>
              <a:buFontTx/>
              <a:buBlip>
                <a:blip r:embed="rId3"/>
              </a:buBlip>
            </a:pPr>
            <a:r>
              <a:rPr lang="ru-RU" sz="2400" b="1" i="1" dirty="0">
                <a:solidFill>
                  <a:srgbClr val="C3261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Запускать вместе с предыдущим:</a:t>
            </a:r>
            <a:r>
              <a:rPr lang="ru-RU" sz="2400" dirty="0"/>
              <a:t> последовательность анимации запускается одновременно с предыдущим элементом списка анимации (т. е. по одному щелчку выполняются два эффекта анимации). </a:t>
            </a:r>
          </a:p>
          <a:p>
            <a:pPr>
              <a:lnSpc>
                <a:spcPct val="80000"/>
              </a:lnSpc>
              <a:buFontTx/>
              <a:buBlip>
                <a:blip r:embed="rId3"/>
              </a:buBlip>
            </a:pPr>
            <a:r>
              <a:rPr lang="ru-RU" sz="2400" b="1" i="1" dirty="0">
                <a:solidFill>
                  <a:srgbClr val="C32615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Запускать после предыдущего</a:t>
            </a:r>
            <a:r>
              <a:rPr lang="ru-RU" sz="2400" dirty="0"/>
              <a:t>: последовательность анимации запускается сразу или с указанной временной задержкой после окончания воспроизведения предыдущего элемента списка анимации (т. е. для запуска следующей последовательности не требуется дополнительного щелчка). </a:t>
            </a:r>
          </a:p>
        </p:txBody>
      </p:sp>
      <p:sp>
        <p:nvSpPr>
          <p:cNvPr id="13317" name="AutoShape 5" descr="6735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3319" name="AutoShape 7" descr="6735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3321" name="AutoShape 9" descr="6735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  <p:sp>
        <p:nvSpPr>
          <p:cNvPr id="13323" name="AutoShape 11" descr="6735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A0D7-8862-4A92-B7AA-BDC3BA6617B9}" type="slidenum">
              <a:rPr lang="ru-RU"/>
              <a:pPr/>
              <a:t>7</a:t>
            </a:fld>
            <a:endParaRPr lang="ru-RU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470900" cy="1143000"/>
          </a:xfrm>
        </p:spPr>
        <p:txBody>
          <a:bodyPr/>
          <a:lstStyle/>
          <a:p>
            <a:r>
              <a:rPr lang="ru-RU" sz="1800"/>
              <a:t>Переключатели — события анимации, установленные для воспроизведения только по щелчку указанного объекта</a:t>
            </a:r>
            <a:r>
              <a:rPr lang="en-US" sz="1800"/>
              <a:t>. </a:t>
            </a:r>
            <a:r>
              <a:rPr lang="ru-RU" sz="1800"/>
              <a:t>Например, линии между фигурами появляются в ходе последовательных щелчков на улыбающихся рожицах. </a:t>
            </a: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1943100" y="4868863"/>
            <a:ext cx="936625" cy="936625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/>
              <a:t>1</a:t>
            </a:r>
            <a:endParaRPr lang="ru-RU" sz="2400" b="1"/>
          </a:p>
        </p:txBody>
      </p: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4175125" y="2060575"/>
            <a:ext cx="936625" cy="936625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/>
              <a:t>2</a:t>
            </a:r>
            <a:endParaRPr lang="ru-RU" sz="2400" b="1"/>
          </a:p>
        </p:txBody>
      </p:sp>
      <p:sp>
        <p:nvSpPr>
          <p:cNvPr id="24583" name="AutoShape 7"/>
          <p:cNvSpPr>
            <a:spLocks noChangeArrowheads="1"/>
          </p:cNvSpPr>
          <p:nvPr/>
        </p:nvSpPr>
        <p:spPr bwMode="auto">
          <a:xfrm>
            <a:off x="6588125" y="4868863"/>
            <a:ext cx="936625" cy="936625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400" b="1"/>
              <a:t>3</a:t>
            </a:r>
            <a:endParaRPr lang="ru-RU" sz="2400" b="1"/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 flipV="1">
            <a:off x="2447925" y="1736725"/>
            <a:ext cx="2195513" cy="3132138"/>
          </a:xfrm>
          <a:prstGeom prst="line">
            <a:avLst/>
          </a:prstGeom>
          <a:noFill/>
          <a:ln w="57150">
            <a:solidFill>
              <a:srgbClr val="FF99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>
            <a:off x="4643438" y="1736725"/>
            <a:ext cx="2376487" cy="3132138"/>
          </a:xfrm>
          <a:prstGeom prst="line">
            <a:avLst/>
          </a:prstGeom>
          <a:noFill/>
          <a:ln w="57150">
            <a:solidFill>
              <a:srgbClr val="FF99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>
            <a:off x="2484438" y="4868863"/>
            <a:ext cx="4500562" cy="0"/>
          </a:xfrm>
          <a:prstGeom prst="line">
            <a:avLst/>
          </a:prstGeom>
          <a:noFill/>
          <a:ln w="57150">
            <a:solidFill>
              <a:srgbClr val="FF9966"/>
            </a:solidFill>
            <a:round/>
            <a:headEnd/>
            <a:tailEnd/>
          </a:ln>
          <a:effectLst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176</Words>
  <Application>Microsoft Office PowerPoint</Application>
  <PresentationFormat>Экран (4:3)</PresentationFormat>
  <Paragraphs>34</Paragraphs>
  <Slides>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Arial</vt:lpstr>
      <vt:lpstr>Оформление по умолчанию</vt:lpstr>
      <vt:lpstr> Эффекты анимации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Запуск анимации</vt:lpstr>
      <vt:lpstr>Переключатели — события анимации, установленные для воспроизведения только по щелчку указанного объекта. Например, линии между фигурами появляются в ходе последовательных щелчков на улыбающихся рожицах. 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lex</dc:creator>
  <cp:lastModifiedBy>user</cp:lastModifiedBy>
  <cp:revision>112</cp:revision>
  <dcterms:created xsi:type="dcterms:W3CDTF">2004-01-31T18:54:48Z</dcterms:created>
  <dcterms:modified xsi:type="dcterms:W3CDTF">2024-09-28T20:47:37Z</dcterms:modified>
</cp:coreProperties>
</file>