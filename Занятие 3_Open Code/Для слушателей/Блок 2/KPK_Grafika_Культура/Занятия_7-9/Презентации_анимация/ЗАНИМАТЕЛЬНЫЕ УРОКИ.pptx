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1315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EA0FA-A838-43E2-9091-CE3B95C86231}" type="datetimeFigureOut">
              <a:rPr lang="ru-RU" smtClean="0"/>
              <a:t>25.05.2025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C1E53-1D2F-4EA2-BF66-8D0C030F9E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2016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EA0FA-A838-43E2-9091-CE3B95C86231}" type="datetimeFigureOut">
              <a:rPr lang="ru-RU" smtClean="0"/>
              <a:t>25.05.2025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C1E53-1D2F-4EA2-BF66-8D0C030F9E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7029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EA0FA-A838-43E2-9091-CE3B95C86231}" type="datetimeFigureOut">
              <a:rPr lang="ru-RU" smtClean="0"/>
              <a:t>25.05.2025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C1E53-1D2F-4EA2-BF66-8D0C030F9E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6597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EA0FA-A838-43E2-9091-CE3B95C86231}" type="datetimeFigureOut">
              <a:rPr lang="ru-RU" smtClean="0"/>
              <a:t>25.05.2025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C1E53-1D2F-4EA2-BF66-8D0C030F9E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3345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EA0FA-A838-43E2-9091-CE3B95C86231}" type="datetimeFigureOut">
              <a:rPr lang="ru-RU" smtClean="0"/>
              <a:t>25.05.2025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C1E53-1D2F-4EA2-BF66-8D0C030F9E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7773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EA0FA-A838-43E2-9091-CE3B95C86231}" type="datetimeFigureOut">
              <a:rPr lang="ru-RU" smtClean="0"/>
              <a:t>25.05.2025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C1E53-1D2F-4EA2-BF66-8D0C030F9E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186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EA0FA-A838-43E2-9091-CE3B95C86231}" type="datetimeFigureOut">
              <a:rPr lang="ru-RU" smtClean="0"/>
              <a:t>25.05.2025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C1E53-1D2F-4EA2-BF66-8D0C030F9E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6854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EA0FA-A838-43E2-9091-CE3B95C86231}" type="datetimeFigureOut">
              <a:rPr lang="ru-RU" smtClean="0"/>
              <a:t>25.05.2025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C1E53-1D2F-4EA2-BF66-8D0C030F9E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054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EA0FA-A838-43E2-9091-CE3B95C86231}" type="datetimeFigureOut">
              <a:rPr lang="ru-RU" smtClean="0"/>
              <a:t>25.05.2025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C1E53-1D2F-4EA2-BF66-8D0C030F9E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2358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EA0FA-A838-43E2-9091-CE3B95C86231}" type="datetimeFigureOut">
              <a:rPr lang="ru-RU" smtClean="0"/>
              <a:t>25.05.2025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C1E53-1D2F-4EA2-BF66-8D0C030F9E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9372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EA0FA-A838-43E2-9091-CE3B95C86231}" type="datetimeFigureOut">
              <a:rPr lang="ru-RU" smtClean="0"/>
              <a:t>25.05.2025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C1E53-1D2F-4EA2-BF66-8D0C030F9E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1824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1EA0FA-A838-43E2-9091-CE3B95C86231}" type="datetimeFigureOut">
              <a:rPr lang="ru-RU" smtClean="0"/>
              <a:t>25.05.2025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5C1E53-1D2F-4EA2-BF66-8D0C030F9E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2904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467544" y="332656"/>
            <a:ext cx="7957692" cy="923330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ru-RU" sz="54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ЗАНИМАТЕЛЬНЫЕ УРОКИ</a:t>
            </a:r>
            <a:endParaRPr lang="ru-RU" sz="54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6" name="Прямоугольник 5">
            <a:hlinkClick r:id="rId2" action="ppaction://hlinksldjump"/>
          </p:cNvPr>
          <p:cNvSpPr/>
          <p:nvPr/>
        </p:nvSpPr>
        <p:spPr>
          <a:xfrm>
            <a:off x="1561444" y="2186280"/>
            <a:ext cx="5834098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ru-RU" sz="7200" b="1" cap="all" spc="0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/>
              </a:rPr>
              <a:t>МАТЕМАТИКА</a:t>
            </a:r>
            <a:endParaRPr lang="ru-RU" sz="7200" b="1" cap="all" spc="0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7" name="Прямоугольник 6">
            <a:hlinkClick r:id="rId3" action="ppaction://hlinksldjump"/>
          </p:cNvPr>
          <p:cNvSpPr/>
          <p:nvPr/>
        </p:nvSpPr>
        <p:spPr>
          <a:xfrm>
            <a:off x="1429219" y="3308791"/>
            <a:ext cx="6285568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72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РУССКИЙ</a:t>
            </a:r>
            <a:r>
              <a:rPr lang="ru-RU" sz="72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  <a:reflection blurRad="6350" stA="50000" endA="300" endPos="50000" dist="29997" dir="5400000" sy="-100000" algn="bl" rotWithShape="0"/>
                </a:effectLst>
              </a:rPr>
              <a:t> </a:t>
            </a:r>
            <a:r>
              <a:rPr lang="ru-RU" sz="72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ЯЗЫК</a:t>
            </a:r>
            <a:endParaRPr lang="ru-RU" sz="72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41174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/>
          <a:lstStyle/>
          <a:p>
            <a:r>
              <a:rPr lang="ru-RU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ВЫБЕРИ ПРАВИЛЬНЫЙ ОТВЕТ</a:t>
            </a:r>
            <a:endParaRPr lang="ru-RU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757316" y="3140968"/>
            <a:ext cx="2592288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ru-RU" sz="88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2+3=</a:t>
            </a:r>
            <a:endParaRPr lang="ru-RU" sz="88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7058617" y="2885564"/>
            <a:ext cx="825751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88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4</a:t>
            </a:r>
            <a:endParaRPr lang="ru-RU" sz="88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5978497" y="2054530"/>
            <a:ext cx="825751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88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5</a:t>
            </a:r>
            <a:endParaRPr lang="ru-RU" sz="88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6658236" y="4149080"/>
            <a:ext cx="825751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88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3</a:t>
            </a:r>
            <a:endParaRPr lang="ru-RU" sz="88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4630515" y="2967335"/>
            <a:ext cx="825751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88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2</a:t>
            </a:r>
            <a:endParaRPr lang="ru-RU" sz="88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5166238" y="4149080"/>
            <a:ext cx="825751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88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6</a:t>
            </a:r>
            <a:endParaRPr lang="ru-RU" sz="88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12" name="Управляющая кнопка: домой 11">
            <a:hlinkClick r:id="" action="ppaction://hlinkshowjump?jump=firstslide" highlightClick="1"/>
          </p:cNvPr>
          <p:cNvSpPr/>
          <p:nvPr/>
        </p:nvSpPr>
        <p:spPr>
          <a:xfrm>
            <a:off x="899592" y="5733256"/>
            <a:ext cx="864096" cy="792088"/>
          </a:xfrm>
          <a:prstGeom prst="actionButtonHom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8510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4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56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66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66" tmFilter="0, 0; 0.125,0.2665; 0.25,0.4; 0.375,0.465; 0.5,0.5;  0.625,0.535; 0.75,0.6; 0.875,0.7335; 1,1">
                                          <p:stCondLst>
                                            <p:cond delay="16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83" tmFilter="0, 0; 0.125,0.2665; 0.25,0.4; 0.375,0.465; 0.5,0.5;  0.625,0.535; 0.75,0.6; 0.875,0.7335; 1,1">
                                          <p:stCondLst>
                                            <p:cond delay="331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1" tmFilter="0, 0; 0.125,0.2665; 0.25,0.4; 0.375,0.465; 0.5,0.5;  0.625,0.535; 0.75,0.6; 0.875,0.7335; 1,1">
                                          <p:stCondLst>
                                            <p:cond delay="41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7">
                                          <p:stCondLst>
                                            <p:cond delay="16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41" decel="50000">
                                          <p:stCondLst>
                                            <p:cond delay="16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7">
                                          <p:stCondLst>
                                            <p:cond delay="32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41" decel="50000">
                                          <p:stCondLst>
                                            <p:cond delay="335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7">
                                          <p:stCondLst>
                                            <p:cond delay="41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41" decel="50000">
                                          <p:stCondLst>
                                            <p:cond delay="417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7">
                                          <p:stCondLst>
                                            <p:cond delay="45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41" decel="50000">
                                          <p:stCondLst>
                                            <p:cond delay="45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2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73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" fill="hold">
                      <p:stCondLst>
                        <p:cond delay="0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58 -0.00579 C 0.01267 -0.01759 0.00417 -0.02338 -0.00504 -0.02731 C -0.01476 -0.03866 -0.0283 -0.03935 -0.04011 -0.04491 C -0.05695 -0.05255 -0.07518 -0.05717 -0.09254 -0.06227 C -0.10191 -0.06505 -0.11077 -0.07014 -0.12049 -0.07083 C -0.13629 -0.07199 -0.15191 -0.07222 -0.16771 -0.07292 C -0.19167 -0.07106 -0.1967 -0.06967 -0.21649 -0.06227 C -0.2191 -0.05903 -0.22274 -0.05671 -0.22535 -0.05347 C -0.22674 -0.05162 -0.22726 -0.04861 -0.22882 -0.04676 C -0.23195 -0.04329 -0.23941 -0.03842 -0.23941 -0.03819 C -0.24288 -0.03194 -0.24618 -0.02523 -0.24983 -0.01875 C -0.25104 -0.01643 -0.25347 -0.01227 -0.25347 -0.01204 C -0.25764 0.00463 -0.25174 -0.01481 -0.25868 -0.00116 C -0.26181 0.00533 -0.26198 0.01181 -0.26563 0.01829 C -0.2691 0.04144 -0.27066 0.06991 -0.28125 0.09005 C -0.28333 0.09931 -0.28559 0.10625 -0.29011 0.11412 C -0.2934 0.12639 -0.29306 0.14144 -0.30052 0.15116 C -0.30226 0.15764 -0.30208 0.15833 -0.30573 0.16412 C -0.30677 0.16597 -0.3092 0.16875 -0.3092 0.16898 " pathEditMode="relative" rAng="0" ptsTypes="ffffffffffffffffffA">
                                      <p:cBhvr>
                                        <p:cTn id="7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250" y="5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7" grpId="1"/>
      <p:bldP spid="8" grpId="0"/>
      <p:bldP spid="8" grpId="1"/>
      <p:bldP spid="9" grpId="0"/>
      <p:bldP spid="9" grpId="1"/>
      <p:bldP spid="10" grpId="0"/>
      <p:bldP spid="10" grpId="1"/>
      <p:bldP spid="11" grpId="0"/>
      <p:bldP spid="11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/>
          <a:lstStyle/>
          <a:p>
            <a:r>
              <a:rPr lang="ru-RU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ВЫБЕРИ ПРАВИЛЬНЫЙ ОТВЕТ</a:t>
            </a:r>
            <a:endParaRPr lang="ru-RU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957787" y="3068960"/>
            <a:ext cx="2263761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ru-RU" sz="88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5-2=</a:t>
            </a:r>
            <a:endParaRPr lang="ru-RU" sz="88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7127430" y="2885564"/>
            <a:ext cx="756938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8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4</a:t>
            </a:r>
            <a:endParaRPr lang="ru-RU" sz="88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6047310" y="2054530"/>
            <a:ext cx="756938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8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5</a:t>
            </a:r>
            <a:endParaRPr lang="ru-RU" sz="88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6753498" y="4149080"/>
            <a:ext cx="704040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3</a:t>
            </a:r>
            <a:endParaRPr lang="ru-RU" sz="80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4699328" y="2967335"/>
            <a:ext cx="756938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8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2</a:t>
            </a:r>
            <a:endParaRPr lang="ru-RU" sz="88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5235051" y="4149080"/>
            <a:ext cx="756938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88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6</a:t>
            </a:r>
            <a:endParaRPr lang="ru-RU" sz="88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3" name="Управляющая кнопка: домой 2">
            <a:hlinkClick r:id="" action="ppaction://hlinkshowjump?jump=firstslide" highlightClick="1"/>
          </p:cNvPr>
          <p:cNvSpPr/>
          <p:nvPr/>
        </p:nvSpPr>
        <p:spPr>
          <a:xfrm>
            <a:off x="899592" y="5733256"/>
            <a:ext cx="864096" cy="792088"/>
          </a:xfrm>
          <a:prstGeom prst="actionButtonHom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3926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4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56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66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66" tmFilter="0, 0; 0.125,0.2665; 0.25,0.4; 0.375,0.465; 0.5,0.5;  0.625,0.535; 0.75,0.6; 0.875,0.7335; 1,1">
                                          <p:stCondLst>
                                            <p:cond delay="16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83" tmFilter="0, 0; 0.125,0.2665; 0.25,0.4; 0.375,0.465; 0.5,0.5;  0.625,0.535; 0.75,0.6; 0.875,0.7335; 1,1">
                                          <p:stCondLst>
                                            <p:cond delay="331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1" tmFilter="0, 0; 0.125,0.2665; 0.25,0.4; 0.375,0.465; 0.5,0.5;  0.625,0.535; 0.75,0.6; 0.875,0.7335; 1,1">
                                          <p:stCondLst>
                                            <p:cond delay="41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7">
                                          <p:stCondLst>
                                            <p:cond delay="16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41" decel="50000">
                                          <p:stCondLst>
                                            <p:cond delay="16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7">
                                          <p:stCondLst>
                                            <p:cond delay="32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41" decel="50000">
                                          <p:stCondLst>
                                            <p:cond delay="335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7">
                                          <p:stCondLst>
                                            <p:cond delay="41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41" decel="50000">
                                          <p:stCondLst>
                                            <p:cond delay="417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7">
                                          <p:stCondLst>
                                            <p:cond delay="45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41" decel="50000">
                                          <p:stCondLst>
                                            <p:cond delay="45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2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8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73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" fill="hold">
                      <p:stCondLst>
                        <p:cond delay="0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777 0.01065 C -0.02916 0.01667 -0.03524 0.02639 -0.03524 0.02662 C -0.0401 0.04606 -0.0533 0.0588 -0.06406 0.07315 C -0.07135 0.08287 -0.07812 0.09329 -0.08524 0.10278 C -0.09062 0.10995 -0.09444 0.11898 -0.10017 0.12569 C -0.10139 0.12708 -0.10312 0.12731 -0.10434 0.12847 C -0.1092 0.1331 -0.10607 0.13217 -0.11076 0.13704 C -0.11927 0.14583 -0.13159 0.15162 -0.14166 0.15671 C -0.14687 0.16435 -0.15764 0.16481 -0.1651 0.16667 C -0.17725 0.16967 -0.19062 0.17153 -0.20225 0.17662 C -0.21007 0.17616 -0.21788 0.17639 -0.22569 0.17523 C -0.22812 0.17477 -0.23264 0.1706 -0.23524 0.16944 C -0.24218 0.16667 -0.24861 0.16273 -0.25538 0.15972 C -0.26163 0.15139 -0.26423 0.15278 -0.27031 0.14676 C -0.27586 0.1412 -0.27812 0.1375 -0.28524 0.13542 C -0.2908 0.13055 -0.28715 0.1331 -0.29687 0.12986 C -0.29826 0.1294 -0.30121 0.12847 -0.30121 0.1287 C -0.30625 0.11898 -0.31423 0.11481 -0.32135 0.10856 C -0.32639 0.10417 -0.33177 0.09653 -0.33524 0.09005 C -0.34288 0.07639 -0.34965 0.06227 -0.35659 0.04768 C -0.35972 0.0412 -0.36093 0.03449 -0.3651 0.02917 C -0.36753 0.01597 -0.371 0.00347 -0.37465 -0.00926 C -0.3776 -0.01945 -0.37934 -0.03009 -0.38211 -0.04028 C -0.38507 -0.05093 -0.39027 -0.06042 -0.3927 -0.07153 C -0.39566 -0.08472 -0.39861 -0.09792 -0.40121 -0.11134 C -0.40295 -0.11991 -0.40364 -0.12801 -0.40764 -0.13542 C -0.40798 -0.13727 -0.40798 -0.13935 -0.40868 -0.14097 C -0.41093 -0.14722 -0.41076 -0.14167 -0.41076 -0.14537 " pathEditMode="relative" rAng="0" ptsTypes="fffffffffffffffffffffffffffA">
                                      <p:cBhvr>
                                        <p:cTn id="7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167" y="3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7" grpId="1"/>
      <p:bldP spid="8" grpId="0"/>
      <p:bldP spid="8" grpId="1"/>
      <p:bldP spid="9" grpId="0"/>
      <p:bldP spid="9" grpId="1"/>
      <p:bldP spid="10" grpId="0"/>
      <p:bldP spid="10" grpId="1"/>
      <p:bldP spid="11" grpId="0"/>
      <p:bldP spid="11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/>
          <a:lstStyle/>
          <a:p>
            <a:r>
              <a:rPr lang="ru-RU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ВСТАВЬТЕ ПРОПУЩЕННЫЕ БУКВЫ </a:t>
            </a:r>
            <a:endParaRPr lang="ru-RU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3" name="Управляющая кнопка: домой 2">
            <a:hlinkClick r:id="" action="ppaction://hlinkshowjump?jump=firstslide" highlightClick="1"/>
          </p:cNvPr>
          <p:cNvSpPr/>
          <p:nvPr/>
        </p:nvSpPr>
        <p:spPr>
          <a:xfrm>
            <a:off x="7944810" y="5949280"/>
            <a:ext cx="864096" cy="792088"/>
          </a:xfrm>
          <a:prstGeom prst="actionButtonHom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1009188" y="2001614"/>
            <a:ext cx="2805640" cy="92333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ru-RU" sz="5400" b="1" dirty="0" smtClean="0">
                <a:solidFill>
                  <a:schemeClr val="tx2">
                    <a:lumMod val="50000"/>
                  </a:schemeClr>
                </a:solidFill>
              </a:rPr>
              <a:t>ОБЛ…КО</a:t>
            </a:r>
            <a:endParaRPr lang="ru-RU" sz="54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19998" y="3441774"/>
            <a:ext cx="2408032" cy="92333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ru-RU" sz="5400" b="1" dirty="0" smtClean="0">
                <a:solidFill>
                  <a:schemeClr val="tx2">
                    <a:lumMod val="50000"/>
                  </a:schemeClr>
                </a:solidFill>
              </a:rPr>
              <a:t>Ж…ЗНЬ</a:t>
            </a:r>
            <a:endParaRPr lang="ru-RU" sz="54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79674" y="4881934"/>
            <a:ext cx="2516073" cy="92333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ru-RU" sz="5400" b="1" dirty="0" smtClean="0">
                <a:solidFill>
                  <a:schemeClr val="tx2">
                    <a:lumMod val="50000"/>
                  </a:schemeClr>
                </a:solidFill>
              </a:rPr>
              <a:t>Б…РЁЗА</a:t>
            </a:r>
            <a:endParaRPr lang="ru-RU" sz="54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5220072" y="1929541"/>
            <a:ext cx="761747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5400" b="1" dirty="0">
                <a:solidFill>
                  <a:srgbClr val="1F497D">
                    <a:lumMod val="50000"/>
                  </a:srgbClr>
                </a:solidFill>
              </a:rPr>
              <a:t>А </a:t>
            </a:r>
            <a:endParaRPr lang="ru-RU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6749944" y="1929541"/>
            <a:ext cx="652743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ru-RU" sz="5400" b="1" dirty="0">
                <a:solidFill>
                  <a:srgbClr val="1F497D">
                    <a:lumMod val="50000"/>
                  </a:srgbClr>
                </a:solidFill>
              </a:rPr>
              <a:t>О</a:t>
            </a:r>
          </a:p>
        </p:txBody>
      </p:sp>
      <p:sp>
        <p:nvSpPr>
          <p:cNvPr id="16" name="Прямоугольник 15"/>
          <p:cNvSpPr/>
          <p:nvPr/>
        </p:nvSpPr>
        <p:spPr>
          <a:xfrm>
            <a:off x="5339495" y="4725144"/>
            <a:ext cx="522900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5400" b="1" dirty="0">
                <a:solidFill>
                  <a:srgbClr val="1F497D">
                    <a:lumMod val="50000"/>
                  </a:srgbClr>
                </a:solidFill>
              </a:rPr>
              <a:t>Е</a:t>
            </a:r>
            <a:endParaRPr lang="ru-RU" dirty="0"/>
          </a:p>
        </p:txBody>
      </p:sp>
      <p:sp>
        <p:nvSpPr>
          <p:cNvPr id="17" name="Прямоугольник 16"/>
          <p:cNvSpPr/>
          <p:nvPr/>
        </p:nvSpPr>
        <p:spPr>
          <a:xfrm>
            <a:off x="6780549" y="3319861"/>
            <a:ext cx="636713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ru-RU" sz="5400" b="1" dirty="0">
                <a:solidFill>
                  <a:srgbClr val="1F497D">
                    <a:lumMod val="50000"/>
                  </a:srgbClr>
                </a:solidFill>
              </a:rPr>
              <a:t>И</a:t>
            </a:r>
          </a:p>
        </p:txBody>
      </p:sp>
      <p:sp>
        <p:nvSpPr>
          <p:cNvPr id="18" name="Прямоугольник 17"/>
          <p:cNvSpPr/>
          <p:nvPr/>
        </p:nvSpPr>
        <p:spPr>
          <a:xfrm>
            <a:off x="5339495" y="3319861"/>
            <a:ext cx="73770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5400" b="1" dirty="0">
                <a:solidFill>
                  <a:srgbClr val="1F497D">
                    <a:lumMod val="50000"/>
                  </a:srgbClr>
                </a:solidFill>
              </a:rPr>
              <a:t>Ы</a:t>
            </a:r>
            <a:endParaRPr lang="ru-RU" dirty="0"/>
          </a:p>
        </p:txBody>
      </p:sp>
      <p:sp>
        <p:nvSpPr>
          <p:cNvPr id="19" name="Прямоугольник 18"/>
          <p:cNvSpPr/>
          <p:nvPr/>
        </p:nvSpPr>
        <p:spPr>
          <a:xfrm>
            <a:off x="6743599" y="4725144"/>
            <a:ext cx="636713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5400" b="1" dirty="0">
                <a:solidFill>
                  <a:srgbClr val="1F497D">
                    <a:lumMod val="50000"/>
                  </a:srgbClr>
                </a:solidFill>
              </a:rPr>
              <a:t>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633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983 -0.0044 C -0.05226 -0.00903 -0.05365 -0.0125 -0.05729 -0.01574 C -0.06007 -0.02153 -0.06406 -0.0257 -0.06806 -0.02986 C -0.07101 -0.03311 -0.07205 -0.03681 -0.07535 -0.03982 C -0.0816 -0.05186 -0.07344 -0.03727 -0.08073 -0.04699 C -0.08385 -0.05116 -0.08368 -0.05348 -0.08819 -0.05556 C -0.09063 -0.06042 -0.09323 -0.06227 -0.0967 -0.06551 C -0.10191 -0.07616 -0.09462 -0.06297 -0.10313 -0.07246 C -0.1066 -0.07639 -0.1066 -0.08033 -0.11163 -0.08241 C -0.11597 -0.08843 -0.11753 -0.09121 -0.12326 -0.09375 C -0.13438 -0.10857 -0.15486 -0.09861 -0.16806 -0.09815 C -0.19809 -0.09028 -0.16406 -0.09861 -0.24462 -0.09514 C -0.25278 -0.09468 -0.2691 -0.09236 -0.2691 -0.09213 C -0.28819 -0.07963 -0.29948 -0.08334 -0.32431 -0.08241 C -0.3283 -0.08079 -0.33003 -0.07732 -0.33385 -0.07523 C -0.33802 -0.07014 -0.33507 -0.07338 -0.34236 -0.0669 C -0.3434 -0.06598 -0.34566 -0.06389 -0.34566 -0.06366 C -0.35052 -0.05417 -0.35226 -0.03936 -0.34566 -0.02986 C -0.34253 -0.0176 -0.34705 -0.03311 -0.34236 -0.02292 C -0.3401 -0.01783 -0.33941 -0.01459 -0.33611 -0.01019 C -0.33576 -0.00834 -0.33576 -0.00625 -0.33507 -0.0044 C -0.33455 -0.00324 -0.33333 -0.00278 -0.33281 -0.00162 C -0.33073 0.0037 -0.32969 0.00972 -0.32969 0.01551 L -0.32222 0.00277 " pathEditMode="relative" rAng="0" ptsTypes="ffffffffffffffffffffffAA">
                                      <p:cBhvr>
                                        <p:cTn id="6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122" y="-421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edge">
                                      <p:cBhvr>
                                        <p:cTn id="11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56 -0.05995 C 0.00087 -0.06944 -0.00764 -0.07685 -0.01562 -0.08102 C -0.0184 -0.08495 -0.02153 -0.08588 -0.02517 -0.08819 C -0.03993 -0.08773 -0.07847 -0.08542 -0.09653 -0.08819 C -0.10191 -0.08912 -0.10729 -0.09468 -0.1125 -0.09676 C -0.12118 -0.1 -0.13003 -0.10093 -0.13906 -0.10231 C -0.1592 -0.10116 -0.16111 -0.10046 -0.17622 -0.09537 C -0.18872 -0.08495 -0.20573 -0.08125 -0.21997 -0.07963 C -0.23177 -0.07569 -0.24288 -0.075 -0.25503 -0.07407 C -0.26389 -0.07176 -0.27292 -0.06991 -0.2816 -0.0669 C -0.31493 -0.06806 -0.32587 -0.06968 -0.35712 -0.06829 C -0.3691 -0.06528 -0.37726 -0.0625 -0.3901 -0.06134 C -0.39549 -0.05995 -0.39983 -0.05787 -0.40503 -0.05556 C -0.40608 -0.05509 -0.40712 -0.05463 -0.40816 -0.05417 C -0.4092 -0.0537 -0.41042 -0.05324 -0.41146 -0.05278 C -0.4125 -0.05231 -0.41458 -0.05139 -0.41458 -0.05116 C -0.41597 -0.04583 -0.41806 -0.03981 -0.42101 -0.03565 C -0.42656 -0.01343 -0.42413 -0.01921 -0.42413 0.01667 " pathEditMode="relative" rAng="0" ptsTypes="fffffffffffffffffA">
                                      <p:cBhvr>
                                        <p:cTn id="1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615" y="171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-0.02963 C -0.00157 -0.04051 -0.00712 -0.04769 -0.01389 -0.0537 C -0.01928 -0.06505 -0.03178 -0.06736 -0.04046 -0.07222 C -0.04601 -0.07523 -0.04948 -0.08033 -0.05539 -0.08218 C -0.0625 -0.08681 -0.06893 -0.09236 -0.07674 -0.09491 C -0.10278 -0.11111 -0.13073 -0.12245 -0.15782 -0.12755 C -0.16667 -0.13403 -0.18264 -0.13611 -0.19375 -0.1375 C -0.21806 -0.13658 -0.22257 -0.13634 -0.24046 -0.1331 C -0.26928 -0.1206 -0.29723 -0.10602 -0.32674 -0.0963 C -0.33195 -0.09468 -0.32796 -0.09514 -0.33403 -0.09213 C -0.33612 -0.0912 -0.34323 -0.08958 -0.3448 -0.08912 C -0.35 -0.0875 -0.34601 -0.0882 -0.35105 -0.08495 C -0.35365 -0.08333 -0.35851 -0.08264 -0.36077 -0.08218 C -0.36459 -0.08056 -0.36858 -0.0794 -0.3724 -0.07778 C -0.38525 -0.07824 -0.39792 -0.07824 -0.41077 -0.07917 C -0.41337 -0.0794 -0.41563 -0.08148 -0.41806 -0.08218 C -0.42171 -0.0831 -0.42882 -0.08495 -0.42882 -0.08472 C -0.43733 -0.08449 -0.44584 -0.08472 -0.45434 -0.08357 C -0.4566 -0.08333 -0.46077 -0.08079 -0.46077 -0.08056 C -0.46389 -0.07639 -0.46702 -0.07616 -0.47136 -0.07361 C -0.48056 -0.06783 -0.48994 -0.06158 -0.49896 -0.05509 C -0.49966 -0.0537 -0.5 -0.05185 -0.50105 -0.05093 C -0.50296 -0.04931 -0.50747 -0.04815 -0.50747 -0.04792 C -0.51858 -0.0382 -0.51129 -0.04213 -0.53091 -0.04375 C -0.53733 -0.04514 -0.54358 -0.04699 -0.55 -0.04815 C -0.55434 -0.04769 -0.55869 -0.04792 -0.56285 -0.04676 C -0.56737 -0.0456 -0.56945 -0.03681 -0.5724 -0.03241 C -0.57518 -0.02153 -0.575 -0.02083 -0.56598 -0.0169 C -0.55539 -0.00741 -0.55747 -0.00995 -0.55747 0.01157 " pathEditMode="relative" rAng="0" ptsTypes="ffffffffffffffffffffffffffffA">
                                      <p:cBhvr>
                                        <p:cTn id="2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767" y="-33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6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4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9" grpId="0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37</Words>
  <Application>Microsoft Office PowerPoint</Application>
  <PresentationFormat>Экран (4:3)</PresentationFormat>
  <Paragraphs>27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7" baseType="lpstr">
      <vt:lpstr>Arial</vt:lpstr>
      <vt:lpstr>Calibri</vt:lpstr>
      <vt:lpstr>Тема Office</vt:lpstr>
      <vt:lpstr>Презентация PowerPoint</vt:lpstr>
      <vt:lpstr>ВЫБЕРИ ПРАВИЛЬНЫЙ ОТВЕТ</vt:lpstr>
      <vt:lpstr>ВЫБЕРИ ПРАВИЛЬНЫЙ ОТВЕТ</vt:lpstr>
      <vt:lpstr>ВСТАВЬТЕ ПРОПУЩЕННЫЕ БУКВЫ </vt:lpstr>
    </vt:vector>
  </TitlesOfParts>
  <Company>Hewlett-Packard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HP</dc:creator>
  <cp:lastModifiedBy>user</cp:lastModifiedBy>
  <cp:revision>20</cp:revision>
  <dcterms:created xsi:type="dcterms:W3CDTF">2015-12-03T13:15:47Z</dcterms:created>
  <dcterms:modified xsi:type="dcterms:W3CDTF">2025-05-25T12:29:14Z</dcterms:modified>
</cp:coreProperties>
</file>