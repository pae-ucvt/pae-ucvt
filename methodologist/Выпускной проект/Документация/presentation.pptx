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9144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B9AFF"/>
                </a:solidFill>
              </a:defRPr>
            </a:pPr>
            <a:r>
              <a:t>ВЫПУСКНОЙ ПРОЕКТ · OPEN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645920"/>
            <a:ext cx="121916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Конструктор учебных программ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92608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8FA8"/>
                </a:solidFill>
              </a:defRPr>
            </a:pPr>
            <a:r>
              <a:t>Автоматическое создание программ повышения квалификации для педагогов — из JSON-файла в готовый Word-документ за 5 минут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3931920"/>
            <a:ext cx="1280160" cy="4572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FA8"/>
                </a:solidFill>
              </a:defRPr>
            </a:pPr>
            <a:r>
              <a:t>🐍 Python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3931920"/>
            <a:ext cx="1280160" cy="4572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4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FA8"/>
                </a:solidFill>
              </a:defRPr>
            </a:pPr>
            <a:r>
              <a:t>📄 Word .docx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3931920"/>
            <a:ext cx="1280160" cy="4572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FA8"/>
                </a:solidFill>
              </a:defRPr>
            </a:pPr>
            <a:r>
              <a:t>📋 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0" y="3931920"/>
            <a:ext cx="1280160" cy="4572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FA8"/>
                </a:solidFill>
              </a:defRPr>
            </a:pPr>
            <a:r>
              <a:t>🤖 AI-ассистент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3931920"/>
            <a:ext cx="1280160" cy="4572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3977639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B8FA8"/>
                </a:solidFill>
              </a:defRPr>
            </a:pPr>
            <a:r>
              <a:t>📊 36 / 72 часа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B9AFF"/>
                </a:solidFill>
              </a:defRPr>
            </a:pPr>
            <a:r>
              <a:t>Цель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</a:defRPr>
            </a:pPr>
            <a:r>
              <a:t>Зачем это нужно и какую проблему решает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5394960" cy="41148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F4444"/>
                </a:solidFill>
              </a:defRPr>
            </a:pPr>
            <a:r>
              <a:t>ПРОБЛЕМА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</a:defRPr>
            </a:pPr>
            <a:r>
              <a:t>• Составление программы занимает 4–8 часов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3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</a:defRPr>
            </a:pPr>
            <a:r>
              <a:t>• Каждый раз одно и то же: таблицы, заголовки, оформление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</a:defRPr>
            </a:pPr>
            <a:r>
              <a:t>• При смене темы — делать заново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</a:defRPr>
            </a:pPr>
            <a:r>
              <a:t>• Ошибки в оформлении = возврат на доработку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554480"/>
            <a:ext cx="5394960" cy="41148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34D399"/>
                </a:solidFill>
              </a:defRPr>
            </a:pPr>
            <a:r>
              <a:t>РЕШЕНИЕ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945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</a:defRPr>
            </a:pPr>
            <a:r>
              <a:t>• Один раз заполнил анкету — готовый документ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2834639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</a:defRPr>
            </a:pPr>
            <a:r>
              <a:t>• Формат автоматически выдерживается всегда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47472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</a:defRPr>
            </a:pPr>
            <a:r>
              <a:t>• Новая программа — копия JSON + новые данные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11480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8FA8"/>
                </a:solidFill>
              </a:defRPr>
            </a:pPr>
            <a:r>
              <a:t>• Готовый .docx сразу в Word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86000" y="5852160"/>
            <a:ext cx="7619695" cy="731520"/>
          </a:xfrm>
          <a:prstGeom prst="roundRect">
            <a:avLst/>
          </a:prstGeom>
          <a:solidFill>
            <a:srgbClr val="1A2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0" y="5897880"/>
            <a:ext cx="76196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8 часов ручной работы  →  5 минут автоматически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B9AFF"/>
                </a:solidFill>
              </a:defRPr>
            </a:pPr>
            <a:r>
              <a:t>Что сделано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</a:defRPr>
            </a:pPr>
            <a:r>
              <a:t>Инструменты, файлы и результаты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645920" cy="128016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9163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9AFF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Python-скрипта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60320" y="1554480"/>
            <a:ext cx="1645920" cy="128016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69163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9AFF"/>
                </a:solidFill>
              </a:defRPr>
            </a:pPr>
            <a: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Шаблонов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1645920" cy="128016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9163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9A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Готовые программы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1645920" cy="128016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691639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9AFF"/>
                </a:solidFill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331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AI-ассистент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200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Инструменты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749039"/>
            <a:ext cx="5486400" cy="9144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9AFF"/>
                </a:solidFill>
              </a:defRPr>
            </a:pPr>
            <a:r>
              <a:t>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build_program.py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FA8"/>
                </a:solidFill>
              </a:defRPr>
            </a:pPr>
            <a:r>
              <a:t>Генерирует Word из JSON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749039"/>
            <a:ext cx="5486400" cy="9144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8862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9AFF"/>
                </a:solidFill>
              </a:defRPr>
            </a:pPr>
            <a:r>
              <a:t>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840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convert_to_docx.py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206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FA8"/>
                </a:solidFill>
              </a:defRPr>
            </a:pPr>
            <a:r>
              <a:t>Конвертирует Markdown → Word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846320"/>
            <a:ext cx="5486400" cy="9144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9AFF"/>
                </a:solidFill>
              </a:defRPr>
            </a:pPr>
            <a: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49377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gen_presentation.py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FA8"/>
                </a:solidFill>
              </a:defRPr>
            </a:pPr>
            <a:r>
              <a:t>Генерирует презентации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4846320"/>
            <a:ext cx="5486400" cy="9144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B9AFF"/>
                </a:solidFill>
              </a:defRPr>
            </a:pPr>
            <a:r>
              <a:t>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9377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gen_summary_docx.py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303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B8FA8"/>
                </a:solidFill>
              </a:defRPr>
            </a:pPr>
            <a:r>
              <a:t>Формирует сводные документы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B9AFF"/>
                </a:solidFill>
              </a:defRPr>
            </a:pPr>
            <a:r>
              <a:t>Готовые программы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32004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2D3EE"/>
                </a:solidFill>
              </a:defRPr>
            </a:pPr>
            <a:r>
              <a:t>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Нейросети в работе преподавателя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8FA8"/>
                </a:solidFill>
              </a:defRPr>
            </a:pPr>
            <a:r>
              <a:t>36 часов, 9 занятий</a:t>
            </a:r>
            <a:br/>
            <a:r>
              <a:t>Готовый .docx + .md + .json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371600"/>
            <a:ext cx="3474720" cy="32004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472B6"/>
                </a:solidFill>
              </a:defRPr>
            </a:pPr>
            <a:r>
              <a:t>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Промпт-инжиниринг для педагога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8FA8"/>
                </a:solidFill>
              </a:defRPr>
            </a:pPr>
            <a:r>
              <a:t>36 часов</a:t>
            </a:r>
            <a:br/>
            <a:r>
              <a:t>Программа для работы с ИИ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371600"/>
            <a:ext cx="3474720" cy="32004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5544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F59E0B"/>
                </a:solidFill>
              </a:defRPr>
            </a:pPr>
            <a:r>
              <a:t>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Цифровые инструменты оценивания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9260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8FA8"/>
                </a:solidFill>
              </a:defRPr>
            </a:pPr>
            <a:r>
              <a:t>Программа в разработке</a:t>
            </a:r>
            <a:br/>
            <a:r>
              <a:t>Markdown-исходник готов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B9AFF"/>
                </a:solidFill>
              </a:defRPr>
            </a:pPr>
            <a:r>
              <a:t>Как работает проект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</a:defRPr>
            </a:pPr>
            <a:r>
              <a:t>От заполнения анкеты до готового документа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926080" cy="18288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9A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Заполняете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Название, цель,</a:t>
            </a:r>
            <a:br/>
            <a:r>
              <a:t>занятия, темы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9AFF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645920"/>
            <a:ext cx="2926080" cy="18288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9A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Запускаете скрипт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Одна команда</a:t>
            </a:r>
            <a:br/>
            <a:r>
              <a:t>в терминале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B9AFF"/>
                </a:solidFill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0" y="1645920"/>
            <a:ext cx="2926080" cy="18288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B9AFF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59" y="22402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Готовый .docx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59" y="265176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Титул, таблицы,</a:t>
            </a:r>
            <a:br/>
            <a:r>
              <a:t>содержание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40480"/>
            <a:ext cx="10698480" cy="914400"/>
          </a:xfrm>
          <a:prstGeom prst="roundRect">
            <a:avLst/>
          </a:prstGeom>
          <a:solidFill>
            <a:srgbClr val="1517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D3EE"/>
                </a:solidFill>
              </a:defRPr>
            </a:pPr>
            <a:r>
              <a:t>$ python scripts/build_program.py neural_networks.json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29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Что внутри готового документа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5486400"/>
            <a:ext cx="1737360" cy="6400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532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📑 Титул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77440" y="5486400"/>
            <a:ext cx="1737360" cy="6400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377440" y="5532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📊 План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5486400"/>
            <a:ext cx="1737360" cy="6400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5532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📝 Записка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486400"/>
            <a:ext cx="1737360" cy="6400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17920" y="5532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📅 График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5486400"/>
            <a:ext cx="1737360" cy="6400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38160" y="5532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✅ Критерии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486400"/>
            <a:ext cx="1737360" cy="64008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0" y="553212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📚 Содержание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B9AFF"/>
                </a:solidFill>
              </a:defRPr>
            </a:pPr>
            <a:r>
              <a:t>Возможности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8FA8"/>
                </a:solidFill>
              </a:defRPr>
            </a:pPr>
            <a:r>
              <a:t>Что можно создавать и автоматизировать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2148840" cy="41148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737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6B9AFF"/>
                </a:solidFill>
              </a:defRPr>
            </a:pPr>
            <a:r>
              <a:t>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79" y="23774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Программы курсов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79" y="29260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ДПП на 36/72 часа</a:t>
            </a:r>
            <a:br/>
            <a:r>
              <a:t>Титул, план, содержание,</a:t>
            </a:r>
            <a:br/>
            <a:r>
              <a:t>критерии, литература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1554480"/>
            <a:ext cx="2148840" cy="41148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39" y="1737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34D399"/>
                </a:solidFill>
              </a:defRPr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199" y="23774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Планы занятий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199" y="29260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Хронометраж, темы,</a:t>
            </a:r>
            <a:br/>
            <a:r>
              <a:t>формы контроля,</a:t>
            </a:r>
            <a:br/>
            <a:r>
              <a:t>привязка к компетенциям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37759" y="1554480"/>
            <a:ext cx="2148840" cy="41148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59" y="1737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A78BFA"/>
                </a:solidFill>
              </a:defRPr>
            </a:pPr>
            <a:r>
              <a:t>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3774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Тесты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9260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10 вопросов + ключи,</a:t>
            </a:r>
            <a:br/>
            <a:r>
              <a:t>разные уровни</a:t>
            </a:r>
            <a:br/>
            <a:r>
              <a:t>сложности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69479" y="1554480"/>
            <a:ext cx="2148840" cy="41148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9479" y="1737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59E0B"/>
                </a:solidFill>
              </a:defRPr>
            </a:pPr>
            <a: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3774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Презентации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29260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Автогенерация слайдов</a:t>
            </a:r>
            <a:br/>
            <a:r>
              <a:t>в PowerPoint,</a:t>
            </a:r>
            <a:br/>
            <a:r>
              <a:t>единый стиль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554480"/>
            <a:ext cx="2148840" cy="41148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0" y="1737360"/>
            <a:ext cx="2148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22D3EE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38360" y="2377440"/>
            <a:ext cx="187451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AI-ассистент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926080"/>
            <a:ext cx="187451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B8FA8"/>
                </a:solidFill>
              </a:defRPr>
            </a:pPr>
            <a:r>
              <a:t>Генерация по запросу</a:t>
            </a:r>
            <a:br/>
            <a:r>
              <a:t>на русском языке,</a:t>
            </a:r>
            <a:br/>
            <a:r>
              <a:t>итеративная доработка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B9AFF"/>
                </a:solidFill>
              </a:defRPr>
            </a:pPr>
            <a:r>
              <a:t>Практика — Базовый уровень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9A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Сгенерировать программу из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  <a:r>
              <a:t>Скопировать JSON → заменить name → запустить build_program.py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4D399"/>
                </a:solidFill>
              </a:defRPr>
            </a:pPr>
            <a:r>
              <a:t>🟢 лёгко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11247120" cy="13716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9A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Конвертировать Markdown в Word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  <a:r>
              <a:t>Запустить convert_to_docx.py с любым .md-файлом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4D399"/>
                </a:solidFill>
              </a:defRPr>
            </a:pPr>
            <a:r>
              <a:t>🟢 лёгко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9A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Посмотреть структуру JSON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  <a:r>
              <a:t>Открыть neural_networks.json, найти lessons, посчитать часы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34D399"/>
                </a:solidFill>
              </a:defRPr>
            </a:pPr>
            <a:r>
              <a:t>🟢 лёгко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B9AFF"/>
                </a:solidFill>
              </a:defRPr>
            </a:pPr>
            <a:r>
              <a:t>Практика — Средний уровень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9AFF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Создать свою программу с нуля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  <a:r>
              <a:t>Скопировать JSON → заменить все поля → проверить баланс часов → запустить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59E0B"/>
                </a:solidFill>
              </a:defRPr>
            </a:pPr>
            <a:r>
              <a:t>🟡 средне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11247120" cy="13716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9AFF"/>
                </a:solidFill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Использовать AI-ассистента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  <a:r>
              <a:t>@methodologist создай программу по теме "..." → сконвертировать в 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59E0B"/>
                </a:solidFill>
              </a:defRPr>
            </a:pPr>
            <a:r>
              <a:t>🟡 средне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9AFF"/>
                </a:solidFill>
              </a:defRPr>
            </a:pPr>
            <a: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Сгенерировать план занятия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  <a:r>
              <a:t>@methodologist составь план занятия → сконвертировать в 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F59E0B"/>
                </a:solidFill>
              </a:defRPr>
            </a:pPr>
            <a:r>
              <a:t>🟡 средне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6B9AFF"/>
                </a:solidFill>
              </a:defRPr>
            </a:pPr>
            <a:r>
              <a:t>Практика — Продвинутый уровень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11247120" cy="13716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9AFF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325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Адаптировать программу под 72 часа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  <a:r>
              <a:t>Изменить hours на 72 → добавить 9 занятий → проверить баланс 18×4=72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0" y="1325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F4444"/>
                </a:solidFill>
              </a:defRPr>
            </a:pPr>
            <a:r>
              <a:t>🔴 сложно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834640"/>
            <a:ext cx="11247120" cy="13716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9AFF"/>
                </a:solidFill>
              </a:defRPr>
            </a:pPr>
            <a: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971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Создать тест через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  <a:r>
              <a:t>@methodologist сделай тест из 10 вопросов → сконвертировать в Word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F4444"/>
                </a:solidFill>
              </a:defRPr>
            </a:pPr>
            <a:r>
              <a:t>🔴 сложно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480560"/>
            <a:ext cx="11247120" cy="1371600"/>
          </a:xfrm>
          <a:prstGeom prst="roundRect">
            <a:avLst/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61772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B9AFF"/>
                </a:solidFill>
              </a:defRPr>
            </a:pPr>
            <a:r>
              <a:t>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6177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Полный цикл: идея → комплект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B8FA8"/>
                </a:solidFill>
              </a:defRPr>
            </a:pPr>
            <a:r>
              <a:t>Программа + план + тест — три запроса агенту, три файла в Word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0" y="4617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EF4444"/>
                </a:solidFill>
              </a:defRPr>
            </a:pPr>
            <a:r>
              <a:t>🔴 сложно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22860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474720"/>
            <a:ext cx="85340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B9AFF"/>
                </a:solidFill>
              </a:defRPr>
            </a:pPr>
            <a:r>
              <a:t>Конструктор учебных программ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8FA8"/>
                </a:solidFill>
              </a:defRPr>
            </a:pPr>
            <a:r>
              <a:t>Open Code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D3EE"/>
                </a:solidFill>
              </a:defRPr>
            </a:pPr>
            <a:r>
              <a:t>github.com/pae-ucvt/pae-ucvt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